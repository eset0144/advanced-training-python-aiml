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5" r:id="rId4"/>
    <p:sldId id="276" r:id="rId5"/>
    <p:sldId id="278" r:id="rId6"/>
    <p:sldId id="279" r:id="rId7"/>
    <p:sldId id="280" r:id="rId8"/>
    <p:sldId id="281" r:id="rId9"/>
    <p:sldId id="265" r:id="rId10"/>
    <p:sldId id="266" r:id="rId11"/>
    <p:sldId id="267" r:id="rId12"/>
    <p:sldId id="268" r:id="rId13"/>
    <p:sldId id="269" r:id="rId14"/>
  </p:sldIdLst>
  <p:sldSz cx="18288000" cy="10287000"/>
  <p:notesSz cx="6858000" cy="9144000"/>
  <p:embeddedFontLst>
    <p:embeddedFont>
      <p:font typeface="Agrandir" panose="020B0604020202020204" charset="0"/>
      <p:regular r:id="rId16"/>
    </p:embeddedFont>
    <p:embeddedFont>
      <p:font typeface="Assistant Regular" panose="020B0604020202020204" charset="-79"/>
      <p:regular r:id="rId17"/>
    </p:embeddedFont>
    <p:embeddedFont>
      <p:font typeface="Assistant Regular Bold" panose="020B0604020202020204" charset="-79"/>
      <p:regular r:id="rId18"/>
    </p:embeddedFont>
    <p:embeddedFont>
      <p:font typeface="Heebo Black" pitchFamily="2" charset="-79"/>
      <p:regular r:id="rId19"/>
      <p:bold r:id="rId20"/>
    </p:embeddedFont>
    <p:embeddedFont>
      <p:font typeface="HK Modular" panose="020B0604020202020204" charset="0"/>
      <p:regular r:id="rId21"/>
    </p:embeddedFont>
    <p:embeddedFont>
      <p:font typeface="Horizon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17F43D-2A94-46AF-90C1-C85748EC6597}" v="381" dt="2025-06-07T10:14:44.837"/>
    <p1510:client id="{6EE5FFB5-FA97-431F-A702-10D5039EA187}" v="1704" dt="2025-06-07T07:39:16.444"/>
    <p1510:client id="{8530CCF8-970C-45E7-B10C-1B8DC558D11B}" v="2" dt="2025-06-07T00:43:59.214"/>
    <p1510:client id="{993A952B-EB64-46F1-A797-5574A5E2CF03}" v="26" dt="2025-06-07T00:57:34.844"/>
    <p1510:client id="{BB55558A-5814-425F-BF8E-19951515002E}" v="4" dt="2025-06-07T00:49:22.607"/>
    <p1510:client id="{C229F99B-91FC-4CCB-AA17-9B031DDDE57D}" v="63" dt="2025-06-07T10:24:52.588"/>
    <p1510:client id="{FA7CE110-92A3-92C7-45DA-1740071A6006}" v="76" dt="2025-06-07T01:54:34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82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microsoft.com/office/2016/11/relationships/changesInfo" Target="changesInfos/changesInfo1.xml"/><Relationship Id="rId30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fda937d-84e0-40c4-9af3-7c13939e1814::" providerId="AD" clId="Web-{FA7CE110-92A3-92C7-45DA-1740071A6006}"/>
    <pc:docChg chg="modSld modMainMaster">
      <pc:chgData name="Guest User" userId="S::urn:spo:tenantanon#efda937d-84e0-40c4-9af3-7c13939e1814::" providerId="AD" clId="Web-{FA7CE110-92A3-92C7-45DA-1740071A6006}" dt="2025-06-07T01:54:32.087" v="44" actId="20577"/>
      <pc:docMkLst>
        <pc:docMk/>
      </pc:docMkLst>
      <pc:sldChg chg="delSp modSp">
        <pc:chgData name="Guest User" userId="S::urn:spo:tenantanon#efda937d-84e0-40c4-9af3-7c13939e1814::" providerId="AD" clId="Web-{FA7CE110-92A3-92C7-45DA-1740071A6006}" dt="2025-06-07T01:51:39.903" v="29"/>
        <pc:sldMkLst>
          <pc:docMk/>
          <pc:sldMk cId="0" sldId="256"/>
        </pc:sldMkLst>
        <pc:spChg chg="mod">
          <ac:chgData name="Guest User" userId="S::urn:spo:tenantanon#efda937d-84e0-40c4-9af3-7c13939e1814::" providerId="AD" clId="Web-{FA7CE110-92A3-92C7-45DA-1740071A6006}" dt="2025-06-07T01:49:13.620" v="8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58.761" v="18" actId="2057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9.903" v="29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6.903" v="2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31.229" v="15" actId="20577"/>
          <ac:spMkLst>
            <pc:docMk/>
            <pc:sldMk cId="0" sldId="256"/>
            <ac:spMk id="11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0:56.402" v="19"/>
          <ac:spMkLst>
            <pc:docMk/>
            <pc:sldMk cId="0" sldId="256"/>
            <ac:spMk id="15" creationId="{45BF26D9-E672-5704-847A-EC70136C457F}"/>
          </ac:spMkLst>
        </pc:spChg>
      </pc:sldChg>
      <pc:sldChg chg="delSp modSp">
        <pc:chgData name="Guest User" userId="S::urn:spo:tenantanon#efda937d-84e0-40c4-9af3-7c13939e1814::" providerId="AD" clId="Web-{FA7CE110-92A3-92C7-45DA-1740071A6006}" dt="2025-06-07T01:54:32.087" v="44" actId="20577"/>
        <pc:sldMkLst>
          <pc:docMk/>
          <pc:sldMk cId="0" sldId="257"/>
        </pc:sldMkLst>
        <pc:spChg chg="mod">
          <ac:chgData name="Guest User" userId="S::urn:spo:tenantanon#efda937d-84e0-40c4-9af3-7c13939e1814::" providerId="AD" clId="Web-{FA7CE110-92A3-92C7-45DA-1740071A6006}" dt="2025-06-07T01:54:32.087" v="44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41.466" v="35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53.013" v="37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42.748" v="42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15.451" v="39" actId="20577"/>
          <ac:spMkLst>
            <pc:docMk/>
            <pc:sldMk cId="0" sldId="257"/>
            <ac:spMk id="38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7"/>
            <ac:spMk id="51" creationId="{A17B05B3-0594-F81F-73B9-E312A4458F6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8"/>
            <ac:spMk id="18" creationId="{7B3027A7-DAC5-DCD6-514D-8CE16A96B9A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9"/>
            <ac:spMk id="17" creationId="{17D831A0-7C01-707A-4C80-74428957F38C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0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0"/>
            <ac:spMk id="35" creationId="{5BB8C59D-A84F-B76A-AF74-E2C7C1AB8825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1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1"/>
            <ac:spMk id="15" creationId="{2D5696C4-FCF8-BCC3-0465-6143C8706BF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2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2"/>
            <ac:spMk id="18" creationId="{31E22B1B-04BE-C61A-F002-C1AD09C6ADB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3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3"/>
            <ac:spMk id="18" creationId="{C6158D96-D804-DD74-9B1C-65F843FC17A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4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4"/>
            <ac:spMk id="29" creationId="{BC86B100-FCAB-32FB-01C6-2F12FBCE34D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5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5"/>
            <ac:spMk id="22" creationId="{05024533-8989-7596-7E39-926CC3164904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6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6"/>
            <ac:spMk id="26" creationId="{FAC103A1-4B09-675D-A37A-19459355F868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7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7"/>
            <ac:spMk id="18" creationId="{668A2F5C-FF54-A66F-5D12-D192F5B56910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8"/>
            <ac:spMk id="15" creationId="{7287FD4E-C786-B09B-663B-82A1E1EE551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9"/>
            <ac:spMk id="7" creationId="{2158483B-0401-A966-5BCC-93F23D71CED0}"/>
          </ac:spMkLst>
        </pc:spChg>
      </pc:sldChg>
      <pc:sldMasterChg chg="mod modSldLayout">
        <pc:chgData name="Guest User" userId="S::urn:spo:tenantanon#efda937d-84e0-40c4-9af3-7c13939e1814::" providerId="AD" clId="Web-{FA7CE110-92A3-92C7-45DA-1740071A6006}" dt="2025-06-07T01:51:05.246" v="20"/>
        <pc:sldMasterMkLst>
          <pc:docMk/>
          <pc:sldMasterMk cId="0" sldId="2147483648"/>
        </pc:sldMasterMkLst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rishnaraj Rao" userId="S::krishnaraj@devappsys.com::a83542c9-5cf2-493e-a756-14c8b4a74310" providerId="AD" clId="Web-{6EE5FFB5-FA97-431F-A702-10D5039EA187}"/>
    <pc:docChg chg="addSld delSld modSld sldOrd">
      <pc:chgData name="Krishnaraj Rao" userId="S::krishnaraj@devappsys.com::a83542c9-5cf2-493e-a756-14c8b4a74310" providerId="AD" clId="Web-{6EE5FFB5-FA97-431F-A702-10D5039EA187}" dt="2025-06-07T07:39:16.444" v="1033"/>
      <pc:docMkLst>
        <pc:docMk/>
      </pc:docMkLst>
      <pc:sldChg chg="modSp">
        <pc:chgData name="Krishnaraj Rao" userId="S::krishnaraj@devappsys.com::a83542c9-5cf2-493e-a756-14c8b4a74310" providerId="AD" clId="Web-{6EE5FFB5-FA97-431F-A702-10D5039EA187}" dt="2025-06-07T07:27:05.040" v="942" actId="20577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6EE5FFB5-FA97-431F-A702-10D5039EA187}" dt="2025-06-07T07:27:05.040" v="942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EE5FFB5-FA97-431F-A702-10D5039EA187}" dt="2025-06-07T06:54:40.138" v="485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EE5FFB5-FA97-431F-A702-10D5039EA187}" dt="2025-06-07T05:48:26.761" v="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06.450" v="17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61" v="2"/>
          <ac:spMkLst>
            <pc:docMk/>
            <pc:sldMk cId="0" sldId="257"/>
            <ac:spMk id="2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4:40.138" v="485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4"/>
          <ac:spMkLst>
            <pc:docMk/>
            <pc:sldMk cId="0" sldId="257"/>
            <ac:spMk id="2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5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7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8"/>
          <ac:spMkLst>
            <pc:docMk/>
            <pc:sldMk cId="0" sldId="257"/>
            <ac:spMk id="3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17.919" v="20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0"/>
          <ac:spMkLst>
            <pc:docMk/>
            <pc:sldMk cId="0" sldId="257"/>
            <ac:spMk id="4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23.122" v="22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2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964" v="13"/>
          <ac:spMkLst>
            <pc:docMk/>
            <pc:sldMk cId="0" sldId="257"/>
            <ac:spMk id="48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5:54:54.601" v="71" actId="20577"/>
        <pc:sldMkLst>
          <pc:docMk/>
          <pc:sldMk cId="0" sldId="258"/>
        </pc:sldMkLst>
        <pc:spChg chg="mod">
          <ac:chgData name="Krishnaraj Rao" userId="S::krishnaraj@devappsys.com::a83542c9-5cf2-493e-a756-14c8b4a74310" providerId="AD" clId="Web-{6EE5FFB5-FA97-431F-A702-10D5039EA187}" dt="2025-06-07T05:54:54.601" v="71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0:15.983" v="32" actId="1076"/>
          <ac:spMkLst>
            <pc:docMk/>
            <pc:sldMk cId="0" sldId="25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3:22.455" v="55"/>
          <ac:spMkLst>
            <pc:docMk/>
            <pc:sldMk cId="0" sldId="258"/>
            <ac:spMk id="13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0:06.202" v="31"/>
          <ac:spMkLst>
            <pc:docMk/>
            <pc:sldMk cId="0" sldId="258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2:01.985" v="43" actId="107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 add del">
        <pc:chgData name="Krishnaraj Rao" userId="S::krishnaraj@devappsys.com::a83542c9-5cf2-493e-a756-14c8b4a74310" providerId="AD" clId="Web-{6EE5FFB5-FA97-431F-A702-10D5039EA187}" dt="2025-06-07T06:39:01.396" v="334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6EE5FFB5-FA97-431F-A702-10D5039EA187}" dt="2025-06-07T06:32:38.889" v="302"/>
          <ac:spMkLst>
            <pc:docMk/>
            <pc:sldMk cId="0" sldId="259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34:48.282" v="323" actId="20577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6:33:57.906" v="312"/>
          <ac:spMkLst>
            <pc:docMk/>
            <pc:sldMk cId="0" sldId="259"/>
            <ac:spMk id="13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EE5FFB5-FA97-431F-A702-10D5039EA187}" dt="2025-06-07T06:38:58.849" v="333"/>
          <ac:spMkLst>
            <pc:docMk/>
            <pc:sldMk cId="0" sldId="259"/>
            <ac:spMk id="14" creationId="{00000000-0000-0000-0000-000000000000}"/>
          </ac:spMkLst>
        </pc:spChg>
        <pc:grpChg chg="del mod">
          <ac:chgData name="Krishnaraj Rao" userId="S::krishnaraj@devappsys.com::a83542c9-5cf2-493e-a756-14c8b4a74310" providerId="AD" clId="Web-{6EE5FFB5-FA97-431F-A702-10D5039EA187}" dt="2025-06-07T06:34:08.203" v="315"/>
          <ac:grpSpMkLst>
            <pc:docMk/>
            <pc:sldMk cId="0" sldId="259"/>
            <ac:grpSpMk id="5" creationId="{00000000-0000-0000-0000-000000000000}"/>
          </ac:grpSpMkLst>
        </pc:grpChg>
        <pc:grpChg chg="del">
          <ac:chgData name="Krishnaraj Rao" userId="S::krishnaraj@devappsys.com::a83542c9-5cf2-493e-a756-14c8b4a74310" providerId="AD" clId="Web-{6EE5FFB5-FA97-431F-A702-10D5039EA187}" dt="2025-06-07T06:32:40.420" v="303"/>
          <ac:grpSpMkLst>
            <pc:docMk/>
            <pc:sldMk cId="0" sldId="259"/>
            <ac:grpSpMk id="7" creationId="{00000000-0000-0000-0000-000000000000}"/>
          </ac:grpSpMkLst>
        </pc:grpChg>
        <pc:picChg chg="add del mod">
          <ac:chgData name="Krishnaraj Rao" userId="S::krishnaraj@devappsys.com::a83542c9-5cf2-493e-a756-14c8b4a74310" providerId="AD" clId="Web-{6EE5FFB5-FA97-431F-A702-10D5039EA187}" dt="2025-06-07T06:33:12.562" v="306"/>
          <ac:picMkLst>
            <pc:docMk/>
            <pc:sldMk cId="0" sldId="259"/>
            <ac:picMk id="15" creationId="{A5F09E1F-B94D-CF10-0339-42869DFD4B6C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5:30.845" v="324"/>
          <ac:picMkLst>
            <pc:docMk/>
            <pc:sldMk cId="0" sldId="259"/>
            <ac:picMk id="16" creationId="{11C996E2-76DC-3210-5EAB-41284963AF19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9:01.396" v="334"/>
          <ac:picMkLst>
            <pc:docMk/>
            <pc:sldMk cId="0" sldId="259"/>
            <ac:picMk id="17" creationId="{19740CE3-C360-7535-5DA7-CC40B350C4AD}"/>
          </ac:picMkLst>
        </pc:picChg>
      </pc:sldChg>
      <pc:sldChg chg="del ord">
        <pc:chgData name="Krishnaraj Rao" userId="S::krishnaraj@devappsys.com::a83542c9-5cf2-493e-a756-14c8b4a74310" providerId="AD" clId="Web-{6EE5FFB5-FA97-431F-A702-10D5039EA187}" dt="2025-06-07T06:58:06.079" v="503"/>
        <pc:sldMkLst>
          <pc:docMk/>
          <pc:sldMk cId="0" sldId="260"/>
        </pc:sldMkLst>
      </pc:sldChg>
      <pc:sldChg chg="del">
        <pc:chgData name="Krishnaraj Rao" userId="S::krishnaraj@devappsys.com::a83542c9-5cf2-493e-a756-14c8b4a74310" providerId="AD" clId="Web-{6EE5FFB5-FA97-431F-A702-10D5039EA187}" dt="2025-06-07T06:58:02.360" v="502"/>
        <pc:sldMkLst>
          <pc:docMk/>
          <pc:sldMk cId="0" sldId="261"/>
        </pc:sldMkLst>
      </pc:sldChg>
      <pc:sldChg chg="del">
        <pc:chgData name="Krishnaraj Rao" userId="S::krishnaraj@devappsys.com::a83542c9-5cf2-493e-a756-14c8b4a74310" providerId="AD" clId="Web-{6EE5FFB5-FA97-431F-A702-10D5039EA187}" dt="2025-06-07T06:58:06.438" v="504"/>
        <pc:sldMkLst>
          <pc:docMk/>
          <pc:sldMk cId="0" sldId="262"/>
        </pc:sldMkLst>
      </pc:sldChg>
      <pc:sldChg chg="delSp modSp del">
        <pc:chgData name="Krishnaraj Rao" userId="S::krishnaraj@devappsys.com::a83542c9-5cf2-493e-a756-14c8b4a74310" providerId="AD" clId="Web-{6EE5FFB5-FA97-431F-A702-10D5039EA187}" dt="2025-06-07T07:02:59.334" v="566"/>
        <pc:sldMkLst>
          <pc:docMk/>
          <pc:sldMk cId="0" sldId="263"/>
        </pc:sldMkLst>
        <pc:spChg chg="mod">
          <ac:chgData name="Krishnaraj Rao" userId="S::krishnaraj@devappsys.com::a83542c9-5cf2-493e-a756-14c8b4a74310" providerId="AD" clId="Web-{6EE5FFB5-FA97-431F-A702-10D5039EA187}" dt="2025-06-07T06:59:52.581" v="529" actId="14100"/>
          <ac:spMkLst>
            <pc:docMk/>
            <pc:sldMk cId="0" sldId="263"/>
            <ac:spMk id="6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02:38.381" v="565" actId="20577"/>
          <ac:spMkLst>
            <pc:docMk/>
            <pc:sldMk cId="0" sldId="263"/>
            <ac:spMk id="8" creationId="{00000000-0000-0000-0000-000000000000}"/>
          </ac:spMkLst>
        </pc:spChg>
        <pc:spChg chg="del mod topLvl">
          <ac:chgData name="Krishnaraj Rao" userId="S::krishnaraj@devappsys.com::a83542c9-5cf2-493e-a756-14c8b4a74310" providerId="AD" clId="Web-{6EE5FFB5-FA97-431F-A702-10D5039EA187}" dt="2025-06-07T06:59:00.127" v="511"/>
          <ac:spMkLst>
            <pc:docMk/>
            <pc:sldMk cId="0" sldId="263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8.096" v="510"/>
          <ac:spMkLst>
            <pc:docMk/>
            <pc:sldMk cId="0" sldId="263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6.080" v="509"/>
          <ac:spMkLst>
            <pc:docMk/>
            <pc:sldMk cId="0" sldId="263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4.236" v="50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1.392" v="507"/>
          <ac:spMkLst>
            <pc:docMk/>
            <pc:sldMk cId="0" sldId="263"/>
            <ac:spMk id="1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6:59:00.127" v="511"/>
          <ac:grpSpMkLst>
            <pc:docMk/>
            <pc:sldMk cId="0" sldId="263"/>
            <ac:grpSpMk id="7" creationId="{00000000-0000-0000-0000-000000000000}"/>
          </ac:grpSpMkLst>
        </pc:grpChg>
      </pc:sldChg>
      <pc:sldChg chg="del">
        <pc:chgData name="Krishnaraj Rao" userId="S::krishnaraj@devappsys.com::a83542c9-5cf2-493e-a756-14c8b4a74310" providerId="AD" clId="Web-{6EE5FFB5-FA97-431F-A702-10D5039EA187}" dt="2025-06-07T07:08:17.606" v="627"/>
        <pc:sldMkLst>
          <pc:docMk/>
          <pc:sldMk cId="0" sldId="264"/>
        </pc:sldMkLst>
      </pc:sldChg>
      <pc:sldChg chg="modSp">
        <pc:chgData name="Krishnaraj Rao" userId="S::krishnaraj@devappsys.com::a83542c9-5cf2-493e-a756-14c8b4a74310" providerId="AD" clId="Web-{6EE5FFB5-FA97-431F-A702-10D5039EA187}" dt="2025-06-07T07:22:48.957" v="898" actId="20577"/>
        <pc:sldMkLst>
          <pc:docMk/>
          <pc:sldMk cId="0" sldId="265"/>
        </pc:sldMkLst>
        <pc:spChg chg="mod">
          <ac:chgData name="Krishnaraj Rao" userId="S::krishnaraj@devappsys.com::a83542c9-5cf2-493e-a756-14c8b4a74310" providerId="AD" clId="Web-{6EE5FFB5-FA97-431F-A702-10D5039EA187}" dt="2025-06-07T07:11:42.657" v="646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2:39.486" v="655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2:48.957" v="898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4:02.535" v="684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8"/>
          <ac:spMkLst>
            <pc:docMk/>
            <pc:sldMk cId="0" sldId="265"/>
            <ac:spMk id="9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9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2"/>
          <ac:spMkLst>
            <pc:docMk/>
            <pc:sldMk cId="0" sldId="265"/>
            <ac:spMk id="1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97" v="84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8:49.732" v="629" actId="20577"/>
          <ac:spMkLst>
            <pc:docMk/>
            <pc:sldMk cId="0" sldId="265"/>
            <ac:spMk id="15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24:47.568" v="934" actId="1076"/>
        <pc:sldMkLst>
          <pc:docMk/>
          <pc:sldMk cId="0" sldId="266"/>
        </pc:sldMkLst>
        <pc:spChg chg="del mod">
          <ac:chgData name="Krishnaraj Rao" userId="S::krishnaraj@devappsys.com::a83542c9-5cf2-493e-a756-14c8b4a74310" providerId="AD" clId="Web-{6EE5FFB5-FA97-431F-A702-10D5039EA187}" dt="2025-06-07T07:23:40.583" v="913"/>
          <ac:spMkLst>
            <pc:docMk/>
            <pc:sldMk cId="0" sldId="266"/>
            <ac:spMk id="19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24:47.568" v="934" actId="1076"/>
          <ac:spMkLst>
            <pc:docMk/>
            <pc:sldMk cId="0" sldId="266"/>
            <ac:spMk id="21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3:19.926" v="909"/>
          <ac:spMkLst>
            <pc:docMk/>
            <pc:sldMk cId="0" sldId="266"/>
            <ac:spMk id="22" creationId="{00000000-0000-0000-0000-000000000000}"/>
          </ac:spMkLst>
        </pc:spChg>
        <pc:spChg chg="del topLvl">
          <ac:chgData name="Krishnaraj Rao" userId="S::krishnaraj@devappsys.com::a83542c9-5cf2-493e-a756-14c8b4a74310" providerId="AD" clId="Web-{6EE5FFB5-FA97-431F-A702-10D5039EA187}" dt="2025-06-07T07:23:21.598" v="910"/>
          <ac:spMkLst>
            <pc:docMk/>
            <pc:sldMk cId="0" sldId="266"/>
            <ac:spMk id="2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7:23:21.598" v="910"/>
          <ac:grpSpMkLst>
            <pc:docMk/>
            <pc:sldMk cId="0" sldId="266"/>
            <ac:grpSpMk id="20" creationId="{00000000-0000-0000-0000-000000000000}"/>
          </ac:grpSpMkLst>
        </pc:grpChg>
      </pc:sldChg>
      <pc:sldChg chg="modSp">
        <pc:chgData name="Krishnaraj Rao" userId="S::krishnaraj@devappsys.com::a83542c9-5cf2-493e-a756-14c8b4a74310" providerId="AD" clId="Web-{6EE5FFB5-FA97-431F-A702-10D5039EA187}" dt="2025-06-07T07:28:34.807" v="976" actId="20577"/>
        <pc:sldMkLst>
          <pc:docMk/>
          <pc:sldMk cId="0" sldId="267"/>
        </pc:sldMkLst>
        <pc:spChg chg="mod">
          <ac:chgData name="Krishnaraj Rao" userId="S::krishnaraj@devappsys.com::a83542c9-5cf2-493e-a756-14c8b4a74310" providerId="AD" clId="Web-{6EE5FFB5-FA97-431F-A702-10D5039EA187}" dt="2025-06-07T07:27:56.916" v="948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12.807" v="957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34.807" v="976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25.666" v="968" actId="20577"/>
          <ac:spMkLst>
            <pc:docMk/>
            <pc:sldMk cId="0" sldId="267"/>
            <ac:spMk id="7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39:16.444" v="1033"/>
        <pc:sldMkLst>
          <pc:docMk/>
          <pc:sldMk cId="0" sldId="268"/>
        </pc:sldMkLst>
        <pc:spChg chg="del mod">
          <ac:chgData name="Krishnaraj Rao" userId="S::krishnaraj@devappsys.com::a83542c9-5cf2-493e-a756-14c8b4a74310" providerId="AD" clId="Web-{6EE5FFB5-FA97-431F-A702-10D5039EA187}" dt="2025-06-07T07:39:09.710" v="1030"/>
          <ac:spMkLst>
            <pc:docMk/>
            <pc:sldMk cId="0" sldId="268"/>
            <ac:spMk id="6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9:33.871" v="978"/>
          <ac:spMkLst>
            <pc:docMk/>
            <pc:sldMk cId="0" sldId="268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32:43.406" v="1028" actId="20577"/>
          <ac:spMkLst>
            <pc:docMk/>
            <pc:sldMk cId="0" sldId="26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6.444" v="1033"/>
          <ac:spMkLst>
            <pc:docMk/>
            <pc:sldMk cId="0" sldId="268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1.132" v="1031"/>
          <ac:spMkLst>
            <pc:docMk/>
            <pc:sldMk cId="0" sldId="268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4.241" v="1032"/>
          <ac:spMkLst>
            <pc:docMk/>
            <pc:sldMk cId="0" sldId="268"/>
            <ac:spMk id="12" creationId="{00000000-0000-0000-0000-000000000000}"/>
          </ac:spMkLst>
        </pc:spChg>
      </pc:sldChg>
      <pc:sldChg chg="addSp modSp add del replId">
        <pc:chgData name="Krishnaraj Rao" userId="S::krishnaraj@devappsys.com::a83542c9-5cf2-493e-a756-14c8b4a74310" providerId="AD" clId="Web-{6EE5FFB5-FA97-431F-A702-10D5039EA187}" dt="2025-06-07T06:56:40.249" v="501"/>
        <pc:sldMkLst>
          <pc:docMk/>
          <pc:sldMk cId="2009292532" sldId="270"/>
        </pc:sldMkLst>
        <pc:spChg chg="mod">
          <ac:chgData name="Krishnaraj Rao" userId="S::krishnaraj@devappsys.com::a83542c9-5cf2-493e-a756-14c8b4a74310" providerId="AD" clId="Web-{6EE5FFB5-FA97-431F-A702-10D5039EA187}" dt="2025-06-07T06:04:13.987" v="154" actId="14100"/>
          <ac:spMkLst>
            <pc:docMk/>
            <pc:sldMk cId="2009292532" sldId="270"/>
            <ac:spMk id="5" creationId="{3C034509-A163-54FF-33EF-A5317C50E181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5:06.779" v="500" actId="20577"/>
          <ac:spMkLst>
            <pc:docMk/>
            <pc:sldMk cId="2009292532" sldId="270"/>
            <ac:spMk id="9" creationId="{A5613FCB-0CCD-CED3-C4BF-22EDAD66F491}"/>
          </ac:spMkLst>
        </pc:spChg>
        <pc:graphicFrameChg chg="add mod modGraphic">
          <ac:chgData name="Krishnaraj Rao" userId="S::krishnaraj@devappsys.com::a83542c9-5cf2-493e-a756-14c8b4a74310" providerId="AD" clId="Web-{6EE5FFB5-FA97-431F-A702-10D5039EA187}" dt="2025-06-07T06:04:17.315" v="155"/>
          <ac:graphicFrameMkLst>
            <pc:docMk/>
            <pc:sldMk cId="2009292532" sldId="270"/>
            <ac:graphicFrameMk id="14" creationId="{B004AC6C-DBF2-F92D-5B0F-776E75526CE0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25:32.985" v="3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EE5FFB5-FA97-431F-A702-10D5039EA187}" dt="2025-06-07T06:25:32.985" v="301" actId="20577"/>
          <ac:spMkLst>
            <pc:docMk/>
            <pc:sldMk cId="2287379508" sldId="271"/>
            <ac:spMk id="5" creationId="{011B476D-250C-9356-4E61-619F8DF47597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09:07.430" v="169" actId="20577"/>
          <ac:spMkLst>
            <pc:docMk/>
            <pc:sldMk cId="2287379508" sldId="271"/>
            <ac:spMk id="9" creationId="{12B9693A-628F-8041-7BC9-5F1E902449D1}"/>
          </ac:spMkLst>
        </pc:spChg>
        <pc:grpChg chg="mod">
          <ac:chgData name="Krishnaraj Rao" userId="S::krishnaraj@devappsys.com::a83542c9-5cf2-493e-a756-14c8b4a74310" providerId="AD" clId="Web-{6EE5FFB5-FA97-431F-A702-10D5039EA187}" dt="2025-06-07T06:14:33.858" v="224" actId="14100"/>
          <ac:grpSpMkLst>
            <pc:docMk/>
            <pc:sldMk cId="2287379508" sldId="271"/>
            <ac:grpSpMk id="4" creationId="{DBC1F9EA-ABAE-A6CC-DD7F-74AFBC992DF6}"/>
          </ac:grpSpMkLst>
        </pc:grpChg>
        <pc:graphicFrameChg chg="add del mod modGraphic">
          <ac:chgData name="Krishnaraj Rao" userId="S::krishnaraj@devappsys.com::a83542c9-5cf2-493e-a756-14c8b4a74310" providerId="AD" clId="Web-{6EE5FFB5-FA97-431F-A702-10D5039EA187}" dt="2025-06-07T06:10:28.166" v="194"/>
          <ac:graphicFrameMkLst>
            <pc:docMk/>
            <pc:sldMk cId="2287379508" sldId="271"/>
            <ac:graphicFrameMk id="14" creationId="{4BA22D0A-9425-D34C-A5CF-8AF270F32586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40:00.819" v="347" actId="14100"/>
        <pc:sldMkLst>
          <pc:docMk/>
          <pc:sldMk cId="1378273258" sldId="272"/>
        </pc:sldMkLst>
        <pc:spChg chg="mod">
          <ac:chgData name="Krishnaraj Rao" userId="S::krishnaraj@devappsys.com::a83542c9-5cf2-493e-a756-14c8b4a74310" providerId="AD" clId="Web-{6EE5FFB5-FA97-431F-A702-10D5039EA187}" dt="2025-06-07T06:39:33.084" v="340" actId="20577"/>
          <ac:spMkLst>
            <pc:docMk/>
            <pc:sldMk cId="1378273258" sldId="272"/>
            <ac:spMk id="12" creationId="{C4829F24-53C2-7E91-0A22-DF71521DA44E}"/>
          </ac:spMkLst>
        </pc:spChg>
        <pc:picChg chg="add mod">
          <ac:chgData name="Krishnaraj Rao" userId="S::krishnaraj@devappsys.com::a83542c9-5cf2-493e-a756-14c8b4a74310" providerId="AD" clId="Web-{6EE5FFB5-FA97-431F-A702-10D5039EA187}" dt="2025-06-07T06:40:00.819" v="347" actId="14100"/>
          <ac:picMkLst>
            <pc:docMk/>
            <pc:sldMk cId="1378273258" sldId="272"/>
            <ac:picMk id="5" creationId="{575B74C2-9033-92D4-53D3-32C64F1FBA04}"/>
          </ac:picMkLst>
        </pc:picChg>
        <pc:picChg chg="del">
          <ac:chgData name="Krishnaraj Rao" userId="S::krishnaraj@devappsys.com::a83542c9-5cf2-493e-a756-14c8b4a74310" providerId="AD" clId="Web-{6EE5FFB5-FA97-431F-A702-10D5039EA187}" dt="2025-06-07T06:39:21.475" v="336"/>
          <ac:picMkLst>
            <pc:docMk/>
            <pc:sldMk cId="1378273258" sldId="272"/>
            <ac:picMk id="17" creationId="{AFBD2102-0E6D-A010-3B92-D628D7C084C0}"/>
          </ac:picMkLst>
        </pc:picChg>
      </pc:sldChg>
      <pc:sldChg chg="modSp add ord replId">
        <pc:chgData name="Krishnaraj Rao" userId="S::krishnaraj@devappsys.com::a83542c9-5cf2-493e-a756-14c8b4a74310" providerId="AD" clId="Web-{6EE5FFB5-FA97-431F-A702-10D5039EA187}" dt="2025-06-07T06:53:08.587" v="483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EE5FFB5-FA97-431F-A702-10D5039EA187}" dt="2025-06-07T06:53:08.587" v="483" actId="14100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42:10.150" v="359" actId="20577"/>
          <ac:spMkLst>
            <pc:docMk/>
            <pc:sldMk cId="3480894903" sldId="273"/>
            <ac:spMk id="9" creationId="{7D9BE6DE-92DA-FBB6-6EB2-8744095645C4}"/>
          </ac:spMkLst>
        </pc:spChg>
      </pc:sldChg>
      <pc:sldChg chg="modSp add replId">
        <pc:chgData name="Krishnaraj Rao" userId="S::krishnaraj@devappsys.com::a83542c9-5cf2-493e-a756-14c8b4a74310" providerId="AD" clId="Web-{6EE5FFB5-FA97-431F-A702-10D5039EA187}" dt="2025-06-07T07:07:15.542" v="626" actId="20577"/>
        <pc:sldMkLst>
          <pc:docMk/>
          <pc:sldMk cId="4199602133" sldId="274"/>
        </pc:sldMkLst>
        <pc:spChg chg="mod">
          <ac:chgData name="Krishnaraj Rao" userId="S::krishnaraj@devappsys.com::a83542c9-5cf2-493e-a756-14c8b4a74310" providerId="AD" clId="Web-{6EE5FFB5-FA97-431F-A702-10D5039EA187}" dt="2025-06-07T07:07:15.542" v="626" actId="20577"/>
          <ac:spMkLst>
            <pc:docMk/>
            <pc:sldMk cId="4199602133" sldId="274"/>
            <ac:spMk id="5" creationId="{66866F3C-D8F5-A241-1384-65477A6EB3F9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3:50.789" v="591" actId="20577"/>
          <ac:spMkLst>
            <pc:docMk/>
            <pc:sldMk cId="4199602133" sldId="274"/>
            <ac:spMk id="9" creationId="{2B29D00A-A1AD-8ACA-5944-6D82A9647AE7}"/>
          </ac:spMkLst>
        </pc:spChg>
      </pc:sldChg>
    </pc:docChg>
  </pc:docChgLst>
  <pc:docChgLst>
    <pc:chgData name="suhas shetty" userId="S::suhas@devappsys.com::0b8a8c61-01d1-4dc3-a283-e89a57431e1e" providerId="AD" clId="Web-{C229F99B-91FC-4CCB-AA17-9B031DDDE57D}"/>
    <pc:docChg chg="modSld">
      <pc:chgData name="suhas shetty" userId="S::suhas@devappsys.com::0b8a8c61-01d1-4dc3-a283-e89a57431e1e" providerId="AD" clId="Web-{C229F99B-91FC-4CCB-AA17-9B031DDDE57D}" dt="2025-06-07T10:24:52.588" v="62" actId="1076"/>
      <pc:docMkLst>
        <pc:docMk/>
      </pc:docMkLst>
      <pc:sldChg chg="delSp">
        <pc:chgData name="suhas shetty" userId="S::suhas@devappsys.com::0b8a8c61-01d1-4dc3-a283-e89a57431e1e" providerId="AD" clId="Web-{C229F99B-91FC-4CCB-AA17-9B031DDDE57D}" dt="2025-06-07T10:21:54.211" v="46"/>
        <pc:sldMkLst>
          <pc:docMk/>
          <pc:sldMk cId="0" sldId="256"/>
        </pc:sldMkLst>
        <pc:spChg chg="del">
          <ac:chgData name="suhas shetty" userId="S::suhas@devappsys.com::0b8a8c61-01d1-4dc3-a283-e89a57431e1e" providerId="AD" clId="Web-{C229F99B-91FC-4CCB-AA17-9B031DDDE57D}" dt="2025-06-07T10:21:54.211" v="46"/>
          <ac:spMkLst>
            <pc:docMk/>
            <pc:sldMk cId="0" sldId="256"/>
            <ac:spMk id="5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1:50.883" v="45"/>
          <ac:spMkLst>
            <pc:docMk/>
            <pc:sldMk cId="0" sldId="256"/>
            <ac:spMk id="6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3:28.806" v="49"/>
        <pc:sldMkLst>
          <pc:docMk/>
          <pc:sldMk cId="0" sldId="257"/>
        </pc:sldMkLst>
        <pc:spChg chg="del">
          <ac:chgData name="suhas shetty" userId="S::suhas@devappsys.com::0b8a8c61-01d1-4dc3-a283-e89a57431e1e" providerId="AD" clId="Web-{C229F99B-91FC-4CCB-AA17-9B031DDDE57D}" dt="2025-06-07T10:23:28.806" v="49"/>
          <ac:spMkLst>
            <pc:docMk/>
            <pc:sldMk cId="0" sldId="257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6.931" v="48"/>
          <ac:spMkLst>
            <pc:docMk/>
            <pc:sldMk cId="0" sldId="257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4.306" v="47"/>
          <ac:spMkLst>
            <pc:docMk/>
            <pc:sldMk cId="0" sldId="257"/>
            <ac:spMk id="6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3:49.228" v="54" actId="1076"/>
        <pc:sldMkLst>
          <pc:docMk/>
          <pc:sldMk cId="0" sldId="258"/>
        </pc:sldMkLst>
        <pc:spChg chg="mod">
          <ac:chgData name="suhas shetty" userId="S::suhas@devappsys.com::0b8a8c61-01d1-4dc3-a283-e89a57431e1e" providerId="AD" clId="Web-{C229F99B-91FC-4CCB-AA17-9B031DDDE57D}" dt="2025-06-07T10:23:43.634" v="53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23:49.228" v="54" actId="1076"/>
          <ac:spMkLst>
            <pc:docMk/>
            <pc:sldMk cId="0" sldId="25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7.462" v="51"/>
          <ac:spMkLst>
            <pc:docMk/>
            <pc:sldMk cId="0" sldId="258"/>
            <ac:spMk id="10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8.712" v="52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6.650" v="50"/>
          <ac:spMkLst>
            <pc:docMk/>
            <pc:sldMk cId="0" sldId="258"/>
            <ac:spMk id="15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20.003" v="10" actId="1076"/>
        <pc:sldMkLst>
          <pc:docMk/>
          <pc:sldMk cId="0" sldId="259"/>
        </pc:sldMkLst>
        <pc:spChg chg="del">
          <ac:chgData name="suhas shetty" userId="S::suhas@devappsys.com::0b8a8c61-01d1-4dc3-a283-e89a57431e1e" providerId="AD" clId="Web-{C229F99B-91FC-4CCB-AA17-9B031DDDE57D}" dt="2025-06-07T10:17:14.878" v="8"/>
          <ac:spMkLst>
            <pc:docMk/>
            <pc:sldMk cId="0" sldId="259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7:16.190" v="9"/>
          <ac:spMkLst>
            <pc:docMk/>
            <pc:sldMk cId="0" sldId="259"/>
            <ac:spMk id="3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17:20.003" v="10" actId="1076"/>
          <ac:spMkLst>
            <pc:docMk/>
            <pc:sldMk cId="0" sldId="259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52.588" v="62" actId="1076"/>
        <pc:sldMkLst>
          <pc:docMk/>
          <pc:sldMk cId="0" sldId="265"/>
        </pc:sldMkLst>
        <pc:spChg chg="mod">
          <ac:chgData name="suhas shetty" userId="S::suhas@devappsys.com::0b8a8c61-01d1-4dc3-a283-e89a57431e1e" providerId="AD" clId="Web-{C229F99B-91FC-4CCB-AA17-9B031DDDE57D}" dt="2025-06-07T10:24:52.588" v="62" actId="1076"/>
          <ac:spMkLst>
            <pc:docMk/>
            <pc:sldMk cId="0" sldId="265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8:13.207" v="20"/>
          <ac:spMkLst>
            <pc:docMk/>
            <pc:sldMk cId="0" sldId="265"/>
            <ac:spMk id="3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8:32.348" v="23" actId="1076"/>
          <ac:grpSpMkLst>
            <pc:docMk/>
            <pc:sldMk cId="0" sldId="265"/>
            <ac:grpSpMk id="16" creationId="{00000000-0000-0000-0000-000000000000}"/>
          </ac:grpSpMkLst>
        </pc:grpChg>
      </pc:sldChg>
      <pc:sldChg chg="delSp modSp">
        <pc:chgData name="suhas shetty" userId="S::suhas@devappsys.com::0b8a8c61-01d1-4dc3-a283-e89a57431e1e" providerId="AD" clId="Web-{C229F99B-91FC-4CCB-AA17-9B031DDDE57D}" dt="2025-06-07T10:19:32.458" v="32" actId="1076"/>
        <pc:sldMkLst>
          <pc:docMk/>
          <pc:sldMk cId="0" sldId="266"/>
        </pc:sldMkLst>
        <pc:spChg chg="del">
          <ac:chgData name="suhas shetty" userId="S::suhas@devappsys.com::0b8a8c61-01d1-4dc3-a283-e89a57431e1e" providerId="AD" clId="Web-{C229F99B-91FC-4CCB-AA17-9B031DDDE57D}" dt="2025-06-07T10:19:10.660" v="30"/>
          <ac:spMkLst>
            <pc:docMk/>
            <pc:sldMk cId="0" sldId="266"/>
            <ac:spMk id="4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9:32.458" v="32" actId="1076"/>
          <ac:grpSpMkLst>
            <pc:docMk/>
            <pc:sldMk cId="0" sldId="266"/>
            <ac:grpSpMk id="5" creationId="{00000000-0000-0000-0000-000000000000}"/>
          </ac:grpSpMkLst>
        </pc:grpChg>
      </pc:sldChg>
      <pc:sldChg chg="delSp">
        <pc:chgData name="suhas shetty" userId="S::suhas@devappsys.com::0b8a8c61-01d1-4dc3-a283-e89a57431e1e" providerId="AD" clId="Web-{C229F99B-91FC-4CCB-AA17-9B031DDDE57D}" dt="2025-06-07T10:19:49.678" v="36"/>
        <pc:sldMkLst>
          <pc:docMk/>
          <pc:sldMk cId="0" sldId="267"/>
        </pc:sldMkLst>
        <pc:spChg chg="del">
          <ac:chgData name="suhas shetty" userId="S::suhas@devappsys.com::0b8a8c61-01d1-4dc3-a283-e89a57431e1e" providerId="AD" clId="Web-{C229F99B-91FC-4CCB-AA17-9B031DDDE57D}" dt="2025-06-07T10:19:49.678" v="36"/>
          <ac:spMkLst>
            <pc:docMk/>
            <pc:sldMk cId="0" sldId="267"/>
            <ac:spMk id="9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7.725" v="34"/>
          <ac:spMkLst>
            <pc:docMk/>
            <pc:sldMk cId="0" sldId="267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6.866" v="33"/>
          <ac:spMkLst>
            <pc:docMk/>
            <pc:sldMk cId="0" sldId="267"/>
            <ac:spMk id="1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8.459" v="35"/>
          <ac:spMkLst>
            <pc:docMk/>
            <pc:sldMk cId="0" sldId="267"/>
            <ac:spMk id="13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0:00.241" v="38"/>
        <pc:sldMkLst>
          <pc:docMk/>
          <pc:sldMk cId="0" sldId="268"/>
        </pc:sldMkLst>
        <pc:spChg chg="del">
          <ac:chgData name="suhas shetty" userId="S::suhas@devappsys.com::0b8a8c61-01d1-4dc3-a283-e89a57431e1e" providerId="AD" clId="Web-{C229F99B-91FC-4CCB-AA17-9B031DDDE57D}" dt="2025-06-07T10:20:00.241" v="38"/>
          <ac:spMkLst>
            <pc:docMk/>
            <pc:sldMk cId="0" sldId="26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59.459" v="37"/>
          <ac:spMkLst>
            <pc:docMk/>
            <pc:sldMk cId="0" sldId="268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1:31.258" v="44"/>
        <pc:sldMkLst>
          <pc:docMk/>
          <pc:sldMk cId="2287379508" sldId="271"/>
        </pc:sldMkLst>
        <pc:spChg chg="mod">
          <ac:chgData name="suhas shetty" userId="S::suhas@devappsys.com::0b8a8c61-01d1-4dc3-a283-e89a57431e1e" providerId="AD" clId="Web-{C229F99B-91FC-4CCB-AA17-9B031DDDE57D}" dt="2025-06-07T10:20:47.538" v="42" actId="1076"/>
          <ac:spMkLst>
            <pc:docMk/>
            <pc:sldMk cId="2287379508" sldId="271"/>
            <ac:spMk id="2" creationId="{3D3BC89B-198E-95E7-CAB8-49D9950B4399}"/>
          </ac:spMkLst>
        </pc:spChg>
        <pc:spChg chg="mod">
          <ac:chgData name="suhas shetty" userId="S::suhas@devappsys.com::0b8a8c61-01d1-4dc3-a283-e89a57431e1e" providerId="AD" clId="Web-{C229F99B-91FC-4CCB-AA17-9B031DDDE57D}" dt="2025-06-07T10:20:53.367" v="43" actId="1076"/>
          <ac:spMkLst>
            <pc:docMk/>
            <pc:sldMk cId="2287379508" sldId="271"/>
            <ac:spMk id="3" creationId="{8856D57A-79A1-557B-10E9-6C76D7352A37}"/>
          </ac:spMkLst>
        </pc:spChg>
        <pc:spChg chg="del">
          <ac:chgData name="suhas shetty" userId="S::suhas@devappsys.com::0b8a8c61-01d1-4dc3-a283-e89a57431e1e" providerId="AD" clId="Web-{C229F99B-91FC-4CCB-AA17-9B031DDDE57D}" dt="2025-06-07T10:20:40.054" v="40"/>
          <ac:spMkLst>
            <pc:docMk/>
            <pc:sldMk cId="2287379508" sldId="271"/>
            <ac:spMk id="10" creationId="{A77F1D4A-AE13-86BD-B20A-30354A4B13B6}"/>
          </ac:spMkLst>
        </pc:spChg>
        <pc:spChg chg="del">
          <ac:chgData name="suhas shetty" userId="S::suhas@devappsys.com::0b8a8c61-01d1-4dc3-a283-e89a57431e1e" providerId="AD" clId="Web-{C229F99B-91FC-4CCB-AA17-9B031DDDE57D}" dt="2025-06-07T10:20:41.023" v="41"/>
          <ac:spMkLst>
            <pc:docMk/>
            <pc:sldMk cId="2287379508" sldId="271"/>
            <ac:spMk id="11" creationId="{7D9990DD-66E5-E745-5C42-21C2E85EC04D}"/>
          </ac:spMkLst>
        </pc:spChg>
        <pc:spChg chg="del">
          <ac:chgData name="suhas shetty" userId="S::suhas@devappsys.com::0b8a8c61-01d1-4dc3-a283-e89a57431e1e" providerId="AD" clId="Web-{C229F99B-91FC-4CCB-AA17-9B031DDDE57D}" dt="2025-06-07T10:21:31.258" v="44"/>
          <ac:spMkLst>
            <pc:docMk/>
            <pc:sldMk cId="2287379508" sldId="271"/>
            <ac:spMk id="12" creationId="{F3427883-478C-5626-D65F-989B034D6414}"/>
          </ac:spMkLst>
        </pc:spChg>
        <pc:spChg chg="del">
          <ac:chgData name="suhas shetty" userId="S::suhas@devappsys.com::0b8a8c61-01d1-4dc3-a283-e89a57431e1e" providerId="AD" clId="Web-{C229F99B-91FC-4CCB-AA17-9B031DDDE57D}" dt="2025-06-07T10:20:38.976" v="39"/>
          <ac:spMkLst>
            <pc:docMk/>
            <pc:sldMk cId="2287379508" sldId="271"/>
            <ac:spMk id="15" creationId="{0F7430E2-3464-0EE0-2654-84F6CE365B45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17:25.753" v="12"/>
        <pc:sldMkLst>
          <pc:docMk/>
          <pc:sldMk cId="1378273258" sldId="272"/>
        </pc:sldMkLst>
        <pc:spChg chg="del">
          <ac:chgData name="suhas shetty" userId="S::suhas@devappsys.com::0b8a8c61-01d1-4dc3-a283-e89a57431e1e" providerId="AD" clId="Web-{C229F99B-91FC-4CCB-AA17-9B031DDDE57D}" dt="2025-06-07T10:17:24.831" v="11"/>
          <ac:spMkLst>
            <pc:docMk/>
            <pc:sldMk cId="1378273258" sldId="272"/>
            <ac:spMk id="2" creationId="{FECB00D7-6F62-9793-9EE2-7892B91839A6}"/>
          </ac:spMkLst>
        </pc:spChg>
        <pc:spChg chg="del">
          <ac:chgData name="suhas shetty" userId="S::suhas@devappsys.com::0b8a8c61-01d1-4dc3-a283-e89a57431e1e" providerId="AD" clId="Web-{C229F99B-91FC-4CCB-AA17-9B031DDDE57D}" dt="2025-06-07T10:17:25.753" v="12"/>
          <ac:spMkLst>
            <pc:docMk/>
            <pc:sldMk cId="1378273258" sldId="272"/>
            <ac:spMk id="3" creationId="{2B085B73-2F03-8EE5-CD60-6DAD7668EAA8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09.738" v="19"/>
        <pc:sldMkLst>
          <pc:docMk/>
          <pc:sldMk cId="3480894903" sldId="273"/>
        </pc:sldMkLst>
        <pc:spChg chg="mod">
          <ac:chgData name="suhas shetty" userId="S::suhas@devappsys.com::0b8a8c61-01d1-4dc3-a283-e89a57431e1e" providerId="AD" clId="Web-{C229F99B-91FC-4CCB-AA17-9B031DDDE57D}" dt="2025-06-07T10:17:56.800" v="16" actId="1076"/>
          <ac:spMkLst>
            <pc:docMk/>
            <pc:sldMk cId="3480894903" sldId="273"/>
            <ac:spMk id="2" creationId="{8530082D-B95D-F29E-ACD6-3E38CC643FBB}"/>
          </ac:spMkLst>
        </pc:spChg>
        <pc:spChg chg="mod">
          <ac:chgData name="suhas shetty" userId="S::suhas@devappsys.com::0b8a8c61-01d1-4dc3-a283-e89a57431e1e" providerId="AD" clId="Web-{C229F99B-91FC-4CCB-AA17-9B031DDDE57D}" dt="2025-06-07T10:18:03.238" v="18" actId="1076"/>
          <ac:spMkLst>
            <pc:docMk/>
            <pc:sldMk cId="3480894903" sldId="273"/>
            <ac:spMk id="3" creationId="{FE1EF1A6-9E58-F92B-18F6-4692677CD6AF}"/>
          </ac:spMkLst>
        </pc:spChg>
        <pc:spChg chg="del">
          <ac:chgData name="suhas shetty" userId="S::suhas@devappsys.com::0b8a8c61-01d1-4dc3-a283-e89a57431e1e" providerId="AD" clId="Web-{C229F99B-91FC-4CCB-AA17-9B031DDDE57D}" dt="2025-06-07T10:17:29.315" v="14"/>
          <ac:spMkLst>
            <pc:docMk/>
            <pc:sldMk cId="3480894903" sldId="273"/>
            <ac:spMk id="10" creationId="{8F4CDE23-BBF1-C540-D0D0-6C7DE66D4874}"/>
          </ac:spMkLst>
        </pc:spChg>
        <pc:spChg chg="del">
          <ac:chgData name="suhas shetty" userId="S::suhas@devappsys.com::0b8a8c61-01d1-4dc3-a283-e89a57431e1e" providerId="AD" clId="Web-{C229F99B-91FC-4CCB-AA17-9B031DDDE57D}" dt="2025-06-07T10:17:30.394" v="15"/>
          <ac:spMkLst>
            <pc:docMk/>
            <pc:sldMk cId="3480894903" sldId="273"/>
            <ac:spMk id="11" creationId="{BC5FE385-87A3-5BF4-BF39-A9FDBE0985A3}"/>
          </ac:spMkLst>
        </pc:spChg>
        <pc:spChg chg="del">
          <ac:chgData name="suhas shetty" userId="S::suhas@devappsys.com::0b8a8c61-01d1-4dc3-a283-e89a57431e1e" providerId="AD" clId="Web-{C229F99B-91FC-4CCB-AA17-9B031DDDE57D}" dt="2025-06-07T10:18:09.738" v="19"/>
          <ac:spMkLst>
            <pc:docMk/>
            <pc:sldMk cId="3480894903" sldId="273"/>
            <ac:spMk id="12" creationId="{475219E9-21D8-8D41-E28A-3800F71627DF}"/>
          </ac:spMkLst>
        </pc:spChg>
        <pc:spChg chg="del">
          <ac:chgData name="suhas shetty" userId="S::suhas@devappsys.com::0b8a8c61-01d1-4dc3-a283-e89a57431e1e" providerId="AD" clId="Web-{C229F99B-91FC-4CCB-AA17-9B031DDDE57D}" dt="2025-06-07T10:17:28.534" v="13"/>
          <ac:spMkLst>
            <pc:docMk/>
            <pc:sldMk cId="3480894903" sldId="273"/>
            <ac:spMk id="15" creationId="{F4092CF4-DD76-EAEB-21B8-342F72619F7E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58.504" v="29"/>
        <pc:sldMkLst>
          <pc:docMk/>
          <pc:sldMk cId="4199602133" sldId="274"/>
        </pc:sldMkLst>
        <pc:spChg chg="mod">
          <ac:chgData name="suhas shetty" userId="S::suhas@devappsys.com::0b8a8c61-01d1-4dc3-a283-e89a57431e1e" providerId="AD" clId="Web-{C229F99B-91FC-4CCB-AA17-9B031DDDE57D}" dt="2025-06-07T10:18:47.785" v="27" actId="1076"/>
          <ac:spMkLst>
            <pc:docMk/>
            <pc:sldMk cId="4199602133" sldId="274"/>
            <ac:spMk id="2" creationId="{364476D6-7519-12AA-579F-3D275C89B824}"/>
          </ac:spMkLst>
        </pc:spChg>
        <pc:spChg chg="mod">
          <ac:chgData name="suhas shetty" userId="S::suhas@devappsys.com::0b8a8c61-01d1-4dc3-a283-e89a57431e1e" providerId="AD" clId="Web-{C229F99B-91FC-4CCB-AA17-9B031DDDE57D}" dt="2025-06-07T10:18:53.426" v="28" actId="1076"/>
          <ac:spMkLst>
            <pc:docMk/>
            <pc:sldMk cId="4199602133" sldId="274"/>
            <ac:spMk id="3" creationId="{D3EEFCE7-BAE8-80C3-5EC6-EDBBDEE09863}"/>
          </ac:spMkLst>
        </pc:spChg>
        <pc:spChg chg="del">
          <ac:chgData name="suhas shetty" userId="S::suhas@devappsys.com::0b8a8c61-01d1-4dc3-a283-e89a57431e1e" providerId="AD" clId="Web-{C229F99B-91FC-4CCB-AA17-9B031DDDE57D}" dt="2025-06-07T10:18:41.879" v="25"/>
          <ac:spMkLst>
            <pc:docMk/>
            <pc:sldMk cId="4199602133" sldId="274"/>
            <ac:spMk id="10" creationId="{00862970-8963-0999-27CE-587A285014BF}"/>
          </ac:spMkLst>
        </pc:spChg>
        <pc:spChg chg="del">
          <ac:chgData name="suhas shetty" userId="S::suhas@devappsys.com::0b8a8c61-01d1-4dc3-a283-e89a57431e1e" providerId="AD" clId="Web-{C229F99B-91FC-4CCB-AA17-9B031DDDE57D}" dt="2025-06-07T10:18:42.848" v="26"/>
          <ac:spMkLst>
            <pc:docMk/>
            <pc:sldMk cId="4199602133" sldId="274"/>
            <ac:spMk id="11" creationId="{FC746209-F63C-374A-65B3-53AD0B5BE21C}"/>
          </ac:spMkLst>
        </pc:spChg>
        <pc:spChg chg="del">
          <ac:chgData name="suhas shetty" userId="S::suhas@devappsys.com::0b8a8c61-01d1-4dc3-a283-e89a57431e1e" providerId="AD" clId="Web-{C229F99B-91FC-4CCB-AA17-9B031DDDE57D}" dt="2025-06-07T10:18:58.504" v="29"/>
          <ac:spMkLst>
            <pc:docMk/>
            <pc:sldMk cId="4199602133" sldId="274"/>
            <ac:spMk id="12" creationId="{E6E56F64-877A-FC1E-0777-AC779385A84B}"/>
          </ac:spMkLst>
        </pc:spChg>
        <pc:spChg chg="del">
          <ac:chgData name="suhas shetty" userId="S::suhas@devappsys.com::0b8a8c61-01d1-4dc3-a283-e89a57431e1e" providerId="AD" clId="Web-{C229F99B-91FC-4CCB-AA17-9B031DDDE57D}" dt="2025-06-07T10:18:40.832" v="24"/>
          <ac:spMkLst>
            <pc:docMk/>
            <pc:sldMk cId="4199602133" sldId="274"/>
            <ac:spMk id="15" creationId="{921BC9BB-5576-132A-E532-B046830D0D59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17.119" v="60"/>
        <pc:sldMkLst>
          <pc:docMk/>
          <pc:sldMk cId="2783255690" sldId="275"/>
        </pc:sldMkLst>
        <pc:spChg chg="mod">
          <ac:chgData name="suhas shetty" userId="S::suhas@devappsys.com::0b8a8c61-01d1-4dc3-a283-e89a57431e1e" providerId="AD" clId="Web-{C229F99B-91FC-4CCB-AA17-9B031DDDE57D}" dt="2025-06-07T10:24:11.213" v="58" actId="1076"/>
          <ac:spMkLst>
            <pc:docMk/>
            <pc:sldMk cId="2783255690" sldId="275"/>
            <ac:spMk id="2" creationId="{5D87BE63-EA7F-FBE4-55AF-B7AA4EC8BEE3}"/>
          </ac:spMkLst>
        </pc:spChg>
        <pc:spChg chg="mod">
          <ac:chgData name="suhas shetty" userId="S::suhas@devappsys.com::0b8a8c61-01d1-4dc3-a283-e89a57431e1e" providerId="AD" clId="Web-{C229F99B-91FC-4CCB-AA17-9B031DDDE57D}" dt="2025-06-07T10:24:14.619" v="59" actId="1076"/>
          <ac:spMkLst>
            <pc:docMk/>
            <pc:sldMk cId="2783255690" sldId="275"/>
            <ac:spMk id="3" creationId="{7BC1C182-11D9-7918-235F-A5FC67EDC05A}"/>
          </ac:spMkLst>
        </pc:spChg>
        <pc:spChg chg="del">
          <ac:chgData name="suhas shetty" userId="S::suhas@devappsys.com::0b8a8c61-01d1-4dc3-a283-e89a57431e1e" providerId="AD" clId="Web-{C229F99B-91FC-4CCB-AA17-9B031DDDE57D}" dt="2025-06-07T10:24:05.697" v="56"/>
          <ac:spMkLst>
            <pc:docMk/>
            <pc:sldMk cId="2783255690" sldId="275"/>
            <ac:spMk id="10" creationId="{62F81244-8E0A-46EA-8F01-D848E80BBC01}"/>
          </ac:spMkLst>
        </pc:spChg>
        <pc:spChg chg="del">
          <ac:chgData name="suhas shetty" userId="S::suhas@devappsys.com::0b8a8c61-01d1-4dc3-a283-e89a57431e1e" providerId="AD" clId="Web-{C229F99B-91FC-4CCB-AA17-9B031DDDE57D}" dt="2025-06-07T10:24:06.822" v="57"/>
          <ac:spMkLst>
            <pc:docMk/>
            <pc:sldMk cId="2783255690" sldId="275"/>
            <ac:spMk id="11" creationId="{8DDCFB93-9699-5366-C9E5-98111280C64E}"/>
          </ac:spMkLst>
        </pc:spChg>
        <pc:spChg chg="del">
          <ac:chgData name="suhas shetty" userId="S::suhas@devappsys.com::0b8a8c61-01d1-4dc3-a283-e89a57431e1e" providerId="AD" clId="Web-{C229F99B-91FC-4CCB-AA17-9B031DDDE57D}" dt="2025-06-07T10:24:17.119" v="60"/>
          <ac:spMkLst>
            <pc:docMk/>
            <pc:sldMk cId="2783255690" sldId="275"/>
            <ac:spMk id="12" creationId="{D85A16FA-06B7-6D46-5915-E9EDFDF367F5}"/>
          </ac:spMkLst>
        </pc:spChg>
        <pc:spChg chg="del">
          <ac:chgData name="suhas shetty" userId="S::suhas@devappsys.com::0b8a8c61-01d1-4dc3-a283-e89a57431e1e" providerId="AD" clId="Web-{C229F99B-91FC-4CCB-AA17-9B031DDDE57D}" dt="2025-06-07T10:24:04.838" v="55"/>
          <ac:spMkLst>
            <pc:docMk/>
            <pc:sldMk cId="2783255690" sldId="275"/>
            <ac:spMk id="15" creationId="{F0C39DDB-B5AE-AAFB-FAA3-08846CCCD776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01.862" v="7" actId="1076"/>
        <pc:sldMkLst>
          <pc:docMk/>
          <pc:sldMk cId="2466518213" sldId="276"/>
        </pc:sldMkLst>
        <pc:spChg chg="mod">
          <ac:chgData name="suhas shetty" userId="S::suhas@devappsys.com::0b8a8c61-01d1-4dc3-a283-e89a57431e1e" providerId="AD" clId="Web-{C229F99B-91FC-4CCB-AA17-9B031DDDE57D}" dt="2025-06-07T10:17:01.862" v="7" actId="1076"/>
          <ac:spMkLst>
            <pc:docMk/>
            <pc:sldMk cId="2466518213" sldId="276"/>
            <ac:spMk id="2" creationId="{44B74709-C462-95F8-08CD-0D0FCEF0E19E}"/>
          </ac:spMkLst>
        </pc:spChg>
        <pc:spChg chg="mod">
          <ac:chgData name="suhas shetty" userId="S::suhas@devappsys.com::0b8a8c61-01d1-4dc3-a283-e89a57431e1e" providerId="AD" clId="Web-{C229F99B-91FC-4CCB-AA17-9B031DDDE57D}" dt="2025-06-07T10:16:52.456" v="6" actId="1076"/>
          <ac:spMkLst>
            <pc:docMk/>
            <pc:sldMk cId="2466518213" sldId="276"/>
            <ac:spMk id="3" creationId="{CDD05D65-E3B2-A39A-4FAE-7F33521F69D0}"/>
          </ac:spMkLst>
        </pc:spChg>
        <pc:spChg chg="del">
          <ac:chgData name="suhas shetty" userId="S::suhas@devappsys.com::0b8a8c61-01d1-4dc3-a283-e89a57431e1e" providerId="AD" clId="Web-{C229F99B-91FC-4CCB-AA17-9B031DDDE57D}" dt="2025-06-07T10:16:36.033" v="2"/>
          <ac:spMkLst>
            <pc:docMk/>
            <pc:sldMk cId="2466518213" sldId="276"/>
            <ac:spMk id="10" creationId="{69E22FD6-DC33-C636-C129-4F2F60F5D49D}"/>
          </ac:spMkLst>
        </pc:spChg>
        <pc:spChg chg="del">
          <ac:chgData name="suhas shetty" userId="S::suhas@devappsys.com::0b8a8c61-01d1-4dc3-a283-e89a57431e1e" providerId="AD" clId="Web-{C229F99B-91FC-4CCB-AA17-9B031DDDE57D}" dt="2025-06-07T10:16:38.002" v="4"/>
          <ac:spMkLst>
            <pc:docMk/>
            <pc:sldMk cId="2466518213" sldId="276"/>
            <ac:spMk id="11" creationId="{322C02D8-E501-E5E3-EC9C-20DFCDE9ADB2}"/>
          </ac:spMkLst>
        </pc:spChg>
        <pc:spChg chg="del">
          <ac:chgData name="suhas shetty" userId="S::suhas@devappsys.com::0b8a8c61-01d1-4dc3-a283-e89a57431e1e" providerId="AD" clId="Web-{C229F99B-91FC-4CCB-AA17-9B031DDDE57D}" dt="2025-06-07T10:16:39.237" v="5"/>
          <ac:spMkLst>
            <pc:docMk/>
            <pc:sldMk cId="2466518213" sldId="276"/>
            <ac:spMk id="12" creationId="{FA7064AC-738F-70CD-924F-C796515CBE82}"/>
          </ac:spMkLst>
        </pc:spChg>
        <pc:spChg chg="del">
          <ac:chgData name="suhas shetty" userId="S::suhas@devappsys.com::0b8a8c61-01d1-4dc3-a283-e89a57431e1e" providerId="AD" clId="Web-{C229F99B-91FC-4CCB-AA17-9B031DDDE57D}" dt="2025-06-07T10:16:37.283" v="3"/>
          <ac:spMkLst>
            <pc:docMk/>
            <pc:sldMk cId="2466518213" sldId="276"/>
            <ac:spMk id="15" creationId="{16EDE5EC-EF28-5F1F-6F3F-1CD012B42B00}"/>
          </ac:spMkLst>
        </pc:spChg>
      </pc:sldChg>
    </pc:docChg>
  </pc:docChgLst>
  <pc:docChgLst>
    <pc:chgData name="Krishnaraj Rao" userId="S::krishnaraj@devappsys.com::a83542c9-5cf2-493e-a756-14c8b4a74310" providerId="AD" clId="Web-{BB55558A-5814-425F-BF8E-19951515002E}"/>
    <pc:docChg chg="mod modSld modMainMaster">
      <pc:chgData name="Krishnaraj Rao" userId="S::krishnaraj@devappsys.com::a83542c9-5cf2-493e-a756-14c8b4a74310" providerId="AD" clId="Web-{BB55558A-5814-425F-BF8E-19951515002E}" dt="2025-06-07T00:49:22.607" v="3"/>
      <pc:docMkLst>
        <pc:docMk/>
      </pc:docMkLst>
      <pc:sldChg chg="addSp modSp">
        <pc:chgData name="Krishnaraj Rao" userId="S::krishnaraj@devappsys.com::a83542c9-5cf2-493e-a756-14c8b4a74310" providerId="AD" clId="Web-{BB55558A-5814-425F-BF8E-19951515002E}" dt="2025-06-07T00:49:13.435" v="1"/>
        <pc:sldMkLst>
          <pc:docMk/>
          <pc:sldMk cId="0" sldId="256"/>
        </pc:sldMkLst>
        <pc:spChg chg="add mod">
          <ac:chgData name="Krishnaraj Rao" userId="S::krishnaraj@devappsys.com::a83542c9-5cf2-493e-a756-14c8b4a74310" providerId="AD" clId="Web-{BB55558A-5814-425F-BF8E-19951515002E}" dt="2025-06-07T00:49:06.310" v="0"/>
          <ac:spMkLst>
            <pc:docMk/>
            <pc:sldMk cId="0" sldId="256"/>
            <ac:spMk id="12" creationId="{85F18A22-050D-96D1-3301-F57D14DE7EE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13.435" v="1"/>
          <ac:spMkLst>
            <pc:docMk/>
            <pc:sldMk cId="0" sldId="256"/>
            <ac:spMk id="13" creationId="{35FD7363-FEF8-DD18-4DF8-DEF5ADDBF19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49" creationId="{0BA155CB-A8DA-5752-7372-2A1A9EB0AA4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50" creationId="{90E327EE-D449-710A-524F-FDBC3B072DF4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6" creationId="{CDBDAF61-21A8-F453-6028-F56891D25C18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7" creationId="{03C4E3B1-EDD4-4D0B-C13E-4DE51F4B516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5" creationId="{6E420746-B275-4438-F3E0-237810C81591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6" creationId="{AEC99B2C-787C-9CDA-CF38-405CFCC78B2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0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3" creationId="{4CC9B1B3-E18A-3EA4-8FC9-9F35F59D88F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4" creationId="{59572D42-1E1A-7209-9D9D-B77B65B2F45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1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3" creationId="{E296D9E6-FFF5-BF6A-1D73-040270AD08BA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4" creationId="{0FF27691-3742-FF2D-B30F-B81BBC80157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2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6" creationId="{094548CB-5EE2-5A9E-4721-A1FBA1EA7EE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7" creationId="{9F7C080D-FC93-869B-F377-2DDD79B02D9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3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6" creationId="{30FD7492-52EC-D49F-4A27-37BDA0F53E6B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7" creationId="{A1572DA4-30F9-62BF-C8EB-D3567A28AEA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4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7" creationId="{33CADF40-D3D0-FE6D-819B-5876019D928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8" creationId="{C4232EE6-AB90-1693-D4FF-4055F84CE92C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5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0" creationId="{429B65AB-D657-3746-EE25-113CE8DC3469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1" creationId="{9BE73999-29C0-F7ED-3A16-4C18EEA9CF70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6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4" creationId="{356B3F51-87DB-965E-8D5C-086C8102B432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5" creationId="{1CFC368F-8EF1-84E4-54BA-3B4565B548F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6" creationId="{EE62FFA1-F211-B211-F9A1-ADBF68728184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7" creationId="{2B3E45DA-BA9B-A034-0B99-EFA7AF4242B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3" creationId="{AE60D82D-54A9-20A4-AED1-524904392CD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4" creationId="{496FDA14-4E30-37E7-87DC-C4AB98B85A3D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5" creationId="{AA04E0F9-F5E4-951A-EBFD-D1E065E2A81C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6" creationId="{68EF33A1-EA75-7DBD-0985-08D881B8B6DB}"/>
          </ac:spMkLst>
        </pc:spChg>
      </pc:sldChg>
      <pc:sldMasterChg chg="mod modSldLayout">
        <pc:chgData name="Krishnaraj Rao" userId="S::krishnaraj@devappsys.com::a83542c9-5cf2-493e-a756-14c8b4a74310" providerId="AD" clId="Web-{BB55558A-5814-425F-BF8E-19951515002E}" dt="2025-06-07T00:49:22.607" v="3"/>
        <pc:sldMasterMkLst>
          <pc:docMk/>
          <pc:sldMasterMk cId="0" sldId="2147483648"/>
        </pc:sldMasterMkLst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rishnaraj Rao" userId="S::krishnaraj@devappsys.com::a83542c9-5cf2-493e-a756-14c8b4a74310" providerId="AD" clId="Web-{8530CCF8-970C-45E7-B10C-1B8DC558D11B}"/>
    <pc:docChg chg="modSld">
      <pc:chgData name="Krishnaraj Rao" userId="S::krishnaraj@devappsys.com::a83542c9-5cf2-493e-a756-14c8b4a74310" providerId="AD" clId="Web-{8530CCF8-970C-45E7-B10C-1B8DC558D11B}" dt="2025-06-07T00:43:59.214" v="1"/>
      <pc:docMkLst>
        <pc:docMk/>
      </pc:docMkLst>
      <pc:sldChg chg="addSp delSp modSp">
        <pc:chgData name="Krishnaraj Rao" userId="S::krishnaraj@devappsys.com::a83542c9-5cf2-493e-a756-14c8b4a74310" providerId="AD" clId="Web-{8530CCF8-970C-45E7-B10C-1B8DC558D11B}" dt="2025-06-07T00:43:59.214" v="1"/>
        <pc:sldMkLst>
          <pc:docMk/>
          <pc:sldMk cId="0" sldId="256"/>
        </pc:sldMkLst>
        <pc:picChg chg="add del mod">
          <ac:chgData name="Krishnaraj Rao" userId="S::krishnaraj@devappsys.com::a83542c9-5cf2-493e-a756-14c8b4a74310" providerId="AD" clId="Web-{8530CCF8-970C-45E7-B10C-1B8DC558D11B}" dt="2025-06-07T00:43:59.214" v="1"/>
          <ac:picMkLst>
            <pc:docMk/>
            <pc:sldMk cId="0" sldId="256"/>
            <ac:picMk id="12" creationId="{055C782F-BA52-4AA7-C295-778C304A1278}"/>
          </ac:picMkLst>
        </pc:picChg>
      </pc:sldChg>
    </pc:docChg>
  </pc:docChgLst>
  <pc:docChgLst>
    <pc:chgData name="Krishnaraj Rao" userId="S::krishnaraj@devappsys.com::a83542c9-5cf2-493e-a756-14c8b4a74310" providerId="AD" clId="Web-{6217F43D-2A94-46AF-90C1-C85748EC6597}"/>
    <pc:docChg chg="addSld modSld">
      <pc:chgData name="Krishnaraj Rao" userId="S::krishnaraj@devappsys.com::a83542c9-5cf2-493e-a756-14c8b4a74310" providerId="AD" clId="Web-{6217F43D-2A94-46AF-90C1-C85748EC6597}" dt="2025-06-07T10:14:43.119" v="226" actId="20577"/>
      <pc:docMkLst>
        <pc:docMk/>
      </pc:docMkLst>
      <pc:sldChg chg="addSp delSp modSp">
        <pc:chgData name="Krishnaraj Rao" userId="S::krishnaraj@devappsys.com::a83542c9-5cf2-493e-a756-14c8b4a74310" providerId="AD" clId="Web-{6217F43D-2A94-46AF-90C1-C85748EC6597}" dt="2025-06-07T10:05:24.093" v="160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217F43D-2A94-46AF-90C1-C85748EC6597}" dt="2025-06-07T09:26:41.172" v="6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00.969" v="10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8:33.377" v="25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5:24.093" v="160" actId="2057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4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52.142" v="19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7:42.943" v="119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5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6"/>
          <ac:spMkLst>
            <pc:docMk/>
            <pc:sldMk cId="0" sldId="257"/>
            <ac:spMk id="48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4"/>
          <ac:spMkLst>
            <pc:docMk/>
            <pc:sldMk cId="0" sldId="257"/>
            <ac:spMk id="50" creationId="{40C7A061-A9F9-91A3-F425-FE80FA8D66E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3"/>
          <ac:spMkLst>
            <pc:docMk/>
            <pc:sldMk cId="0" sldId="257"/>
            <ac:spMk id="53" creationId="{47A6797E-280B-1055-C494-8093D3FA38B1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4"/>
          <ac:spMkLst>
            <pc:docMk/>
            <pc:sldMk cId="0" sldId="257"/>
            <ac:spMk id="55" creationId="{CE39E873-83B2-5DCC-477D-1D6D1622CB1C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3"/>
          <ac:spMkLst>
            <pc:docMk/>
            <pc:sldMk cId="0" sldId="257"/>
            <ac:spMk id="57" creationId="{0398FE93-FA09-C39E-2B36-1A635D3614A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2"/>
          <ac:spMkLst>
            <pc:docMk/>
            <pc:sldMk cId="0" sldId="257"/>
            <ac:spMk id="58" creationId="{97CE721C-7EAD-92DA-4156-F5B171C68162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7"/>
          <ac:spMkLst>
            <pc:docMk/>
            <pc:sldMk cId="0" sldId="257"/>
            <ac:spMk id="61" creationId="{E0385902-10FC-9EF6-50F9-248B3E78AC6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415" v="158"/>
          <ac:spMkLst>
            <pc:docMk/>
            <pc:sldMk cId="0" sldId="257"/>
            <ac:spMk id="62" creationId="{2504A983-3E7A-EFD5-8F19-5F30731E9222}"/>
          </ac:spMkLst>
        </pc:spChg>
        <pc:grpChg chg="mod">
          <ac:chgData name="Krishnaraj Rao" userId="S::krishnaraj@devappsys.com::a83542c9-5cf2-493e-a756-14c8b4a74310" providerId="AD" clId="Web-{6217F43D-2A94-46AF-90C1-C85748EC6597}" dt="2025-06-07T09:29:14.206" v="27" actId="1076"/>
          <ac:grpSpMkLst>
            <pc:docMk/>
            <pc:sldMk cId="0" sldId="257"/>
            <ac:grpSpMk id="44" creationId="{00000000-0000-0000-0000-000000000000}"/>
          </ac:grpSpMkLst>
        </pc:grpChg>
        <pc:grpChg chg="add mod">
          <ac:chgData name="Krishnaraj Rao" userId="S::krishnaraj@devappsys.com::a83542c9-5cf2-493e-a756-14c8b4a74310" providerId="AD" clId="Web-{6217F43D-2A94-46AF-90C1-C85748EC6597}" dt="2025-06-07T10:03:00.208" v="146" actId="1076"/>
          <ac:grpSpMkLst>
            <pc:docMk/>
            <pc:sldMk cId="0" sldId="257"/>
            <ac:grpSpMk id="59" creationId="{2BD9318D-F62C-595C-ED79-4644ED29D06A}"/>
          </ac:grpSpMkLst>
        </pc:grpChg>
      </pc:sldChg>
      <pc:sldChg chg="modSp">
        <pc:chgData name="Krishnaraj Rao" userId="S::krishnaraj@devappsys.com::a83542c9-5cf2-493e-a756-14c8b4a74310" providerId="AD" clId="Web-{6217F43D-2A94-46AF-90C1-C85748EC6597}" dt="2025-06-07T10:14:43.119" v="226" actId="20577"/>
        <pc:sldMkLst>
          <pc:docMk/>
          <pc:sldMk cId="0" sldId="268"/>
        </pc:sldMkLst>
        <pc:spChg chg="mod">
          <ac:chgData name="Krishnaraj Rao" userId="S::krishnaraj@devappsys.com::a83542c9-5cf2-493e-a756-14c8b4a74310" providerId="AD" clId="Web-{6217F43D-2A94-46AF-90C1-C85748EC6597}" dt="2025-06-07T10:14:43.119" v="226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217F43D-2A94-46AF-90C1-C85748EC6597}" dt="2025-06-07T09:52:38.376" v="1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217F43D-2A94-46AF-90C1-C85748EC6597}" dt="2025-06-07T09:52:38.376" v="101" actId="20577"/>
          <ac:spMkLst>
            <pc:docMk/>
            <pc:sldMk cId="2287379508" sldId="271"/>
            <ac:spMk id="9" creationId="{12B9693A-628F-8041-7BC9-5F1E902449D1}"/>
          </ac:spMkLst>
        </pc:spChg>
      </pc:sldChg>
      <pc:sldChg chg="addSp modSp">
        <pc:chgData name="Krishnaraj Rao" userId="S::krishnaraj@devappsys.com::a83542c9-5cf2-493e-a756-14c8b4a74310" providerId="AD" clId="Web-{6217F43D-2A94-46AF-90C1-C85748EC6597}" dt="2025-06-07T10:08:10.518" v="177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217F43D-2A94-46AF-90C1-C85748EC6597}" dt="2025-06-07T10:07:57.487" v="175" actId="1076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7:52.502" v="174" actId="1076"/>
          <ac:spMkLst>
            <pc:docMk/>
            <pc:sldMk cId="3480894903" sldId="273"/>
            <ac:spMk id="9" creationId="{7D9BE6DE-92DA-FBB6-6EB2-8744095645C4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7:32.189" v="169" actId="14100"/>
          <ac:grpSpMkLst>
            <pc:docMk/>
            <pc:sldMk cId="3480894903" sldId="273"/>
            <ac:grpSpMk id="4" creationId="{98376E93-0E2E-9726-C3C0-2F3CB7841D26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08:10.518" v="177" actId="14100"/>
          <ac:picMkLst>
            <pc:docMk/>
            <pc:sldMk cId="3480894903" sldId="273"/>
            <ac:picMk id="13" creationId="{A2F2963B-196E-0362-4BF4-0D18BD039FDB}"/>
          </ac:picMkLst>
        </pc:picChg>
      </pc:sldChg>
      <pc:sldChg chg="addSp modSp add replId">
        <pc:chgData name="Krishnaraj Rao" userId="S::krishnaraj@devappsys.com::a83542c9-5cf2-493e-a756-14c8b4a74310" providerId="AD" clId="Web-{6217F43D-2A94-46AF-90C1-C85748EC6597}" dt="2025-06-07T09:52:01.750" v="100" actId="1076"/>
        <pc:sldMkLst>
          <pc:docMk/>
          <pc:sldMk cId="2783255690" sldId="275"/>
        </pc:sldMkLst>
        <pc:spChg chg="mod">
          <ac:chgData name="Krishnaraj Rao" userId="S::krishnaraj@devappsys.com::a83542c9-5cf2-493e-a756-14c8b4a74310" providerId="AD" clId="Web-{6217F43D-2A94-46AF-90C1-C85748EC6597}" dt="2025-06-07T09:52:01.750" v="100" actId="1076"/>
          <ac:spMkLst>
            <pc:docMk/>
            <pc:sldMk cId="2783255690" sldId="275"/>
            <ac:spMk id="5" creationId="{487E9DEE-4E73-2FED-9AB6-E8FC4B11D8AD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1:59" v="99" actId="1076"/>
          <ac:spMkLst>
            <pc:docMk/>
            <pc:sldMk cId="2783255690" sldId="275"/>
            <ac:spMk id="9" creationId="{24BF6FCB-1B82-2758-1A6E-D4A02EC55439}"/>
          </ac:spMkLst>
        </pc:spChg>
        <pc:graphicFrameChg chg="add mod modGraphic">
          <ac:chgData name="Krishnaraj Rao" userId="S::krishnaraj@devappsys.com::a83542c9-5cf2-493e-a756-14c8b4a74310" providerId="AD" clId="Web-{6217F43D-2A94-46AF-90C1-C85748EC6597}" dt="2025-06-07T09:51:48.343" v="96"/>
          <ac:graphicFrameMkLst>
            <pc:docMk/>
            <pc:sldMk cId="2783255690" sldId="275"/>
            <ac:graphicFrameMk id="14" creationId="{6B01A76A-C38A-D2CC-838D-9A31A6A7474B}"/>
          </ac:graphicFrameMkLst>
        </pc:graphicFrameChg>
      </pc:sldChg>
      <pc:sldChg chg="addSp modSp add replId">
        <pc:chgData name="Krishnaraj Rao" userId="S::krishnaraj@devappsys.com::a83542c9-5cf2-493e-a756-14c8b4a74310" providerId="AD" clId="Web-{6217F43D-2A94-46AF-90C1-C85748EC6597}" dt="2025-06-07T10:11:57.663" v="225" actId="14100"/>
        <pc:sldMkLst>
          <pc:docMk/>
          <pc:sldMk cId="2466518213" sldId="276"/>
        </pc:sldMkLst>
        <pc:spChg chg="mod">
          <ac:chgData name="Krishnaraj Rao" userId="S::krishnaraj@devappsys.com::a83542c9-5cf2-493e-a756-14c8b4a74310" providerId="AD" clId="Web-{6217F43D-2A94-46AF-90C1-C85748EC6597}" dt="2025-06-07T10:11:48.319" v="224" actId="20577"/>
          <ac:spMkLst>
            <pc:docMk/>
            <pc:sldMk cId="2466518213" sldId="276"/>
            <ac:spMk id="5" creationId="{C3B135D7-88A5-B84B-C023-37DC14FBFBAA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11:00.349" v="219" actId="1076"/>
          <ac:spMkLst>
            <pc:docMk/>
            <pc:sldMk cId="2466518213" sldId="276"/>
            <ac:spMk id="9" creationId="{72A4B228-6952-4F52-16AC-B47AB546A649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9:02.628" v="189" actId="1076"/>
          <ac:grpSpMkLst>
            <pc:docMk/>
            <pc:sldMk cId="2466518213" sldId="276"/>
            <ac:grpSpMk id="4" creationId="{0362F84B-568A-E77B-A22D-D15ACE8BD1F3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11:57.663" v="225" actId="14100"/>
          <ac:picMkLst>
            <pc:docMk/>
            <pc:sldMk cId="2466518213" sldId="276"/>
            <ac:picMk id="13" creationId="{D48FCAFE-9E44-9383-2094-5CCBC9B2982F}"/>
          </ac:picMkLst>
        </pc:picChg>
      </pc:sldChg>
    </pc:docChg>
  </pc:docChgLst>
  <pc:docChgLst>
    <pc:chgData name="Krishnaraj Rao" userId="S::krishnaraj@devappsys.com::a83542c9-5cf2-493e-a756-14c8b4a74310" providerId="AD" clId="Web-{993A952B-EB64-46F1-A797-5574A5E2CF03}"/>
    <pc:docChg chg="mod modSld modMainMaster">
      <pc:chgData name="Krishnaraj Rao" userId="S::krishnaraj@devappsys.com::a83542c9-5cf2-493e-a756-14c8b4a74310" providerId="AD" clId="Web-{993A952B-EB64-46F1-A797-5574A5E2CF03}" dt="2025-06-07T00:57:34.844" v="25" actId="1076"/>
      <pc:docMkLst>
        <pc:docMk/>
      </pc:docMkLst>
      <pc:sldChg chg="addSp delSp modSp">
        <pc:chgData name="Krishnaraj Rao" userId="S::krishnaraj@devappsys.com::a83542c9-5cf2-493e-a756-14c8b4a74310" providerId="AD" clId="Web-{993A952B-EB64-46F1-A797-5574A5E2CF03}" dt="2025-06-07T00:57:34.844" v="25" actId="1076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993A952B-EB64-46F1-A797-5574A5E2CF03}" dt="2025-06-07T00:57:34.844" v="25" actId="107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Krishnaraj Rao" userId="S::krishnaraj@devappsys.com::a83542c9-5cf2-493e-a756-14c8b4a74310" providerId="AD" clId="Web-{993A952B-EB64-46F1-A797-5574A5E2CF03}" dt="2025-06-07T00:52:19.845" v="1"/>
          <ac:spMkLst>
            <pc:docMk/>
            <pc:sldMk cId="0" sldId="256"/>
            <ac:spMk id="12" creationId="{85F18A22-050D-96D1-3301-F57D14DE7EE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1.110" v="2"/>
          <ac:spMkLst>
            <pc:docMk/>
            <pc:sldMk cId="0" sldId="256"/>
            <ac:spMk id="13" creationId="{35FD7363-FEF8-DD18-4DF8-DEF5ADDBF19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2:28.486" v="5"/>
          <ac:spMkLst>
            <pc:docMk/>
            <pc:sldMk cId="0" sldId="256"/>
            <ac:spMk id="14" creationId="{A788A892-53E9-C1D1-8945-E37AAF27FEF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06.442" v="21" actId="1076"/>
          <ac:spMkLst>
            <pc:docMk/>
            <pc:sldMk cId="0" sldId="256"/>
            <ac:spMk id="15" creationId="{45BF26D9-E672-5704-847A-EC70136C457F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49" creationId="{0BA155CB-A8DA-5752-7372-2A1A9EB0AA4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50" creationId="{90E327EE-D449-710A-524F-FDBC3B072DF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7"/>
            <ac:spMk id="51" creationId="{A17B05B3-0594-F81F-73B9-E312A4458F6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7"/>
            <ac:spMk id="52" creationId="{F014F566-679C-7B70-6B31-31DC6A6FB9B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6" creationId="{CDBDAF61-21A8-F453-6028-F56891D25C18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7" creationId="{03C4E3B1-EDD4-4D0B-C13E-4DE51F4B516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8"/>
            <ac:spMk id="18" creationId="{7B3027A7-DAC5-DCD6-514D-8CE16A96B9A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5" creationId="{6E420746-B275-4438-F3E0-237810C81591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6" creationId="{AEC99B2C-787C-9CDA-CF38-405CFCC78B2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9"/>
            <ac:spMk id="17" creationId="{17D831A0-7C01-707A-4C80-74428957F38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9"/>
            <ac:spMk id="18" creationId="{1F7B5AE0-E946-4423-4F82-43967F249503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0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3" creationId="{4CC9B1B3-E18A-3EA4-8FC9-9F35F59D88F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4" creationId="{59572D42-1E1A-7209-9D9D-B77B65B2F45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0"/>
            <ac:spMk id="35" creationId="{5BB8C59D-A84F-B76A-AF74-E2C7C1AB882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0"/>
            <ac:spMk id="36" creationId="{9843DB6C-6E6A-3852-CC4F-CB3AADE51CAE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1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3" creationId="{E296D9E6-FFF5-BF6A-1D73-040270AD08BA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4" creationId="{0FF27691-3742-FF2D-B30F-B81BBC80157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1"/>
            <ac:spMk id="15" creationId="{2D5696C4-FCF8-BCC3-0465-6143C8706BF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1"/>
            <ac:spMk id="16" creationId="{3B706D7D-C598-83A3-6C00-26801E598E8D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2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6" creationId="{094548CB-5EE2-5A9E-4721-A1FBA1EA7EE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7" creationId="{9F7C080D-FC93-869B-F377-2DDD79B02D9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2"/>
            <ac:spMk id="18" creationId="{31E22B1B-04BE-C61A-F002-C1AD09C6ADB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2"/>
            <ac:spMk id="19" creationId="{AB3E09E8-B768-F8D9-8A8B-63F503CAE2F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3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6" creationId="{30FD7492-52EC-D49F-4A27-37BDA0F53E6B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7" creationId="{A1572DA4-30F9-62BF-C8EB-D3567A28AEA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3"/>
            <ac:spMk id="18" creationId="{C6158D96-D804-DD74-9B1C-65F843FC17A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3"/>
            <ac:spMk id="19" creationId="{6194A6FE-EFF6-109E-58FB-CBA4BB9E20C5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4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7" creationId="{33CADF40-D3D0-FE6D-819B-5876019D928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8" creationId="{C4232EE6-AB90-1693-D4FF-4055F84CE92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4"/>
            <ac:spMk id="29" creationId="{BC86B100-FCAB-32FB-01C6-2F12FBCE34D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4"/>
            <ac:spMk id="30" creationId="{8A31F693-244D-F38C-C060-5ED257A7A28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5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0" creationId="{429B65AB-D657-3746-EE25-113CE8DC3469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1" creationId="{9BE73999-29C0-F7ED-3A16-4C18EEA9CF7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5"/>
            <ac:spMk id="22" creationId="{05024533-8989-7596-7E39-926CC316490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5"/>
            <ac:spMk id="23" creationId="{AFB55547-605D-EDB9-41FF-CD3D51DA671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6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4" creationId="{356B3F51-87DB-965E-8D5C-086C8102B432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5" creationId="{1CFC368F-8EF1-84E4-54BA-3B4565B548F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6"/>
            <ac:spMk id="26" creationId="{FAC103A1-4B09-675D-A37A-19459355F868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6"/>
            <ac:spMk id="27" creationId="{FD0538BD-B281-3C0B-F413-48312AD49C5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6" creationId="{EE62FFA1-F211-B211-F9A1-ADBF68728184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7" creationId="{2B3E45DA-BA9B-A034-0B99-EFA7AF4242B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7"/>
            <ac:spMk id="18" creationId="{668A2F5C-FF54-A66F-5D12-D192F5B5691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7"/>
            <ac:spMk id="19" creationId="{E09AA338-7558-DCBF-9BD3-6A55D9D0B666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3" creationId="{AE60D82D-54A9-20A4-AED1-524904392CD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4" creationId="{496FDA14-4E30-37E7-87DC-C4AB98B85A3D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8"/>
            <ac:spMk id="15" creationId="{7287FD4E-C786-B09B-663B-82A1E1EE551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8"/>
            <ac:spMk id="16" creationId="{7A203954-94E8-E177-2D54-36499D9C9FB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5" creationId="{AA04E0F9-F5E4-951A-EBFD-D1E065E2A81C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6" creationId="{68EF33A1-EA75-7DBD-0985-08D881B8B6D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9"/>
            <ac:spMk id="7" creationId="{2158483B-0401-A966-5BCC-93F23D71CED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9"/>
            <ac:spMk id="8" creationId="{EE169540-353F-AA0D-CE5D-9D92894927AE}"/>
          </ac:spMkLst>
        </pc:spChg>
      </pc:sldChg>
      <pc:sldMasterChg chg="modSp mod modSldLayout">
        <pc:chgData name="Krishnaraj Rao" userId="S::krishnaraj@devappsys.com::a83542c9-5cf2-493e-a756-14c8b4a74310" providerId="AD" clId="Web-{993A952B-EB64-46F1-A797-5574A5E2CF03}" dt="2025-06-07T00:55:24.496" v="24"/>
        <pc:sldMasterMkLst>
          <pc:docMk/>
          <pc:sldMasterMk cId="0" sldId="2147483648"/>
        </pc:sldMasterMkLst>
        <pc:spChg chg="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asterMk cId="0" sldId="2147483648"/>
            <ac:spMk id="5" creationId="{00000000-0000-0000-0000-000000000000}"/>
          </ac:spMkLst>
        </pc:sp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4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0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1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2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3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4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5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6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7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8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452A0-443B-4AE5-844F-327A951B6869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5C7330-2FF3-4E19-A871-082ECA4DA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950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C7330-2FF3-4E19-A871-082ECA4DA85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218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47FF4-2E07-A663-13AF-4E5DD8822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E28B5-1665-C67D-23E8-BFA074370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5F3AEF-1E24-8395-3A52-9609886F5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46FAF-8D50-C6FF-1C86-B8E8A0391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C7330-2FF3-4E19-A871-082ECA4DA85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378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B5D87-3497-061F-3A6D-2F09E9E86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4E0D9-FB0D-92CA-BD18-2CBAC238E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B7920-546A-FB74-DDF2-1B5E54034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845A2-DE6D-900B-B4C3-7FA395809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C7330-2FF3-4E19-A871-082ECA4DA85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768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DF91B-57BB-157F-B36B-90AB4781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7C4E9-9675-3F15-BE82-6DAA468D0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E0593-F67F-26F0-C5E5-F58733CCB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35F4C-C425-5559-B66D-ED4040202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C7330-2FF3-4E19-A871-082ECA4DA85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846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7C154-24EF-48DC-22E6-B308C1B13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05FBE4-5ACA-5557-429F-80E605431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6F0FF-F1C2-F2F9-C9F2-D3CF43373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1125E-5C44-36DF-6894-78EBB351D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5C7330-2FF3-4E19-A871-082ECA4DA85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334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4450" y="2240806"/>
            <a:ext cx="15324363" cy="4695700"/>
            <a:chOff x="-665728" y="-1910308"/>
            <a:chExt cx="17217406" cy="6260934"/>
          </a:xfrm>
        </p:grpSpPr>
        <p:sp>
          <p:nvSpPr>
            <p:cNvPr id="3" name="TextBox 3"/>
            <p:cNvSpPr txBox="1"/>
            <p:nvPr/>
          </p:nvSpPr>
          <p:spPr>
            <a:xfrm>
              <a:off x="-665728" y="-1910308"/>
              <a:ext cx="17217406" cy="22287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sz="9600" spc="279" dirty="0">
                  <a:solidFill>
                    <a:srgbClr val="FFFFFF"/>
                  </a:solidFill>
                  <a:ea typeface="+mn-lt"/>
                  <a:cs typeface="+mn-lt"/>
                  <a:sym typeface="Heebo Black"/>
                </a:rPr>
                <a:t>Working with Database </a:t>
              </a:r>
              <a:endParaRPr lang="en-US" dirty="0"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solidFill>
                  <a:srgbClr val="FFFFFF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1605490" y="7945838"/>
            <a:ext cx="3933043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>
                <a:solidFill>
                  <a:srgbClr val="FFFFFF"/>
                </a:solidFill>
                <a:latin typeface="Calibri"/>
                <a:ea typeface="Agrandir Bold"/>
                <a:cs typeface="Agrandir Bold"/>
                <a:sym typeface="Agrandir Bold"/>
              </a:rPr>
              <a:t>Mr. </a:t>
            </a:r>
            <a:r>
              <a:rPr lang="en-US" sz="3200" b="1" err="1">
                <a:solidFill>
                  <a:srgbClr val="FFFFFF"/>
                </a:solidFill>
                <a:latin typeface="Calibri"/>
                <a:ea typeface="Agrandir Bold"/>
                <a:cs typeface="Agrandir Bold"/>
                <a:sym typeface="Agrandir Bold"/>
              </a:rPr>
              <a:t>Krishnaraj</a:t>
            </a:r>
            <a:endParaRPr lang="en-US" sz="3200" b="1">
              <a:solidFill>
                <a:srgbClr val="FFFFFF"/>
              </a:solidFill>
              <a:latin typeface="Calibri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2515029" y="1104900"/>
            <a:ext cx="988088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Todays 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3951514" y="2847678"/>
            <a:ext cx="6486668" cy="881343"/>
            <a:chOff x="0" y="0"/>
            <a:chExt cx="7481570" cy="1175123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8" y="335404"/>
              <a:ext cx="442528" cy="523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91982" y="232552"/>
              <a:ext cx="5989588" cy="4924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Introduction to ADO.NET   </a:t>
              </a:r>
              <a:endParaRPr lang="en-US" sz="2400" u="none" dirty="0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38182" y="2862748"/>
            <a:ext cx="5347005" cy="881343"/>
            <a:chOff x="0" y="0"/>
            <a:chExt cx="7129340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41420" y="260950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dirty="0" err="1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NpgsqlConnection</a:t>
              </a:r>
              <a:r>
                <a:rPr lang="en-GB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   </a:t>
              </a:r>
              <a:endParaRPr lang="en-US" sz="2400" u="none" dirty="0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951514" y="5769468"/>
            <a:ext cx="5548532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Use Cases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481563" y="5580349"/>
            <a:ext cx="5347005" cy="881343"/>
            <a:chOff x="0" y="0"/>
            <a:chExt cx="7129340" cy="1175123"/>
          </a:xfrm>
        </p:grpSpPr>
        <p:grpSp>
          <p:nvGrpSpPr>
            <p:cNvPr id="45" name="Group 4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41420" y="232472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Agrandir"/>
                </a:rPr>
                <a:t> Assignments</a:t>
              </a: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GB"/>
          </a:p>
        </p:txBody>
      </p:sp>
      <p:grpSp>
        <p:nvGrpSpPr>
          <p:cNvPr id="59" name="Group 44">
            <a:extLst>
              <a:ext uri="{FF2B5EF4-FFF2-40B4-BE49-F238E27FC236}">
                <a16:creationId xmlns:a16="http://schemas.microsoft.com/office/drawing/2014/main" id="{2BD9318D-F62C-595C-ED79-4644ED29D06A}"/>
              </a:ext>
            </a:extLst>
          </p:cNvPr>
          <p:cNvGrpSpPr/>
          <p:nvPr/>
        </p:nvGrpSpPr>
        <p:grpSpPr>
          <a:xfrm>
            <a:off x="3951514" y="7208796"/>
            <a:ext cx="5447375" cy="881343"/>
            <a:chOff x="0" y="0"/>
            <a:chExt cx="7263168" cy="1175123"/>
          </a:xfrm>
        </p:grpSpPr>
        <p:grpSp>
          <p:nvGrpSpPr>
            <p:cNvPr id="60" name="Group 45">
              <a:extLst>
                <a:ext uri="{FF2B5EF4-FFF2-40B4-BE49-F238E27FC236}">
                  <a16:creationId xmlns:a16="http://schemas.microsoft.com/office/drawing/2014/main" id="{EE1B6938-CC03-20D3-D3CF-6BA95C211E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63" name="Freeform 46">
                <a:extLst>
                  <a:ext uri="{FF2B5EF4-FFF2-40B4-BE49-F238E27FC236}">
                    <a16:creationId xmlns:a16="http://schemas.microsoft.com/office/drawing/2014/main" id="{B67049FF-7DAB-AF7E-2735-870039FFAB5F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1" name="TextBox 47">
              <a:extLst>
                <a:ext uri="{FF2B5EF4-FFF2-40B4-BE49-F238E27FC236}">
                  <a16:creationId xmlns:a16="http://schemas.microsoft.com/office/drawing/2014/main" id="{E0385902-10FC-9EF6-50F9-248B3E78AC66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</a:rPr>
                <a:t>7</a:t>
              </a:r>
            </a:p>
          </p:txBody>
        </p:sp>
        <p:sp>
          <p:nvSpPr>
            <p:cNvPr id="62" name="TextBox 48">
              <a:extLst>
                <a:ext uri="{FF2B5EF4-FFF2-40B4-BE49-F238E27FC236}">
                  <a16:creationId xmlns:a16="http://schemas.microsoft.com/office/drawing/2014/main" id="{2504A983-3E7A-EFD5-8F19-5F30731E9222}"/>
                </a:ext>
              </a:extLst>
            </p:cNvPr>
            <p:cNvSpPr txBox="1"/>
            <p:nvPr/>
          </p:nvSpPr>
          <p:spPr>
            <a:xfrm>
              <a:off x="1675248" y="223500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Agrandir"/>
                </a:rPr>
                <a:t> Debrief</a:t>
              </a:r>
            </a:p>
          </p:txBody>
        </p:sp>
      </p:grpSp>
      <p:grpSp>
        <p:nvGrpSpPr>
          <p:cNvPr id="2" name="Group 29">
            <a:extLst>
              <a:ext uri="{FF2B5EF4-FFF2-40B4-BE49-F238E27FC236}">
                <a16:creationId xmlns:a16="http://schemas.microsoft.com/office/drawing/2014/main" id="{2D07E243-CDA4-11B4-B8E0-38474E7175F0}"/>
              </a:ext>
            </a:extLst>
          </p:cNvPr>
          <p:cNvGrpSpPr/>
          <p:nvPr/>
        </p:nvGrpSpPr>
        <p:grpSpPr>
          <a:xfrm>
            <a:off x="3951514" y="4330140"/>
            <a:ext cx="5548532" cy="881343"/>
            <a:chOff x="0" y="0"/>
            <a:chExt cx="7398043" cy="1175123"/>
          </a:xfrm>
        </p:grpSpPr>
        <p:grpSp>
          <p:nvGrpSpPr>
            <p:cNvPr id="3" name="Group 30">
              <a:extLst>
                <a:ext uri="{FF2B5EF4-FFF2-40B4-BE49-F238E27FC236}">
                  <a16:creationId xmlns:a16="http://schemas.microsoft.com/office/drawing/2014/main" id="{EB205028-00CC-676E-6E33-5B0256DAFC7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0" name="Freeform 31">
                <a:extLst>
                  <a:ext uri="{FF2B5EF4-FFF2-40B4-BE49-F238E27FC236}">
                    <a16:creationId xmlns:a16="http://schemas.microsoft.com/office/drawing/2014/main" id="{2162F220-F57A-B9DE-6EBE-15FF56AF1B5E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" name="TextBox 32">
              <a:extLst>
                <a:ext uri="{FF2B5EF4-FFF2-40B4-BE49-F238E27FC236}">
                  <a16:creationId xmlns:a16="http://schemas.microsoft.com/office/drawing/2014/main" id="{7804C8B3-ECF4-8E47-5055-AFE7F31D8762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3</a:t>
              </a:r>
            </a:p>
          </p:txBody>
        </p:sp>
        <p:sp>
          <p:nvSpPr>
            <p:cNvPr id="19" name="TextBox 33">
              <a:extLst>
                <a:ext uri="{FF2B5EF4-FFF2-40B4-BE49-F238E27FC236}">
                  <a16:creationId xmlns:a16="http://schemas.microsoft.com/office/drawing/2014/main" id="{DF91B3D2-48C8-DD0C-AA92-085A99DA326E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 err="1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NpgsqlCommand</a:t>
              </a: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 </a:t>
              </a:r>
            </a:p>
          </p:txBody>
        </p:sp>
      </p:grpSp>
      <p:grpSp>
        <p:nvGrpSpPr>
          <p:cNvPr id="21" name="Group 29">
            <a:extLst>
              <a:ext uri="{FF2B5EF4-FFF2-40B4-BE49-F238E27FC236}">
                <a16:creationId xmlns:a16="http://schemas.microsoft.com/office/drawing/2014/main" id="{D9D47778-7453-B1ED-6A32-57A257A4F42A}"/>
              </a:ext>
            </a:extLst>
          </p:cNvPr>
          <p:cNvGrpSpPr/>
          <p:nvPr/>
        </p:nvGrpSpPr>
        <p:grpSpPr>
          <a:xfrm>
            <a:off x="10438182" y="4312221"/>
            <a:ext cx="5548532" cy="881343"/>
            <a:chOff x="0" y="0"/>
            <a:chExt cx="7398043" cy="1175123"/>
          </a:xfrm>
        </p:grpSpPr>
        <p:grpSp>
          <p:nvGrpSpPr>
            <p:cNvPr id="22" name="Group 30">
              <a:extLst>
                <a:ext uri="{FF2B5EF4-FFF2-40B4-BE49-F238E27FC236}">
                  <a16:creationId xmlns:a16="http://schemas.microsoft.com/office/drawing/2014/main" id="{49D29020-DE3C-657F-943C-2926D20133F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5" name="Freeform 31">
                <a:extLst>
                  <a:ext uri="{FF2B5EF4-FFF2-40B4-BE49-F238E27FC236}">
                    <a16:creationId xmlns:a16="http://schemas.microsoft.com/office/drawing/2014/main" id="{360E46D9-7777-C56F-8DAA-818B0AEE71C0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32">
              <a:extLst>
                <a:ext uri="{FF2B5EF4-FFF2-40B4-BE49-F238E27FC236}">
                  <a16:creationId xmlns:a16="http://schemas.microsoft.com/office/drawing/2014/main" id="{D0BE9127-8ADF-3361-9773-86BB1220D7F3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4</a:t>
              </a:r>
            </a:p>
          </p:txBody>
        </p:sp>
        <p:sp>
          <p:nvSpPr>
            <p:cNvPr id="24" name="TextBox 33">
              <a:extLst>
                <a:ext uri="{FF2B5EF4-FFF2-40B4-BE49-F238E27FC236}">
                  <a16:creationId xmlns:a16="http://schemas.microsoft.com/office/drawing/2014/main" id="{E98A57FC-2E79-8682-0B0A-F75773F41C2D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 err="1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DataReader</a:t>
              </a: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6F8A2-1D45-0165-A2E9-31E5A20F9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E5DB41C-312D-414B-3C1B-1A23A3EFB463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C1ACED1-EB5E-1F0E-1782-1988ABCCFEBF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E0BABA2-4A3F-648E-685D-B50A1CECE8D8}"/>
              </a:ext>
            </a:extLst>
          </p:cNvPr>
          <p:cNvGrpSpPr/>
          <p:nvPr/>
        </p:nvGrpSpPr>
        <p:grpSpPr>
          <a:xfrm>
            <a:off x="1885598" y="2004457"/>
            <a:ext cx="15259050" cy="7545912"/>
            <a:chOff x="-1450966" y="-2373910"/>
            <a:chExt cx="20345401" cy="1006122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37DBB12-60C7-1B01-749D-1C723D6C3F09}"/>
                </a:ext>
              </a:extLst>
            </p:cNvPr>
            <p:cNvSpPr txBox="1"/>
            <p:nvPr/>
          </p:nvSpPr>
          <p:spPr>
            <a:xfrm>
              <a:off x="-1450966" y="-2373910"/>
              <a:ext cx="20345401" cy="1006122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ActiveX Data Objects offers a rich set of classes for database operations like querying, inserting, updating, and deleting data.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Key components like </a:t>
              </a:r>
              <a:r>
                <a:rPr lang="en-US" sz="3000" dirty="0" err="1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SqlConnection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, </a:t>
              </a:r>
              <a:r>
                <a:rPr lang="en-US" sz="3000" dirty="0" err="1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SqlCommand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, </a:t>
              </a:r>
              <a:r>
                <a:rPr lang="en-US" sz="3000" dirty="0" err="1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SqlDataReader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, and </a:t>
              </a:r>
              <a:r>
                <a:rPr lang="en-US" sz="3000" dirty="0" err="1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DataSet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 allow developers to work with data in both connected and disconnected modes.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Components of ADO.NET: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 err="1">
                  <a:solidFill>
                    <a:srgbClr val="FFFFFF"/>
                  </a:solidFill>
                  <a:ea typeface="Calibri"/>
                  <a:cs typeface="Calibri"/>
                </a:rPr>
                <a:t>SqlConnection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/ </a:t>
              </a:r>
              <a:r>
                <a:rPr lang="en-US" sz="3000" dirty="0" err="1">
                  <a:solidFill>
                    <a:srgbClr val="FFFFFF"/>
                  </a:solidFill>
                  <a:ea typeface="Calibri"/>
                  <a:cs typeface="Calibri"/>
                </a:rPr>
                <a:t>OleDbConnection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/ </a:t>
              </a:r>
              <a:r>
                <a:rPr lang="en-US" sz="3000" dirty="0" err="1">
                  <a:solidFill>
                    <a:srgbClr val="FFFFFF"/>
                  </a:solidFill>
                  <a:ea typeface="Calibri"/>
                  <a:cs typeface="Calibri"/>
                </a:rPr>
                <a:t>OracleConnection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</a:t>
              </a:r>
            </a:p>
            <a:p>
              <a:pPr marL="1371600" lvl="2" indent="-4572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Establishes a connection to a specific data source (e.g., SQL Server, Oracle). </a:t>
              </a:r>
            </a:p>
            <a:p>
              <a:pPr marL="1371600" lvl="2" indent="-4572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Manages opening and closing of the database connection.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 err="1">
                  <a:solidFill>
                    <a:srgbClr val="FFFFFF"/>
                  </a:solidFill>
                  <a:ea typeface="Calibri"/>
                  <a:cs typeface="Calibri"/>
                </a:rPr>
                <a:t>SqlCommand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/ </a:t>
              </a:r>
              <a:r>
                <a:rPr lang="en-US" sz="3000" dirty="0" err="1">
                  <a:solidFill>
                    <a:srgbClr val="FFFFFF"/>
                  </a:solidFill>
                  <a:ea typeface="Calibri"/>
                  <a:cs typeface="Calibri"/>
                </a:rPr>
                <a:t>OleDbCommand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</a:t>
              </a:r>
            </a:p>
            <a:p>
              <a:pPr marL="1371600" lvl="2" indent="-4572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Executes SQL queries and commands (e.g., SELECT, INSERT, UPDATE, DELETE). </a:t>
              </a:r>
            </a:p>
            <a:p>
              <a:pPr marL="1371600" lvl="2" indent="-4572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Can execute queries that return data or perform database operations. 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60FEAAC-42C3-AC95-7F62-1CD93E2500DB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6E1967B-CD53-AAA4-F404-F56D592D03E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67CECC1-031F-5EC6-4D1D-441B2B0570D1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24D7B8C-42CC-9651-A948-2193C00C27E7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Introduction to ADO.net</a:t>
            </a:r>
            <a:endParaRPr lang="en-GB" sz="8000" b="1" dirty="0">
              <a:solidFill>
                <a:srgbClr val="FFFFFF"/>
              </a:solidFill>
              <a:ea typeface="+mn-lt"/>
              <a:cs typeface="+mn-lt"/>
              <a:sym typeface="Heebo Black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4FE42C2-A7D5-5755-004C-E66097649BC3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3AEABBE-5E9E-DAA8-8773-2E17F8AB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83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82397-C471-DDB1-169D-2AE0767DE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935C778-2C4C-6B50-AA81-BE548D40956C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156E348-B77D-95B1-FFE5-062BF8755002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E3C1601-2435-08AE-4097-484EFBA2DD9C}"/>
              </a:ext>
            </a:extLst>
          </p:cNvPr>
          <p:cNvGrpSpPr/>
          <p:nvPr/>
        </p:nvGrpSpPr>
        <p:grpSpPr>
          <a:xfrm>
            <a:off x="1871662" y="1356094"/>
            <a:ext cx="15259050" cy="8930906"/>
            <a:chOff x="-1469547" y="-3238395"/>
            <a:chExt cx="20345401" cy="1190788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8EDD903-463B-C224-94A7-9DCF61BE6B70}"/>
                </a:ext>
              </a:extLst>
            </p:cNvPr>
            <p:cNvSpPr txBox="1"/>
            <p:nvPr/>
          </p:nvSpPr>
          <p:spPr>
            <a:xfrm>
              <a:off x="-1469547" y="-3238395"/>
              <a:ext cx="20345401" cy="119078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 err="1">
                  <a:solidFill>
                    <a:srgbClr val="FFFFFF"/>
                  </a:solidFill>
                  <a:ea typeface="Calibri"/>
                  <a:cs typeface="Calibri"/>
                </a:rPr>
                <a:t>SqlDataReader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/ </a:t>
              </a:r>
              <a:r>
                <a:rPr lang="en-US" sz="3000" dirty="0" err="1">
                  <a:solidFill>
                    <a:srgbClr val="FFFFFF"/>
                  </a:solidFill>
                  <a:ea typeface="Calibri"/>
                  <a:cs typeface="Calibri"/>
                </a:rPr>
                <a:t>OleDbDataReader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</a:t>
              </a:r>
            </a:p>
            <a:p>
              <a:pPr marL="1371600" lvl="2" indent="-4572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Reads data from the database in a forward-only, read-only manner. </a:t>
              </a:r>
            </a:p>
            <a:p>
              <a:pPr marL="1371600" lvl="2" indent="-4572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Fast and efficient for reading large amounts of data.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Working with ADO.NET :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Step 1: Import ADO.NET Namespace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Step 2: Create a Connection. </a:t>
              </a:r>
            </a:p>
            <a:p>
              <a:pPr marL="1371600" lvl="2" indent="-4572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Use </a:t>
              </a:r>
              <a:r>
                <a:rPr lang="en-US" sz="3000" i="1" dirty="0" err="1">
                  <a:solidFill>
                    <a:srgbClr val="FFFFFF"/>
                  </a:solidFill>
                  <a:ea typeface="Calibri"/>
                  <a:cs typeface="Calibri"/>
                </a:rPr>
                <a:t>SqlConnection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to connect to the database.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Step 3: Create a Command </a:t>
              </a:r>
            </a:p>
            <a:p>
              <a:pPr marL="1371600" lvl="2" indent="-4572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Use </a:t>
              </a:r>
              <a:r>
                <a:rPr lang="en-US" sz="3000" i="1" dirty="0" err="1">
                  <a:solidFill>
                    <a:srgbClr val="FFFFFF"/>
                  </a:solidFill>
                  <a:ea typeface="Calibri"/>
                  <a:cs typeface="Calibri"/>
                </a:rPr>
                <a:t>SqlCommand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to define a SQL query or stored procedure.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Step 4: Open Connection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Step 5: Execute Command and Read Data </a:t>
              </a:r>
            </a:p>
            <a:p>
              <a:pPr marL="1371600" lvl="2" indent="-457200" algn="just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Using </a:t>
              </a:r>
              <a:r>
                <a:rPr lang="en-US" sz="3000" i="1" dirty="0" err="1">
                  <a:solidFill>
                    <a:srgbClr val="FFFFFF"/>
                  </a:solidFill>
                  <a:ea typeface="Calibri"/>
                  <a:cs typeface="Calibri"/>
                </a:rPr>
                <a:t>SqlDataReader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for forward-only reading.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Step 6: Close the Connection 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4F7A2A6-A9FD-E6B9-8523-98BFF6ECBBD3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2402A24-1C90-62DF-1782-9D3153895857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7203A05-5808-470D-F1C1-8CFF0E64C24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54F4919-2859-2B4F-0B7C-82CF3F7C0EA8}"/>
              </a:ext>
            </a:extLst>
          </p:cNvPr>
          <p:cNvSpPr txBox="1"/>
          <p:nvPr/>
        </p:nvSpPr>
        <p:spPr>
          <a:xfrm>
            <a:off x="1666121" y="247787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Introduction to ADO.net</a:t>
            </a:r>
            <a:endParaRPr lang="en-GB" sz="8000" b="1" dirty="0">
              <a:solidFill>
                <a:srgbClr val="FFFFFF"/>
              </a:solidFill>
              <a:ea typeface="+mn-lt"/>
              <a:cs typeface="+mn-lt"/>
              <a:sym typeface="Heebo Black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791AD8D-9324-554E-0930-86376F6D62EE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31EBD0F-2A1C-51C5-5E68-4BDFFF48F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11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8B96F-E098-1384-B8E1-8CF7AE6A9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C45F22F-978D-DD5B-547A-268B1809AD8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E025574-5C3E-A747-2227-42C76ADFE007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6B17257-2991-62C5-BCAD-B1AEA05D6F31}"/>
              </a:ext>
            </a:extLst>
          </p:cNvPr>
          <p:cNvGrpSpPr/>
          <p:nvPr/>
        </p:nvGrpSpPr>
        <p:grpSpPr>
          <a:xfrm>
            <a:off x="1871662" y="1356094"/>
            <a:ext cx="15259050" cy="8930906"/>
            <a:chOff x="-1469547" y="-3238395"/>
            <a:chExt cx="20345401" cy="1190788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DD7DEF1-5193-B20C-3213-2DA8D5482279}"/>
                </a:ext>
              </a:extLst>
            </p:cNvPr>
            <p:cNvSpPr txBox="1"/>
            <p:nvPr/>
          </p:nvSpPr>
          <p:spPr>
            <a:xfrm>
              <a:off x="-1469547" y="-3238395"/>
              <a:ext cx="20345401" cy="1190788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i="1" dirty="0" err="1">
                  <a:solidFill>
                    <a:srgbClr val="FFFFFF"/>
                  </a:solidFill>
                  <a:ea typeface="Calibri"/>
                  <a:cs typeface="Calibri"/>
                </a:rPr>
                <a:t>NpgsqlConnection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is a class provided by the </a:t>
              </a:r>
              <a:r>
                <a:rPr lang="en-US" sz="3000" dirty="0" err="1">
                  <a:solidFill>
                    <a:srgbClr val="FFFFFF"/>
                  </a:solidFill>
                  <a:ea typeface="Calibri"/>
                  <a:cs typeface="Calibri"/>
                </a:rPr>
                <a:t>Npgsql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library, which enables .NET applications to connect to and work with PostgreSQL databases using ADO.NET standards.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i="1" dirty="0" err="1">
                  <a:solidFill>
                    <a:srgbClr val="FFFFFF"/>
                  </a:solidFill>
                  <a:ea typeface="Calibri"/>
                  <a:cs typeface="Calibri"/>
                </a:rPr>
                <a:t>NpgsqlConnection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represents an open connection to a PostgreSQL database.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It is the PostgreSQL equivalent of </a:t>
              </a:r>
              <a:r>
                <a:rPr lang="en-US" sz="3000" dirty="0" err="1">
                  <a:solidFill>
                    <a:srgbClr val="FFFFFF"/>
                  </a:solidFill>
                  <a:ea typeface="Calibri"/>
                  <a:cs typeface="Calibri"/>
                </a:rPr>
                <a:t>SqlConnection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used with Microsoft SQL Server.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Working with </a:t>
              </a:r>
              <a:r>
                <a:rPr lang="en-US" sz="3000" b="1" i="1" dirty="0" err="1">
                  <a:solidFill>
                    <a:srgbClr val="FFFFFF"/>
                  </a:solidFill>
                  <a:ea typeface="Calibri"/>
                  <a:cs typeface="Calibri"/>
                </a:rPr>
                <a:t>Npgsqlconnection</a:t>
              </a: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: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Step 1: Install </a:t>
              </a:r>
              <a:r>
                <a:rPr lang="en-US" sz="3000" dirty="0" err="1">
                  <a:solidFill>
                    <a:srgbClr val="FFFFFF"/>
                  </a:solidFill>
                  <a:ea typeface="Calibri"/>
                  <a:cs typeface="Calibri"/>
                </a:rPr>
                <a:t>Npgsql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NuGet Package 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If you haven’t already, install </a:t>
              </a:r>
              <a:r>
                <a:rPr lang="en-US" sz="3000" dirty="0" err="1">
                  <a:solidFill>
                    <a:srgbClr val="FFFFFF"/>
                  </a:solidFill>
                  <a:ea typeface="Calibri"/>
                  <a:cs typeface="Calibri"/>
                </a:rPr>
                <a:t>Npgsql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using the NuGet package manager 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Step 2: Import Namespace 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Step 3: Create a Connection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Connection String Parameters: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Host: The </a:t>
              </a:r>
              <a:r>
                <a:rPr lang="en-US" sz="3000" i="1" dirty="0">
                  <a:solidFill>
                    <a:srgbClr val="FFFFFF"/>
                  </a:solidFill>
                  <a:ea typeface="Calibri"/>
                  <a:cs typeface="Calibri"/>
                </a:rPr>
                <a:t>server address 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where PostgreSQL is running (e.g., localhost, 192.168.1.10, or a domain). 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Port: The </a:t>
              </a:r>
              <a:r>
                <a:rPr lang="en-US" sz="3000" i="1" dirty="0">
                  <a:solidFill>
                    <a:srgbClr val="FFFFFF"/>
                  </a:solidFill>
                  <a:ea typeface="Calibri"/>
                  <a:cs typeface="Calibri"/>
                </a:rPr>
                <a:t>port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PostgreSQL listens on (default is 5432). 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039C60C-A865-842B-63B9-A5E82CDBCF77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FC274EA-2E4D-3D62-24E8-3A37B5C69041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5F1A4CE-560D-4CFA-0D9D-7624DFD812B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8F8B1C3-C11D-2D19-E04B-38D66C59802F}"/>
              </a:ext>
            </a:extLst>
          </p:cNvPr>
          <p:cNvSpPr txBox="1"/>
          <p:nvPr/>
        </p:nvSpPr>
        <p:spPr>
          <a:xfrm>
            <a:off x="1666121" y="247787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 </a:t>
            </a:r>
            <a:r>
              <a:rPr lang="en-US" sz="8000" spc="279" dirty="0" err="1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NpgsqlConnection</a:t>
            </a: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 </a:t>
            </a:r>
            <a:endParaRPr lang="en-GB" sz="8000" b="1" dirty="0">
              <a:solidFill>
                <a:srgbClr val="FFFFFF"/>
              </a:solidFill>
              <a:ea typeface="+mn-lt"/>
              <a:cs typeface="+mn-lt"/>
              <a:sym typeface="Heebo Black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CCF778B-1BD8-EA83-D087-98B862C81AF1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EB8E759-8557-3BC0-C426-49C9499E2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8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9EB843-3393-9AF0-B036-54D34ECB6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D96F3CB-AAF2-DAD7-1BAF-38AD6354B38D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F10ACAF-407F-6EA6-2F3A-0D08E34FD977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BF5D59B-296D-81E9-0D27-1D362EA15847}"/>
              </a:ext>
            </a:extLst>
          </p:cNvPr>
          <p:cNvGrpSpPr/>
          <p:nvPr/>
        </p:nvGrpSpPr>
        <p:grpSpPr>
          <a:xfrm>
            <a:off x="1871662" y="1356094"/>
            <a:ext cx="15259050" cy="2958504"/>
            <a:chOff x="-1469547" y="-3238395"/>
            <a:chExt cx="20345401" cy="394467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0D5315A-6CBD-9280-C5AF-930D202BBFA5}"/>
                </a:ext>
              </a:extLst>
            </p:cNvPr>
            <p:cNvSpPr txBox="1"/>
            <p:nvPr/>
          </p:nvSpPr>
          <p:spPr>
            <a:xfrm>
              <a:off x="-1469547" y="-3238395"/>
              <a:ext cx="20345401" cy="26745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Username: Your PostgreSQL </a:t>
              </a:r>
              <a:r>
                <a:rPr lang="en-US" sz="3000" i="1" dirty="0">
                  <a:solidFill>
                    <a:srgbClr val="FFFFFF"/>
                  </a:solidFill>
                  <a:ea typeface="Calibri"/>
                  <a:cs typeface="Calibri"/>
                </a:rPr>
                <a:t>username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. 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Password: The </a:t>
              </a:r>
              <a:r>
                <a:rPr lang="en-US" sz="3000" i="1" dirty="0">
                  <a:solidFill>
                    <a:srgbClr val="FFFFFF"/>
                  </a:solidFill>
                  <a:ea typeface="Calibri"/>
                  <a:cs typeface="Calibri"/>
                </a:rPr>
                <a:t>password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for the PostgreSQL user. </a:t>
              </a:r>
            </a:p>
            <a:p>
              <a:pPr marL="1371600" lvl="2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Database: The specific </a:t>
              </a:r>
              <a:r>
                <a:rPr lang="en-US" sz="3000" i="1" dirty="0">
                  <a:solidFill>
                    <a:srgbClr val="FFFFFF"/>
                  </a:solidFill>
                  <a:ea typeface="Calibri"/>
                  <a:cs typeface="Calibri"/>
                </a:rPr>
                <a:t>database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you want to connect to. 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F125EC9-12F8-729C-41D5-DFA2C9CD0094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F788C6C-32F8-A4E1-0E8A-E24A42A830D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834667D-9AFD-1E81-3F34-E08ADF2723D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AC396A5-6572-277A-C7EF-E062660C4D30}"/>
              </a:ext>
            </a:extLst>
          </p:cNvPr>
          <p:cNvSpPr txBox="1"/>
          <p:nvPr/>
        </p:nvSpPr>
        <p:spPr>
          <a:xfrm>
            <a:off x="1666121" y="247787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 </a:t>
            </a:r>
            <a:r>
              <a:rPr lang="en-US" sz="8000" spc="279" dirty="0" err="1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NpgsqlConnection</a:t>
            </a: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 </a:t>
            </a:r>
            <a:endParaRPr lang="en-GB" sz="8000" b="1" dirty="0">
              <a:solidFill>
                <a:srgbClr val="FFFFFF"/>
              </a:solidFill>
              <a:ea typeface="+mn-lt"/>
              <a:cs typeface="+mn-lt"/>
              <a:sym typeface="Heebo Black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FB11B2A-4375-8810-2A29-F32128CA0FC6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28C7015-B423-4DAF-B5C3-7D64B8BDD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263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C53BF5-98AA-3BF2-195A-164FE190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E9F018-58C4-826C-4080-40BAF9747E5A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2AFB84A-436E-2F99-32AC-C264F1745F5F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8668125-8D07-85F6-CE8C-A4076A051F8C}"/>
              </a:ext>
            </a:extLst>
          </p:cNvPr>
          <p:cNvGrpSpPr/>
          <p:nvPr/>
        </p:nvGrpSpPr>
        <p:grpSpPr>
          <a:xfrm>
            <a:off x="1871662" y="1356094"/>
            <a:ext cx="15259050" cy="3390928"/>
            <a:chOff x="-1469547" y="-3238395"/>
            <a:chExt cx="20345401" cy="452124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832D637-34B0-D231-5815-CCB211377321}"/>
                </a:ext>
              </a:extLst>
            </p:cNvPr>
            <p:cNvSpPr txBox="1"/>
            <p:nvPr/>
          </p:nvSpPr>
          <p:spPr>
            <a:xfrm>
              <a:off x="-1469547" y="-3238395"/>
              <a:ext cx="20345401" cy="452124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 err="1">
                  <a:solidFill>
                    <a:srgbClr val="FFFFFF"/>
                  </a:solidFill>
                  <a:ea typeface="Calibri"/>
                  <a:cs typeface="Calibri"/>
                </a:rPr>
                <a:t>NpgsqlCommand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is a class in the </a:t>
              </a:r>
              <a:r>
                <a:rPr lang="en-US" sz="3000" dirty="0" err="1">
                  <a:solidFill>
                    <a:srgbClr val="FFFFFF"/>
                  </a:solidFill>
                  <a:ea typeface="Calibri"/>
                  <a:cs typeface="Calibri"/>
                </a:rPr>
                <a:t>Npgsql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.NET data provider that allows you to execute SQL commands (like SELECT, INSERT, UPDATE, DELETE) against a PostgreSQL database using ADO.NET.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 err="1">
                  <a:solidFill>
                    <a:srgbClr val="FFFFFF"/>
                  </a:solidFill>
                  <a:ea typeface="Calibri"/>
                  <a:cs typeface="Calibri"/>
                </a:rPr>
                <a:t>NpgsqlCommand</a:t>
              </a: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 Methods: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5792C7E-BC22-3A4A-BC35-8BB2FD785DD2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8944622-6F94-04D0-403A-6373153074C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92B4D45-6773-C1F7-06EC-AEB7C448216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51090F2-5F51-251D-BC65-0A0B89E60D33}"/>
              </a:ext>
            </a:extLst>
          </p:cNvPr>
          <p:cNvSpPr txBox="1"/>
          <p:nvPr/>
        </p:nvSpPr>
        <p:spPr>
          <a:xfrm>
            <a:off x="1666121" y="247787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 </a:t>
            </a:r>
            <a:r>
              <a:rPr lang="en-US" sz="8000" spc="279" dirty="0" err="1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NpgsqlCommand</a:t>
            </a: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 </a:t>
            </a:r>
            <a:endParaRPr lang="en-GB" sz="8000" b="1" dirty="0">
              <a:solidFill>
                <a:srgbClr val="FFFFFF"/>
              </a:solidFill>
              <a:ea typeface="+mn-lt"/>
              <a:cs typeface="+mn-lt"/>
              <a:sym typeface="Heebo Black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B55CB15-AED0-44EF-5CB1-DEC444ABA729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174E91E-C5F9-9708-E2A0-827D67BDC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FBCF28-1DF9-9C92-AE7C-8B00F7A7E7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2351" y="4812196"/>
            <a:ext cx="14868361" cy="281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718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62F840-8E92-6238-8AD6-74A551DFE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B5A2DB6-97B4-2CF4-4354-6B6E9A93D59E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4E0DBDB-62CD-E6C8-D802-F59C2CE133CB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1AAD4CE-36FC-E238-F0F7-0AD873A3EA88}"/>
              </a:ext>
            </a:extLst>
          </p:cNvPr>
          <p:cNvGrpSpPr/>
          <p:nvPr/>
        </p:nvGrpSpPr>
        <p:grpSpPr>
          <a:xfrm>
            <a:off x="1871662" y="1356094"/>
            <a:ext cx="15259050" cy="4775923"/>
            <a:chOff x="-1469547" y="-3238395"/>
            <a:chExt cx="20345401" cy="636790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1DDE964-3713-897A-F02B-E7D0E1880ECB}"/>
                </a:ext>
              </a:extLst>
            </p:cNvPr>
            <p:cNvSpPr txBox="1"/>
            <p:nvPr/>
          </p:nvSpPr>
          <p:spPr>
            <a:xfrm>
              <a:off x="-1469547" y="-3238395"/>
              <a:ext cx="20345401" cy="636790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A </a:t>
              </a:r>
              <a:r>
                <a:rPr lang="en-US" sz="3000" i="1" dirty="0" err="1">
                  <a:solidFill>
                    <a:srgbClr val="FFFFFF"/>
                  </a:solidFill>
                  <a:ea typeface="Calibri"/>
                  <a:cs typeface="Calibri"/>
                </a:rPr>
                <a:t>DataReader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is an ADO.NET object used to read data from a database in a fast, forward-only, read-only manner.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It's ideal when you just want to retrieve and display data without updating or manipulating it.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In PostgreSQL (via </a:t>
              </a:r>
              <a:r>
                <a:rPr lang="en-US" sz="3000" dirty="0" err="1">
                  <a:solidFill>
                    <a:srgbClr val="FFFFFF"/>
                  </a:solidFill>
                  <a:ea typeface="Calibri"/>
                  <a:cs typeface="Calibri"/>
                </a:rPr>
                <a:t>Npgsql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), it's specifically called </a:t>
              </a:r>
              <a:r>
                <a:rPr lang="en-US" sz="3000" i="1" dirty="0" err="1">
                  <a:solidFill>
                    <a:srgbClr val="FFFFFF"/>
                  </a:solidFill>
                  <a:ea typeface="Calibri"/>
                  <a:cs typeface="Calibri"/>
                </a:rPr>
                <a:t>NpgsqlDataReader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Calibri"/>
                  <a:cs typeface="Calibri"/>
                </a:rPr>
                <a:t> Common Methods and Properties: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E1BD150-24CB-19BC-0167-F63214EBC656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4FF1BDA-73BB-5514-367B-AEBE5E292BB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9813EA2-8883-2FDE-2798-0F5342560581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D0828EB-E030-39E9-199E-327E518BAA6F}"/>
              </a:ext>
            </a:extLst>
          </p:cNvPr>
          <p:cNvSpPr txBox="1"/>
          <p:nvPr/>
        </p:nvSpPr>
        <p:spPr>
          <a:xfrm>
            <a:off x="1666121" y="247787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 </a:t>
            </a:r>
            <a:r>
              <a:rPr lang="en-US" sz="8000" spc="279" dirty="0" err="1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DataReader</a:t>
            </a:r>
            <a:r>
              <a:rPr lang="en-US" sz="8000" spc="279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 </a:t>
            </a:r>
            <a:endParaRPr lang="en-GB" sz="8000" b="1" dirty="0">
              <a:solidFill>
                <a:srgbClr val="FFFFFF"/>
              </a:solidFill>
              <a:ea typeface="+mn-lt"/>
              <a:cs typeface="+mn-lt"/>
              <a:sym typeface="Heebo Black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612FCF3-AF79-D4C8-2DF3-9F70BBB6678F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29ACB27-4371-332E-BC21-FE0F0C5E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C95BEB9-477C-6204-BB83-E383C6EEC0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0351" y="5143500"/>
            <a:ext cx="14708653" cy="378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808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028700" y="2571933"/>
            <a:ext cx="10254993" cy="6800789"/>
            <a:chOff x="0" y="-5751"/>
            <a:chExt cx="13673324" cy="9067719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88706"/>
              <a:ext cx="13250213" cy="18466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838200" lvl="1" indent="-5143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869167"/>
              <a:ext cx="7271104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Sample Motivational Quotes: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92835" y="7723367"/>
              <a:ext cx="5005696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 "Keep pushing!",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8531" y="7736067"/>
              <a:ext cx="5005696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"Believe in yourself!",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2835" y="6885167"/>
              <a:ext cx="5005696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"You're doing great!",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8531" y="6885167"/>
              <a:ext cx="5060012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 "Every step counts!",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4127" y="8586967"/>
              <a:ext cx="5182851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 "Flutter on!"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FB55547-605D-EDB9-41FF-CD3D51DA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462747" y="533743"/>
            <a:ext cx="6368927" cy="225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solidFill>
                <a:srgbClr val="FFFFFF"/>
              </a:solidFill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5020" y="434632"/>
            <a:ext cx="2025393" cy="1188136"/>
            <a:chOff x="0" y="0"/>
            <a:chExt cx="2700524" cy="15841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503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solidFill>
                    <a:srgbClr val="3168D8"/>
                  </a:solidFill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907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solidFill>
                    <a:srgbClr val="7900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96950" y="4776579"/>
            <a:ext cx="443893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200" dirty="0">
                <a:solidFill>
                  <a:srgbClr val="33123B"/>
                </a:solidFill>
                <a:ea typeface="+mn-lt"/>
                <a:cs typeface="+mn-lt"/>
                <a:sym typeface="Agrandir"/>
              </a:rPr>
              <a:t>ADO.NET </a:t>
            </a:r>
            <a:endParaRPr lang="en-US" sz="3000" b="1" dirty="0">
              <a:solidFill>
                <a:srgbClr val="33123B"/>
              </a:solidFill>
              <a:latin typeface="Assistant Regular Bold"/>
              <a:ea typeface="Assistant Regular Bold"/>
              <a:cs typeface="Assistant Regular Bold"/>
              <a:sym typeface="Assistant Regular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709107" y="4545746"/>
            <a:ext cx="454177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 b="1" dirty="0" err="1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NpgsqlConnection</a:t>
            </a:r>
            <a:endParaRPr lang="en-US" sz="3000" b="1" dirty="0">
              <a:solidFill>
                <a:srgbClr val="33123B"/>
              </a:solidFill>
              <a:latin typeface="Assistant Regular Bold"/>
              <a:ea typeface="Assistant Regular Bold"/>
              <a:cs typeface="Assistant Regula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009413" y="5450259"/>
            <a:ext cx="3346139" cy="466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 err="1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DataReader</a:t>
            </a:r>
            <a:endParaRPr lang="en-US" sz="3000" b="1" dirty="0">
              <a:solidFill>
                <a:srgbClr val="33123B"/>
              </a:solidFill>
              <a:latin typeface="Assistant Regular Bold"/>
              <a:ea typeface="Assistant Regular Bold"/>
              <a:cs typeface="Assistant Regular Bold"/>
              <a:sym typeface="Assistant Regular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GB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32558BEF-52DF-C0CB-3A5D-49B14EC0C2D1}"/>
              </a:ext>
            </a:extLst>
          </p:cNvPr>
          <p:cNvSpPr txBox="1"/>
          <p:nvPr/>
        </p:nvSpPr>
        <p:spPr>
          <a:xfrm>
            <a:off x="4692329" y="5563934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 err="1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NpgsqlCommand</a:t>
            </a:r>
            <a:endParaRPr lang="en-US" sz="3000" b="1" dirty="0">
              <a:solidFill>
                <a:srgbClr val="33123B"/>
              </a:solidFill>
              <a:latin typeface="Assistant Regular Bold"/>
              <a:ea typeface="Assistant Regular Bold"/>
              <a:cs typeface="Assistant Regular Bold"/>
              <a:sym typeface="Assistant Regular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88934-27BD-A973-1154-83E32ADE957B}"/>
              </a:ext>
            </a:extLst>
          </p:cNvPr>
          <p:cNvSpPr txBox="1"/>
          <p:nvPr/>
        </p:nvSpPr>
        <p:spPr>
          <a:xfrm>
            <a:off x="7514463" y="6550713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960917" y="4609225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8728" y="1548652"/>
            <a:ext cx="11229428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endParaRPr lang="en-US" dirty="0">
              <a:ea typeface="Calibri"/>
              <a:cs typeface="Calibri"/>
              <a:hlinkClick r:id="" action="ppaction://noaction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000" dirty="0">
              <a:latin typeface="Assistant Regular"/>
              <a:cs typeface="Assistant Regular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 rot="-410883">
            <a:off x="12294665" y="-1805330"/>
            <a:ext cx="11747274" cy="5668060"/>
          </a:xfrm>
          <a:custGeom>
            <a:avLst/>
            <a:gdLst/>
            <a:ahLst/>
            <a:cxnLst/>
            <a:rect l="l" t="t" r="r" b="b"/>
            <a:pathLst>
              <a:path w="11747274" h="5668060">
                <a:moveTo>
                  <a:pt x="0" y="0"/>
                </a:moveTo>
                <a:lnTo>
                  <a:pt x="11747274" y="0"/>
                </a:lnTo>
                <a:lnTo>
                  <a:pt x="11747274" y="5668060"/>
                </a:lnTo>
                <a:lnTo>
                  <a:pt x="0" y="5668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-10800000">
            <a:off x="-5224993" y="6057900"/>
            <a:ext cx="11992069" cy="5786173"/>
          </a:xfrm>
          <a:custGeom>
            <a:avLst/>
            <a:gdLst/>
            <a:ahLst/>
            <a:cxnLst/>
            <a:rect l="l" t="t" r="r" b="b"/>
            <a:pathLst>
              <a:path w="11992069" h="5786173">
                <a:moveTo>
                  <a:pt x="0" y="0"/>
                </a:moveTo>
                <a:lnTo>
                  <a:pt x="11992070" y="0"/>
                </a:lnTo>
                <a:lnTo>
                  <a:pt x="11992070" y="5786173"/>
                </a:lnTo>
                <a:lnTo>
                  <a:pt x="0" y="5786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334A554D3A384490F35006611FA8EF" ma:contentTypeVersion="3" ma:contentTypeDescription="Create a new document." ma:contentTypeScope="" ma:versionID="d1c5e390780e0d38844ed75d3cc2b18b">
  <xsd:schema xmlns:xsd="http://www.w3.org/2001/XMLSchema" xmlns:xs="http://www.w3.org/2001/XMLSchema" xmlns:p="http://schemas.microsoft.com/office/2006/metadata/properties" xmlns:ns2="ad7d03b8-5160-4549-a356-269f90954506" targetNamespace="http://schemas.microsoft.com/office/2006/metadata/properties" ma:root="true" ma:fieldsID="39eb13f22fcc0a4b85956ff2d0548361" ns2:_="">
    <xsd:import namespace="ad7d03b8-5160-4549-a356-269f909545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7d03b8-5160-4549-a356-269f909545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D0813CC-91C1-423D-9B12-C9886A5D86EA}"/>
</file>

<file path=customXml/itemProps2.xml><?xml version="1.0" encoding="utf-8"?>
<ds:datastoreItem xmlns:ds="http://schemas.openxmlformats.org/officeDocument/2006/customXml" ds:itemID="{0EAD0F20-6B08-4A63-AB69-51D8C47E0E5C}"/>
</file>

<file path=customXml/itemProps3.xml><?xml version="1.0" encoding="utf-8"?>
<ds:datastoreItem xmlns:ds="http://schemas.openxmlformats.org/officeDocument/2006/customXml" ds:itemID="{912B5F65-2EC2-4048-BAF4-7807977A4B03}"/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588</Words>
  <Application>Microsoft Office PowerPoint</Application>
  <PresentationFormat>Custom</PresentationFormat>
  <Paragraphs>110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Heebo Black</vt:lpstr>
      <vt:lpstr>HK Modular</vt:lpstr>
      <vt:lpstr>Horizon</vt:lpstr>
      <vt:lpstr>Courier New</vt:lpstr>
      <vt:lpstr>Agrandir</vt:lpstr>
      <vt:lpstr>Aptos</vt:lpstr>
      <vt:lpstr>Wingdings</vt:lpstr>
      <vt:lpstr>Assistant Regular Bold</vt:lpstr>
      <vt:lpstr>Calibri</vt:lpstr>
      <vt:lpstr>Arial</vt:lpstr>
      <vt:lpstr>Assistant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cp:lastModifiedBy>Krishna Raj</cp:lastModifiedBy>
  <cp:revision>68</cp:revision>
  <dcterms:created xsi:type="dcterms:W3CDTF">2006-08-16T00:00:00Z</dcterms:created>
  <dcterms:modified xsi:type="dcterms:W3CDTF">2025-09-19T05:45:15Z</dcterms:modified>
  <dc:identifier>DAGpXxrSFgM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0x01010020334A554D3A384490F35006611FA8EF</vt:lpwstr>
  </property>
</Properties>
</file>