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9"/>
  </p:notesMasterIdLst>
  <p:sldIdLst>
    <p:sldId id="316" r:id="rId2"/>
    <p:sldId id="256" r:id="rId3"/>
    <p:sldId id="257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5" r:id="rId12"/>
    <p:sldId id="326" r:id="rId13"/>
    <p:sldId id="327" r:id="rId14"/>
    <p:sldId id="328" r:id="rId15"/>
    <p:sldId id="329" r:id="rId16"/>
    <p:sldId id="331" r:id="rId17"/>
    <p:sldId id="332" r:id="rId18"/>
    <p:sldId id="330" r:id="rId19"/>
    <p:sldId id="276" r:id="rId20"/>
    <p:sldId id="324" r:id="rId21"/>
    <p:sldId id="302" r:id="rId22"/>
    <p:sldId id="303" r:id="rId23"/>
    <p:sldId id="333" r:id="rId24"/>
    <p:sldId id="334" r:id="rId25"/>
    <p:sldId id="335" r:id="rId26"/>
    <p:sldId id="304" r:id="rId27"/>
    <p:sldId id="305" r:id="rId28"/>
    <p:sldId id="307" r:id="rId29"/>
    <p:sldId id="274" r:id="rId30"/>
    <p:sldId id="265" r:id="rId31"/>
    <p:sldId id="308" r:id="rId32"/>
    <p:sldId id="309" r:id="rId33"/>
    <p:sldId id="310" r:id="rId34"/>
    <p:sldId id="266" r:id="rId35"/>
    <p:sldId id="311" r:id="rId36"/>
    <p:sldId id="268" r:id="rId37"/>
    <p:sldId id="269" r:id="rId38"/>
  </p:sldIdLst>
  <p:sldSz cx="18288000" cy="10287000"/>
  <p:notesSz cx="6858000" cy="9144000"/>
  <p:embeddedFontLst>
    <p:embeddedFont>
      <p:font typeface="Agrandir" panose="020B0604020202020204" charset="0"/>
      <p:regular r:id="rId40"/>
    </p:embeddedFont>
    <p:embeddedFont>
      <p:font typeface="Assistant Regular" panose="020B0604020202020204" charset="-79"/>
      <p:regular r:id="rId41"/>
    </p:embeddedFont>
    <p:embeddedFont>
      <p:font typeface="Heebo Black" pitchFamily="2" charset="-79"/>
      <p:regular r:id="rId42"/>
      <p:bold r:id="rId43"/>
    </p:embeddedFont>
    <p:embeddedFont>
      <p:font typeface="HK Modular" panose="020B0604020202020204" charset="0"/>
      <p:regular r:id="rId44"/>
    </p:embeddedFont>
    <p:embeddedFont>
      <p:font typeface="Horizon" panose="020B0604020202020204" charset="0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17F43D-2A94-46AF-90C1-C85748EC6597}" v="381" dt="2025-06-07T10:14:44.837"/>
    <p1510:client id="{6EE5FFB5-FA97-431F-A702-10D5039EA187}" v="1704" dt="2025-06-07T07:39:16.444"/>
    <p1510:client id="{8530CCF8-970C-45E7-B10C-1B8DC558D11B}" v="2" dt="2025-06-07T00:43:59.214"/>
    <p1510:client id="{993A952B-EB64-46F1-A797-5574A5E2CF03}" v="26" dt="2025-06-07T00:57:34.844"/>
    <p1510:client id="{BB55558A-5814-425F-BF8E-19951515002E}" v="4" dt="2025-06-07T00:49:22.607"/>
    <p1510:client id="{C229F99B-91FC-4CCB-AA17-9B031DDDE57D}" v="63" dt="2025-06-07T10:24:52.588"/>
    <p1510:client id="{FA7CE110-92A3-92C7-45DA-1740071A6006}" v="76" dt="2025-06-07T01:54:34.2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82" y="4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efda937d-84e0-40c4-9af3-7c13939e1814::" providerId="AD" clId="Web-{FA7CE110-92A3-92C7-45DA-1740071A6006}"/>
    <pc:docChg chg="modSld modMainMaster">
      <pc:chgData name="Guest User" userId="S::urn:spo:tenantanon#efda937d-84e0-40c4-9af3-7c13939e1814::" providerId="AD" clId="Web-{FA7CE110-92A3-92C7-45DA-1740071A6006}" dt="2025-06-07T01:54:32.087" v="44" actId="20577"/>
      <pc:docMkLst>
        <pc:docMk/>
      </pc:docMkLst>
      <pc:sldChg chg="delSp modSp">
        <pc:chgData name="Guest User" userId="S::urn:spo:tenantanon#efda937d-84e0-40c4-9af3-7c13939e1814::" providerId="AD" clId="Web-{FA7CE110-92A3-92C7-45DA-1740071A6006}" dt="2025-06-07T01:51:39.903" v="29"/>
        <pc:sldMkLst>
          <pc:docMk/>
          <pc:sldMk cId="0" sldId="256"/>
        </pc:sldMkLst>
        <pc:spChg chg="mod">
          <ac:chgData name="Guest User" userId="S::urn:spo:tenantanon#efda937d-84e0-40c4-9af3-7c13939e1814::" providerId="AD" clId="Web-{FA7CE110-92A3-92C7-45DA-1740071A6006}" dt="2025-06-07T01:49:13.620" v="8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58.761" v="18" actId="20577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9.903" v="29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6.903" v="2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31.229" v="15" actId="20577"/>
          <ac:spMkLst>
            <pc:docMk/>
            <pc:sldMk cId="0" sldId="256"/>
            <ac:spMk id="11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0:56.402" v="19"/>
          <ac:spMkLst>
            <pc:docMk/>
            <pc:sldMk cId="0" sldId="256"/>
            <ac:spMk id="15" creationId="{45BF26D9-E672-5704-847A-EC70136C457F}"/>
          </ac:spMkLst>
        </pc:spChg>
      </pc:sldChg>
      <pc:sldChg chg="delSp modSp">
        <pc:chgData name="Guest User" userId="S::urn:spo:tenantanon#efda937d-84e0-40c4-9af3-7c13939e1814::" providerId="AD" clId="Web-{FA7CE110-92A3-92C7-45DA-1740071A6006}" dt="2025-06-07T01:54:32.087" v="44" actId="20577"/>
        <pc:sldMkLst>
          <pc:docMk/>
          <pc:sldMk cId="0" sldId="257"/>
        </pc:sldMkLst>
        <pc:spChg chg="mod">
          <ac:chgData name="Guest User" userId="S::urn:spo:tenantanon#efda937d-84e0-40c4-9af3-7c13939e1814::" providerId="AD" clId="Web-{FA7CE110-92A3-92C7-45DA-1740071A6006}" dt="2025-06-07T01:54:32.087" v="44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41.466" v="35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53.013" v="37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42.748" v="42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15.451" v="39" actId="20577"/>
          <ac:spMkLst>
            <pc:docMk/>
            <pc:sldMk cId="0" sldId="257"/>
            <ac:spMk id="38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7"/>
            <ac:spMk id="51" creationId="{A17B05B3-0594-F81F-73B9-E312A4458F6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8"/>
            <ac:spMk id="18" creationId="{7B3027A7-DAC5-DCD6-514D-8CE16A96B9A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9"/>
            <ac:spMk id="17" creationId="{17D831A0-7C01-707A-4C80-74428957F38C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0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0"/>
            <ac:spMk id="35" creationId="{5BB8C59D-A84F-B76A-AF74-E2C7C1AB8825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1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1"/>
            <ac:spMk id="15" creationId="{2D5696C4-FCF8-BCC3-0465-6143C8706BF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2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2"/>
            <ac:spMk id="18" creationId="{31E22B1B-04BE-C61A-F002-C1AD09C6ADB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3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3"/>
            <ac:spMk id="18" creationId="{C6158D96-D804-DD74-9B1C-65F843FC17A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4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4"/>
            <ac:spMk id="29" creationId="{BC86B100-FCAB-32FB-01C6-2F12FBCE34D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5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5"/>
            <ac:spMk id="22" creationId="{05024533-8989-7596-7E39-926CC3164904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6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6"/>
            <ac:spMk id="26" creationId="{FAC103A1-4B09-675D-A37A-19459355F868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7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7"/>
            <ac:spMk id="18" creationId="{668A2F5C-FF54-A66F-5D12-D192F5B56910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8"/>
            <ac:spMk id="15" creationId="{7287FD4E-C786-B09B-663B-82A1E1EE551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9"/>
            <ac:spMk id="7" creationId="{2158483B-0401-A966-5BCC-93F23D71CED0}"/>
          </ac:spMkLst>
        </pc:spChg>
      </pc:sldChg>
      <pc:sldMasterChg chg="mod modSldLayout">
        <pc:chgData name="Guest User" userId="S::urn:spo:tenantanon#efda937d-84e0-40c4-9af3-7c13939e1814::" providerId="AD" clId="Web-{FA7CE110-92A3-92C7-45DA-1740071A6006}" dt="2025-06-07T01:51:05.246" v="20"/>
        <pc:sldMasterMkLst>
          <pc:docMk/>
          <pc:sldMasterMk cId="0" sldId="2147483648"/>
        </pc:sldMasterMkLst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Krishnaraj Rao" userId="S::krishnaraj@devappsys.com::a83542c9-5cf2-493e-a756-14c8b4a74310" providerId="AD" clId="Web-{6EE5FFB5-FA97-431F-A702-10D5039EA187}"/>
    <pc:docChg chg="addSld delSld modSld sldOrd">
      <pc:chgData name="Krishnaraj Rao" userId="S::krishnaraj@devappsys.com::a83542c9-5cf2-493e-a756-14c8b4a74310" providerId="AD" clId="Web-{6EE5FFB5-FA97-431F-A702-10D5039EA187}" dt="2025-06-07T07:39:16.444" v="1033"/>
      <pc:docMkLst>
        <pc:docMk/>
      </pc:docMkLst>
      <pc:sldChg chg="modSp">
        <pc:chgData name="Krishnaraj Rao" userId="S::krishnaraj@devappsys.com::a83542c9-5cf2-493e-a756-14c8b4a74310" providerId="AD" clId="Web-{6EE5FFB5-FA97-431F-A702-10D5039EA187}" dt="2025-06-07T07:27:05.040" v="942" actId="20577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6EE5FFB5-FA97-431F-A702-10D5039EA187}" dt="2025-06-07T07:27:05.040" v="942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EE5FFB5-FA97-431F-A702-10D5039EA187}" dt="2025-06-07T06:54:40.138" v="485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EE5FFB5-FA97-431F-A702-10D5039EA187}" dt="2025-06-07T05:48:26.761" v="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06.450" v="17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61" v="2"/>
          <ac:spMkLst>
            <pc:docMk/>
            <pc:sldMk cId="0" sldId="257"/>
            <ac:spMk id="2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4:40.138" v="485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4"/>
          <ac:spMkLst>
            <pc:docMk/>
            <pc:sldMk cId="0" sldId="257"/>
            <ac:spMk id="2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5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7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8"/>
          <ac:spMkLst>
            <pc:docMk/>
            <pc:sldMk cId="0" sldId="257"/>
            <ac:spMk id="3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17.919" v="20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0"/>
          <ac:spMkLst>
            <pc:docMk/>
            <pc:sldMk cId="0" sldId="257"/>
            <ac:spMk id="4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23.122" v="22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2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964" v="13"/>
          <ac:spMkLst>
            <pc:docMk/>
            <pc:sldMk cId="0" sldId="257"/>
            <ac:spMk id="48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5:54:54.601" v="71" actId="20577"/>
        <pc:sldMkLst>
          <pc:docMk/>
          <pc:sldMk cId="0" sldId="258"/>
        </pc:sldMkLst>
        <pc:spChg chg="mod">
          <ac:chgData name="Krishnaraj Rao" userId="S::krishnaraj@devappsys.com::a83542c9-5cf2-493e-a756-14c8b4a74310" providerId="AD" clId="Web-{6EE5FFB5-FA97-431F-A702-10D5039EA187}" dt="2025-06-07T05:54:54.601" v="71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0:15.983" v="32" actId="1076"/>
          <ac:spMkLst>
            <pc:docMk/>
            <pc:sldMk cId="0" sldId="25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3:22.455" v="55"/>
          <ac:spMkLst>
            <pc:docMk/>
            <pc:sldMk cId="0" sldId="258"/>
            <ac:spMk id="13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0:06.202" v="31"/>
          <ac:spMkLst>
            <pc:docMk/>
            <pc:sldMk cId="0" sldId="258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2:01.985" v="43" actId="107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 add del">
        <pc:chgData name="Krishnaraj Rao" userId="S::krishnaraj@devappsys.com::a83542c9-5cf2-493e-a756-14c8b4a74310" providerId="AD" clId="Web-{6EE5FFB5-FA97-431F-A702-10D5039EA187}" dt="2025-06-07T06:39:01.396" v="334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6EE5FFB5-FA97-431F-A702-10D5039EA187}" dt="2025-06-07T06:32:38.889" v="302"/>
          <ac:spMkLst>
            <pc:docMk/>
            <pc:sldMk cId="0" sldId="259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34:48.282" v="323" actId="20577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6:33:57.906" v="312"/>
          <ac:spMkLst>
            <pc:docMk/>
            <pc:sldMk cId="0" sldId="259"/>
            <ac:spMk id="13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EE5FFB5-FA97-431F-A702-10D5039EA187}" dt="2025-06-07T06:38:58.849" v="333"/>
          <ac:spMkLst>
            <pc:docMk/>
            <pc:sldMk cId="0" sldId="259"/>
            <ac:spMk id="14" creationId="{00000000-0000-0000-0000-000000000000}"/>
          </ac:spMkLst>
        </pc:spChg>
        <pc:grpChg chg="del mod">
          <ac:chgData name="Krishnaraj Rao" userId="S::krishnaraj@devappsys.com::a83542c9-5cf2-493e-a756-14c8b4a74310" providerId="AD" clId="Web-{6EE5FFB5-FA97-431F-A702-10D5039EA187}" dt="2025-06-07T06:34:08.203" v="315"/>
          <ac:grpSpMkLst>
            <pc:docMk/>
            <pc:sldMk cId="0" sldId="259"/>
            <ac:grpSpMk id="5" creationId="{00000000-0000-0000-0000-000000000000}"/>
          </ac:grpSpMkLst>
        </pc:grpChg>
        <pc:grpChg chg="del">
          <ac:chgData name="Krishnaraj Rao" userId="S::krishnaraj@devappsys.com::a83542c9-5cf2-493e-a756-14c8b4a74310" providerId="AD" clId="Web-{6EE5FFB5-FA97-431F-A702-10D5039EA187}" dt="2025-06-07T06:32:40.420" v="303"/>
          <ac:grpSpMkLst>
            <pc:docMk/>
            <pc:sldMk cId="0" sldId="259"/>
            <ac:grpSpMk id="7" creationId="{00000000-0000-0000-0000-000000000000}"/>
          </ac:grpSpMkLst>
        </pc:grpChg>
        <pc:picChg chg="add del mod">
          <ac:chgData name="Krishnaraj Rao" userId="S::krishnaraj@devappsys.com::a83542c9-5cf2-493e-a756-14c8b4a74310" providerId="AD" clId="Web-{6EE5FFB5-FA97-431F-A702-10D5039EA187}" dt="2025-06-07T06:33:12.562" v="306"/>
          <ac:picMkLst>
            <pc:docMk/>
            <pc:sldMk cId="0" sldId="259"/>
            <ac:picMk id="15" creationId="{A5F09E1F-B94D-CF10-0339-42869DFD4B6C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5:30.845" v="324"/>
          <ac:picMkLst>
            <pc:docMk/>
            <pc:sldMk cId="0" sldId="259"/>
            <ac:picMk id="16" creationId="{11C996E2-76DC-3210-5EAB-41284963AF19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9:01.396" v="334"/>
          <ac:picMkLst>
            <pc:docMk/>
            <pc:sldMk cId="0" sldId="259"/>
            <ac:picMk id="17" creationId="{19740CE3-C360-7535-5DA7-CC40B350C4AD}"/>
          </ac:picMkLst>
        </pc:picChg>
      </pc:sldChg>
      <pc:sldChg chg="del ord">
        <pc:chgData name="Krishnaraj Rao" userId="S::krishnaraj@devappsys.com::a83542c9-5cf2-493e-a756-14c8b4a74310" providerId="AD" clId="Web-{6EE5FFB5-FA97-431F-A702-10D5039EA187}" dt="2025-06-07T06:58:06.079" v="503"/>
        <pc:sldMkLst>
          <pc:docMk/>
          <pc:sldMk cId="0" sldId="260"/>
        </pc:sldMkLst>
      </pc:sldChg>
      <pc:sldChg chg="del">
        <pc:chgData name="Krishnaraj Rao" userId="S::krishnaraj@devappsys.com::a83542c9-5cf2-493e-a756-14c8b4a74310" providerId="AD" clId="Web-{6EE5FFB5-FA97-431F-A702-10D5039EA187}" dt="2025-06-07T06:58:02.360" v="502"/>
        <pc:sldMkLst>
          <pc:docMk/>
          <pc:sldMk cId="0" sldId="261"/>
        </pc:sldMkLst>
      </pc:sldChg>
      <pc:sldChg chg="del">
        <pc:chgData name="Krishnaraj Rao" userId="S::krishnaraj@devappsys.com::a83542c9-5cf2-493e-a756-14c8b4a74310" providerId="AD" clId="Web-{6EE5FFB5-FA97-431F-A702-10D5039EA187}" dt="2025-06-07T06:58:06.438" v="504"/>
        <pc:sldMkLst>
          <pc:docMk/>
          <pc:sldMk cId="0" sldId="262"/>
        </pc:sldMkLst>
      </pc:sldChg>
      <pc:sldChg chg="delSp modSp del">
        <pc:chgData name="Krishnaraj Rao" userId="S::krishnaraj@devappsys.com::a83542c9-5cf2-493e-a756-14c8b4a74310" providerId="AD" clId="Web-{6EE5FFB5-FA97-431F-A702-10D5039EA187}" dt="2025-06-07T07:02:59.334" v="566"/>
        <pc:sldMkLst>
          <pc:docMk/>
          <pc:sldMk cId="0" sldId="263"/>
        </pc:sldMkLst>
        <pc:spChg chg="mod">
          <ac:chgData name="Krishnaraj Rao" userId="S::krishnaraj@devappsys.com::a83542c9-5cf2-493e-a756-14c8b4a74310" providerId="AD" clId="Web-{6EE5FFB5-FA97-431F-A702-10D5039EA187}" dt="2025-06-07T06:59:52.581" v="529" actId="14100"/>
          <ac:spMkLst>
            <pc:docMk/>
            <pc:sldMk cId="0" sldId="263"/>
            <ac:spMk id="6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02:38.381" v="565" actId="20577"/>
          <ac:spMkLst>
            <pc:docMk/>
            <pc:sldMk cId="0" sldId="263"/>
            <ac:spMk id="8" creationId="{00000000-0000-0000-0000-000000000000}"/>
          </ac:spMkLst>
        </pc:spChg>
        <pc:spChg chg="del mod topLvl">
          <ac:chgData name="Krishnaraj Rao" userId="S::krishnaraj@devappsys.com::a83542c9-5cf2-493e-a756-14c8b4a74310" providerId="AD" clId="Web-{6EE5FFB5-FA97-431F-A702-10D5039EA187}" dt="2025-06-07T06:59:00.127" v="511"/>
          <ac:spMkLst>
            <pc:docMk/>
            <pc:sldMk cId="0" sldId="263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8.096" v="510"/>
          <ac:spMkLst>
            <pc:docMk/>
            <pc:sldMk cId="0" sldId="263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6.080" v="509"/>
          <ac:spMkLst>
            <pc:docMk/>
            <pc:sldMk cId="0" sldId="263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4.236" v="50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1.392" v="507"/>
          <ac:spMkLst>
            <pc:docMk/>
            <pc:sldMk cId="0" sldId="263"/>
            <ac:spMk id="1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6:59:00.127" v="511"/>
          <ac:grpSpMkLst>
            <pc:docMk/>
            <pc:sldMk cId="0" sldId="263"/>
            <ac:grpSpMk id="7" creationId="{00000000-0000-0000-0000-000000000000}"/>
          </ac:grpSpMkLst>
        </pc:grpChg>
      </pc:sldChg>
      <pc:sldChg chg="del">
        <pc:chgData name="Krishnaraj Rao" userId="S::krishnaraj@devappsys.com::a83542c9-5cf2-493e-a756-14c8b4a74310" providerId="AD" clId="Web-{6EE5FFB5-FA97-431F-A702-10D5039EA187}" dt="2025-06-07T07:08:17.606" v="627"/>
        <pc:sldMkLst>
          <pc:docMk/>
          <pc:sldMk cId="0" sldId="264"/>
        </pc:sldMkLst>
      </pc:sldChg>
      <pc:sldChg chg="modSp">
        <pc:chgData name="Krishnaraj Rao" userId="S::krishnaraj@devappsys.com::a83542c9-5cf2-493e-a756-14c8b4a74310" providerId="AD" clId="Web-{6EE5FFB5-FA97-431F-A702-10D5039EA187}" dt="2025-06-07T07:22:48.957" v="898" actId="20577"/>
        <pc:sldMkLst>
          <pc:docMk/>
          <pc:sldMk cId="0" sldId="265"/>
        </pc:sldMkLst>
        <pc:spChg chg="mod">
          <ac:chgData name="Krishnaraj Rao" userId="S::krishnaraj@devappsys.com::a83542c9-5cf2-493e-a756-14c8b4a74310" providerId="AD" clId="Web-{6EE5FFB5-FA97-431F-A702-10D5039EA187}" dt="2025-06-07T07:11:42.657" v="646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2:39.486" v="655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2:48.957" v="898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4:02.535" v="684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8"/>
          <ac:spMkLst>
            <pc:docMk/>
            <pc:sldMk cId="0" sldId="265"/>
            <ac:spMk id="9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9"/>
          <ac:spMkLst>
            <pc:docMk/>
            <pc:sldMk cId="0" sldId="265"/>
            <ac:spMk id="10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1"/>
          <ac:spMkLst>
            <pc:docMk/>
            <pc:sldMk cId="0" sldId="265"/>
            <ac:spMk id="1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2"/>
          <ac:spMkLst>
            <pc:docMk/>
            <pc:sldMk cId="0" sldId="265"/>
            <ac:spMk id="1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97" v="843"/>
          <ac:spMkLst>
            <pc:docMk/>
            <pc:sldMk cId="0" sldId="265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8:49.732" v="629" actId="20577"/>
          <ac:spMkLst>
            <pc:docMk/>
            <pc:sldMk cId="0" sldId="265"/>
            <ac:spMk id="15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24:47.568" v="934" actId="1076"/>
        <pc:sldMkLst>
          <pc:docMk/>
          <pc:sldMk cId="0" sldId="266"/>
        </pc:sldMkLst>
        <pc:spChg chg="del mod">
          <ac:chgData name="Krishnaraj Rao" userId="S::krishnaraj@devappsys.com::a83542c9-5cf2-493e-a756-14c8b4a74310" providerId="AD" clId="Web-{6EE5FFB5-FA97-431F-A702-10D5039EA187}" dt="2025-06-07T07:23:40.583" v="913"/>
          <ac:spMkLst>
            <pc:docMk/>
            <pc:sldMk cId="0" sldId="266"/>
            <ac:spMk id="19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24:47.568" v="934" actId="1076"/>
          <ac:spMkLst>
            <pc:docMk/>
            <pc:sldMk cId="0" sldId="266"/>
            <ac:spMk id="21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3:19.926" v="909"/>
          <ac:spMkLst>
            <pc:docMk/>
            <pc:sldMk cId="0" sldId="266"/>
            <ac:spMk id="22" creationId="{00000000-0000-0000-0000-000000000000}"/>
          </ac:spMkLst>
        </pc:spChg>
        <pc:spChg chg="del topLvl">
          <ac:chgData name="Krishnaraj Rao" userId="S::krishnaraj@devappsys.com::a83542c9-5cf2-493e-a756-14c8b4a74310" providerId="AD" clId="Web-{6EE5FFB5-FA97-431F-A702-10D5039EA187}" dt="2025-06-07T07:23:21.598" v="910"/>
          <ac:spMkLst>
            <pc:docMk/>
            <pc:sldMk cId="0" sldId="266"/>
            <ac:spMk id="2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7:23:21.598" v="910"/>
          <ac:grpSpMkLst>
            <pc:docMk/>
            <pc:sldMk cId="0" sldId="266"/>
            <ac:grpSpMk id="20" creationId="{00000000-0000-0000-0000-000000000000}"/>
          </ac:grpSpMkLst>
        </pc:grpChg>
      </pc:sldChg>
      <pc:sldChg chg="modSp">
        <pc:chgData name="Krishnaraj Rao" userId="S::krishnaraj@devappsys.com::a83542c9-5cf2-493e-a756-14c8b4a74310" providerId="AD" clId="Web-{6EE5FFB5-FA97-431F-A702-10D5039EA187}" dt="2025-06-07T07:28:34.807" v="976" actId="20577"/>
        <pc:sldMkLst>
          <pc:docMk/>
          <pc:sldMk cId="0" sldId="267"/>
        </pc:sldMkLst>
        <pc:spChg chg="mod">
          <ac:chgData name="Krishnaraj Rao" userId="S::krishnaraj@devappsys.com::a83542c9-5cf2-493e-a756-14c8b4a74310" providerId="AD" clId="Web-{6EE5FFB5-FA97-431F-A702-10D5039EA187}" dt="2025-06-07T07:27:56.916" v="948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12.807" v="957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34.807" v="976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25.666" v="968" actId="20577"/>
          <ac:spMkLst>
            <pc:docMk/>
            <pc:sldMk cId="0" sldId="267"/>
            <ac:spMk id="7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39:16.444" v="1033"/>
        <pc:sldMkLst>
          <pc:docMk/>
          <pc:sldMk cId="0" sldId="268"/>
        </pc:sldMkLst>
        <pc:spChg chg="del mod">
          <ac:chgData name="Krishnaraj Rao" userId="S::krishnaraj@devappsys.com::a83542c9-5cf2-493e-a756-14c8b4a74310" providerId="AD" clId="Web-{6EE5FFB5-FA97-431F-A702-10D5039EA187}" dt="2025-06-07T07:39:09.710" v="1030"/>
          <ac:spMkLst>
            <pc:docMk/>
            <pc:sldMk cId="0" sldId="268"/>
            <ac:spMk id="6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9:33.871" v="978"/>
          <ac:spMkLst>
            <pc:docMk/>
            <pc:sldMk cId="0" sldId="268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32:43.406" v="1028" actId="20577"/>
          <ac:spMkLst>
            <pc:docMk/>
            <pc:sldMk cId="0" sldId="26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6.444" v="1033"/>
          <ac:spMkLst>
            <pc:docMk/>
            <pc:sldMk cId="0" sldId="268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1.132" v="1031"/>
          <ac:spMkLst>
            <pc:docMk/>
            <pc:sldMk cId="0" sldId="268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4.241" v="1032"/>
          <ac:spMkLst>
            <pc:docMk/>
            <pc:sldMk cId="0" sldId="268"/>
            <ac:spMk id="12" creationId="{00000000-0000-0000-0000-000000000000}"/>
          </ac:spMkLst>
        </pc:spChg>
      </pc:sldChg>
      <pc:sldChg chg="addSp modSp add del replId">
        <pc:chgData name="Krishnaraj Rao" userId="S::krishnaraj@devappsys.com::a83542c9-5cf2-493e-a756-14c8b4a74310" providerId="AD" clId="Web-{6EE5FFB5-FA97-431F-A702-10D5039EA187}" dt="2025-06-07T06:56:40.249" v="501"/>
        <pc:sldMkLst>
          <pc:docMk/>
          <pc:sldMk cId="2009292532" sldId="270"/>
        </pc:sldMkLst>
        <pc:spChg chg="mod">
          <ac:chgData name="Krishnaraj Rao" userId="S::krishnaraj@devappsys.com::a83542c9-5cf2-493e-a756-14c8b4a74310" providerId="AD" clId="Web-{6EE5FFB5-FA97-431F-A702-10D5039EA187}" dt="2025-06-07T06:04:13.987" v="154" actId="14100"/>
          <ac:spMkLst>
            <pc:docMk/>
            <pc:sldMk cId="2009292532" sldId="270"/>
            <ac:spMk id="5" creationId="{3C034509-A163-54FF-33EF-A5317C50E181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5:06.779" v="500" actId="20577"/>
          <ac:spMkLst>
            <pc:docMk/>
            <pc:sldMk cId="2009292532" sldId="270"/>
            <ac:spMk id="9" creationId="{A5613FCB-0CCD-CED3-C4BF-22EDAD66F491}"/>
          </ac:spMkLst>
        </pc:spChg>
        <pc:graphicFrameChg chg="add mod modGraphic">
          <ac:chgData name="Krishnaraj Rao" userId="S::krishnaraj@devappsys.com::a83542c9-5cf2-493e-a756-14c8b4a74310" providerId="AD" clId="Web-{6EE5FFB5-FA97-431F-A702-10D5039EA187}" dt="2025-06-07T06:04:17.315" v="155"/>
          <ac:graphicFrameMkLst>
            <pc:docMk/>
            <pc:sldMk cId="2009292532" sldId="270"/>
            <ac:graphicFrameMk id="14" creationId="{B004AC6C-DBF2-F92D-5B0F-776E75526CE0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25:32.985" v="3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EE5FFB5-FA97-431F-A702-10D5039EA187}" dt="2025-06-07T06:25:32.985" v="301" actId="20577"/>
          <ac:spMkLst>
            <pc:docMk/>
            <pc:sldMk cId="2287379508" sldId="271"/>
            <ac:spMk id="5" creationId="{011B476D-250C-9356-4E61-619F8DF47597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09:07.430" v="169" actId="20577"/>
          <ac:spMkLst>
            <pc:docMk/>
            <pc:sldMk cId="2287379508" sldId="271"/>
            <ac:spMk id="9" creationId="{12B9693A-628F-8041-7BC9-5F1E902449D1}"/>
          </ac:spMkLst>
        </pc:spChg>
        <pc:grpChg chg="mod">
          <ac:chgData name="Krishnaraj Rao" userId="S::krishnaraj@devappsys.com::a83542c9-5cf2-493e-a756-14c8b4a74310" providerId="AD" clId="Web-{6EE5FFB5-FA97-431F-A702-10D5039EA187}" dt="2025-06-07T06:14:33.858" v="224" actId="14100"/>
          <ac:grpSpMkLst>
            <pc:docMk/>
            <pc:sldMk cId="2287379508" sldId="271"/>
            <ac:grpSpMk id="4" creationId="{DBC1F9EA-ABAE-A6CC-DD7F-74AFBC992DF6}"/>
          </ac:grpSpMkLst>
        </pc:grpChg>
        <pc:graphicFrameChg chg="add del mod modGraphic">
          <ac:chgData name="Krishnaraj Rao" userId="S::krishnaraj@devappsys.com::a83542c9-5cf2-493e-a756-14c8b4a74310" providerId="AD" clId="Web-{6EE5FFB5-FA97-431F-A702-10D5039EA187}" dt="2025-06-07T06:10:28.166" v="194"/>
          <ac:graphicFrameMkLst>
            <pc:docMk/>
            <pc:sldMk cId="2287379508" sldId="271"/>
            <ac:graphicFrameMk id="14" creationId="{4BA22D0A-9425-D34C-A5CF-8AF270F32586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40:00.819" v="347" actId="14100"/>
        <pc:sldMkLst>
          <pc:docMk/>
          <pc:sldMk cId="1378273258" sldId="272"/>
        </pc:sldMkLst>
        <pc:spChg chg="mod">
          <ac:chgData name="Krishnaraj Rao" userId="S::krishnaraj@devappsys.com::a83542c9-5cf2-493e-a756-14c8b4a74310" providerId="AD" clId="Web-{6EE5FFB5-FA97-431F-A702-10D5039EA187}" dt="2025-06-07T06:39:33.084" v="340" actId="20577"/>
          <ac:spMkLst>
            <pc:docMk/>
            <pc:sldMk cId="1378273258" sldId="272"/>
            <ac:spMk id="12" creationId="{C4829F24-53C2-7E91-0A22-DF71521DA44E}"/>
          </ac:spMkLst>
        </pc:spChg>
        <pc:picChg chg="add mod">
          <ac:chgData name="Krishnaraj Rao" userId="S::krishnaraj@devappsys.com::a83542c9-5cf2-493e-a756-14c8b4a74310" providerId="AD" clId="Web-{6EE5FFB5-FA97-431F-A702-10D5039EA187}" dt="2025-06-07T06:40:00.819" v="347" actId="14100"/>
          <ac:picMkLst>
            <pc:docMk/>
            <pc:sldMk cId="1378273258" sldId="272"/>
            <ac:picMk id="5" creationId="{575B74C2-9033-92D4-53D3-32C64F1FBA04}"/>
          </ac:picMkLst>
        </pc:picChg>
        <pc:picChg chg="del">
          <ac:chgData name="Krishnaraj Rao" userId="S::krishnaraj@devappsys.com::a83542c9-5cf2-493e-a756-14c8b4a74310" providerId="AD" clId="Web-{6EE5FFB5-FA97-431F-A702-10D5039EA187}" dt="2025-06-07T06:39:21.475" v="336"/>
          <ac:picMkLst>
            <pc:docMk/>
            <pc:sldMk cId="1378273258" sldId="272"/>
            <ac:picMk id="17" creationId="{AFBD2102-0E6D-A010-3B92-D628D7C084C0}"/>
          </ac:picMkLst>
        </pc:picChg>
      </pc:sldChg>
      <pc:sldChg chg="modSp add ord replId">
        <pc:chgData name="Krishnaraj Rao" userId="S::krishnaraj@devappsys.com::a83542c9-5cf2-493e-a756-14c8b4a74310" providerId="AD" clId="Web-{6EE5FFB5-FA97-431F-A702-10D5039EA187}" dt="2025-06-07T06:53:08.587" v="483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EE5FFB5-FA97-431F-A702-10D5039EA187}" dt="2025-06-07T06:53:08.587" v="483" actId="14100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42:10.150" v="359" actId="20577"/>
          <ac:spMkLst>
            <pc:docMk/>
            <pc:sldMk cId="3480894903" sldId="273"/>
            <ac:spMk id="9" creationId="{7D9BE6DE-92DA-FBB6-6EB2-8744095645C4}"/>
          </ac:spMkLst>
        </pc:spChg>
      </pc:sldChg>
      <pc:sldChg chg="modSp add replId">
        <pc:chgData name="Krishnaraj Rao" userId="S::krishnaraj@devappsys.com::a83542c9-5cf2-493e-a756-14c8b4a74310" providerId="AD" clId="Web-{6EE5FFB5-FA97-431F-A702-10D5039EA187}" dt="2025-06-07T07:07:15.542" v="626" actId="20577"/>
        <pc:sldMkLst>
          <pc:docMk/>
          <pc:sldMk cId="4199602133" sldId="274"/>
        </pc:sldMkLst>
        <pc:spChg chg="mod">
          <ac:chgData name="Krishnaraj Rao" userId="S::krishnaraj@devappsys.com::a83542c9-5cf2-493e-a756-14c8b4a74310" providerId="AD" clId="Web-{6EE5FFB5-FA97-431F-A702-10D5039EA187}" dt="2025-06-07T07:07:15.542" v="626" actId="20577"/>
          <ac:spMkLst>
            <pc:docMk/>
            <pc:sldMk cId="4199602133" sldId="274"/>
            <ac:spMk id="5" creationId="{66866F3C-D8F5-A241-1384-65477A6EB3F9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3:50.789" v="591" actId="20577"/>
          <ac:spMkLst>
            <pc:docMk/>
            <pc:sldMk cId="4199602133" sldId="274"/>
            <ac:spMk id="9" creationId="{2B29D00A-A1AD-8ACA-5944-6D82A9647AE7}"/>
          </ac:spMkLst>
        </pc:spChg>
      </pc:sldChg>
    </pc:docChg>
  </pc:docChgLst>
  <pc:docChgLst>
    <pc:chgData name="suhas shetty" userId="S::suhas@devappsys.com::0b8a8c61-01d1-4dc3-a283-e89a57431e1e" providerId="AD" clId="Web-{C229F99B-91FC-4CCB-AA17-9B031DDDE57D}"/>
    <pc:docChg chg="modSld">
      <pc:chgData name="suhas shetty" userId="S::suhas@devappsys.com::0b8a8c61-01d1-4dc3-a283-e89a57431e1e" providerId="AD" clId="Web-{C229F99B-91FC-4CCB-AA17-9B031DDDE57D}" dt="2025-06-07T10:24:52.588" v="62" actId="1076"/>
      <pc:docMkLst>
        <pc:docMk/>
      </pc:docMkLst>
      <pc:sldChg chg="delSp">
        <pc:chgData name="suhas shetty" userId="S::suhas@devappsys.com::0b8a8c61-01d1-4dc3-a283-e89a57431e1e" providerId="AD" clId="Web-{C229F99B-91FC-4CCB-AA17-9B031DDDE57D}" dt="2025-06-07T10:21:54.211" v="46"/>
        <pc:sldMkLst>
          <pc:docMk/>
          <pc:sldMk cId="0" sldId="256"/>
        </pc:sldMkLst>
        <pc:spChg chg="del">
          <ac:chgData name="suhas shetty" userId="S::suhas@devappsys.com::0b8a8c61-01d1-4dc3-a283-e89a57431e1e" providerId="AD" clId="Web-{C229F99B-91FC-4CCB-AA17-9B031DDDE57D}" dt="2025-06-07T10:21:54.211" v="46"/>
          <ac:spMkLst>
            <pc:docMk/>
            <pc:sldMk cId="0" sldId="256"/>
            <ac:spMk id="5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1:50.883" v="45"/>
          <ac:spMkLst>
            <pc:docMk/>
            <pc:sldMk cId="0" sldId="256"/>
            <ac:spMk id="6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3:28.806" v="49"/>
        <pc:sldMkLst>
          <pc:docMk/>
          <pc:sldMk cId="0" sldId="257"/>
        </pc:sldMkLst>
        <pc:spChg chg="del">
          <ac:chgData name="suhas shetty" userId="S::suhas@devappsys.com::0b8a8c61-01d1-4dc3-a283-e89a57431e1e" providerId="AD" clId="Web-{C229F99B-91FC-4CCB-AA17-9B031DDDE57D}" dt="2025-06-07T10:23:28.806" v="49"/>
          <ac:spMkLst>
            <pc:docMk/>
            <pc:sldMk cId="0" sldId="257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6.931" v="48"/>
          <ac:spMkLst>
            <pc:docMk/>
            <pc:sldMk cId="0" sldId="257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4.306" v="47"/>
          <ac:spMkLst>
            <pc:docMk/>
            <pc:sldMk cId="0" sldId="257"/>
            <ac:spMk id="6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3:49.228" v="54" actId="1076"/>
        <pc:sldMkLst>
          <pc:docMk/>
          <pc:sldMk cId="0" sldId="258"/>
        </pc:sldMkLst>
        <pc:spChg chg="mod">
          <ac:chgData name="suhas shetty" userId="S::suhas@devappsys.com::0b8a8c61-01d1-4dc3-a283-e89a57431e1e" providerId="AD" clId="Web-{C229F99B-91FC-4CCB-AA17-9B031DDDE57D}" dt="2025-06-07T10:23:43.634" v="53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23:49.228" v="54" actId="1076"/>
          <ac:spMkLst>
            <pc:docMk/>
            <pc:sldMk cId="0" sldId="25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7.462" v="51"/>
          <ac:spMkLst>
            <pc:docMk/>
            <pc:sldMk cId="0" sldId="258"/>
            <ac:spMk id="10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8.712" v="52"/>
          <ac:spMkLst>
            <pc:docMk/>
            <pc:sldMk cId="0" sldId="258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6.650" v="50"/>
          <ac:spMkLst>
            <pc:docMk/>
            <pc:sldMk cId="0" sldId="258"/>
            <ac:spMk id="15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20.003" v="10" actId="1076"/>
        <pc:sldMkLst>
          <pc:docMk/>
          <pc:sldMk cId="0" sldId="259"/>
        </pc:sldMkLst>
        <pc:spChg chg="del">
          <ac:chgData name="suhas shetty" userId="S::suhas@devappsys.com::0b8a8c61-01d1-4dc3-a283-e89a57431e1e" providerId="AD" clId="Web-{C229F99B-91FC-4CCB-AA17-9B031DDDE57D}" dt="2025-06-07T10:17:14.878" v="8"/>
          <ac:spMkLst>
            <pc:docMk/>
            <pc:sldMk cId="0" sldId="259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7:16.190" v="9"/>
          <ac:spMkLst>
            <pc:docMk/>
            <pc:sldMk cId="0" sldId="259"/>
            <ac:spMk id="3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17:20.003" v="10" actId="1076"/>
          <ac:spMkLst>
            <pc:docMk/>
            <pc:sldMk cId="0" sldId="259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52.588" v="62" actId="1076"/>
        <pc:sldMkLst>
          <pc:docMk/>
          <pc:sldMk cId="0" sldId="265"/>
        </pc:sldMkLst>
        <pc:spChg chg="mod">
          <ac:chgData name="suhas shetty" userId="S::suhas@devappsys.com::0b8a8c61-01d1-4dc3-a283-e89a57431e1e" providerId="AD" clId="Web-{C229F99B-91FC-4CCB-AA17-9B031DDDE57D}" dt="2025-06-07T10:24:52.588" v="62" actId="1076"/>
          <ac:spMkLst>
            <pc:docMk/>
            <pc:sldMk cId="0" sldId="265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8:13.207" v="20"/>
          <ac:spMkLst>
            <pc:docMk/>
            <pc:sldMk cId="0" sldId="265"/>
            <ac:spMk id="3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8:32.348" v="23" actId="1076"/>
          <ac:grpSpMkLst>
            <pc:docMk/>
            <pc:sldMk cId="0" sldId="265"/>
            <ac:grpSpMk id="16" creationId="{00000000-0000-0000-0000-000000000000}"/>
          </ac:grpSpMkLst>
        </pc:grpChg>
      </pc:sldChg>
      <pc:sldChg chg="delSp modSp">
        <pc:chgData name="suhas shetty" userId="S::suhas@devappsys.com::0b8a8c61-01d1-4dc3-a283-e89a57431e1e" providerId="AD" clId="Web-{C229F99B-91FC-4CCB-AA17-9B031DDDE57D}" dt="2025-06-07T10:19:32.458" v="32" actId="1076"/>
        <pc:sldMkLst>
          <pc:docMk/>
          <pc:sldMk cId="0" sldId="266"/>
        </pc:sldMkLst>
        <pc:spChg chg="del">
          <ac:chgData name="suhas shetty" userId="S::suhas@devappsys.com::0b8a8c61-01d1-4dc3-a283-e89a57431e1e" providerId="AD" clId="Web-{C229F99B-91FC-4CCB-AA17-9B031DDDE57D}" dt="2025-06-07T10:19:10.660" v="30"/>
          <ac:spMkLst>
            <pc:docMk/>
            <pc:sldMk cId="0" sldId="266"/>
            <ac:spMk id="4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9:32.458" v="32" actId="1076"/>
          <ac:grpSpMkLst>
            <pc:docMk/>
            <pc:sldMk cId="0" sldId="266"/>
            <ac:grpSpMk id="5" creationId="{00000000-0000-0000-0000-000000000000}"/>
          </ac:grpSpMkLst>
        </pc:grpChg>
      </pc:sldChg>
      <pc:sldChg chg="delSp">
        <pc:chgData name="suhas shetty" userId="S::suhas@devappsys.com::0b8a8c61-01d1-4dc3-a283-e89a57431e1e" providerId="AD" clId="Web-{C229F99B-91FC-4CCB-AA17-9B031DDDE57D}" dt="2025-06-07T10:19:49.678" v="36"/>
        <pc:sldMkLst>
          <pc:docMk/>
          <pc:sldMk cId="0" sldId="267"/>
        </pc:sldMkLst>
        <pc:spChg chg="del">
          <ac:chgData name="suhas shetty" userId="S::suhas@devappsys.com::0b8a8c61-01d1-4dc3-a283-e89a57431e1e" providerId="AD" clId="Web-{C229F99B-91FC-4CCB-AA17-9B031DDDE57D}" dt="2025-06-07T10:19:49.678" v="36"/>
          <ac:spMkLst>
            <pc:docMk/>
            <pc:sldMk cId="0" sldId="267"/>
            <ac:spMk id="9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7.725" v="34"/>
          <ac:spMkLst>
            <pc:docMk/>
            <pc:sldMk cId="0" sldId="267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6.866" v="33"/>
          <ac:spMkLst>
            <pc:docMk/>
            <pc:sldMk cId="0" sldId="267"/>
            <ac:spMk id="1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8.459" v="35"/>
          <ac:spMkLst>
            <pc:docMk/>
            <pc:sldMk cId="0" sldId="267"/>
            <ac:spMk id="13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0:00.241" v="38"/>
        <pc:sldMkLst>
          <pc:docMk/>
          <pc:sldMk cId="0" sldId="268"/>
        </pc:sldMkLst>
        <pc:spChg chg="del">
          <ac:chgData name="suhas shetty" userId="S::suhas@devappsys.com::0b8a8c61-01d1-4dc3-a283-e89a57431e1e" providerId="AD" clId="Web-{C229F99B-91FC-4CCB-AA17-9B031DDDE57D}" dt="2025-06-07T10:20:00.241" v="38"/>
          <ac:spMkLst>
            <pc:docMk/>
            <pc:sldMk cId="0" sldId="26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59.459" v="37"/>
          <ac:spMkLst>
            <pc:docMk/>
            <pc:sldMk cId="0" sldId="268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1:31.258" v="44"/>
        <pc:sldMkLst>
          <pc:docMk/>
          <pc:sldMk cId="2287379508" sldId="271"/>
        </pc:sldMkLst>
        <pc:spChg chg="mod">
          <ac:chgData name="suhas shetty" userId="S::suhas@devappsys.com::0b8a8c61-01d1-4dc3-a283-e89a57431e1e" providerId="AD" clId="Web-{C229F99B-91FC-4CCB-AA17-9B031DDDE57D}" dt="2025-06-07T10:20:47.538" v="42" actId="1076"/>
          <ac:spMkLst>
            <pc:docMk/>
            <pc:sldMk cId="2287379508" sldId="271"/>
            <ac:spMk id="2" creationId="{3D3BC89B-198E-95E7-CAB8-49D9950B4399}"/>
          </ac:spMkLst>
        </pc:spChg>
        <pc:spChg chg="mod">
          <ac:chgData name="suhas shetty" userId="S::suhas@devappsys.com::0b8a8c61-01d1-4dc3-a283-e89a57431e1e" providerId="AD" clId="Web-{C229F99B-91FC-4CCB-AA17-9B031DDDE57D}" dt="2025-06-07T10:20:53.367" v="43" actId="1076"/>
          <ac:spMkLst>
            <pc:docMk/>
            <pc:sldMk cId="2287379508" sldId="271"/>
            <ac:spMk id="3" creationId="{8856D57A-79A1-557B-10E9-6C76D7352A37}"/>
          </ac:spMkLst>
        </pc:spChg>
        <pc:spChg chg="del">
          <ac:chgData name="suhas shetty" userId="S::suhas@devappsys.com::0b8a8c61-01d1-4dc3-a283-e89a57431e1e" providerId="AD" clId="Web-{C229F99B-91FC-4CCB-AA17-9B031DDDE57D}" dt="2025-06-07T10:20:40.054" v="40"/>
          <ac:spMkLst>
            <pc:docMk/>
            <pc:sldMk cId="2287379508" sldId="271"/>
            <ac:spMk id="10" creationId="{A77F1D4A-AE13-86BD-B20A-30354A4B13B6}"/>
          </ac:spMkLst>
        </pc:spChg>
        <pc:spChg chg="del">
          <ac:chgData name="suhas shetty" userId="S::suhas@devappsys.com::0b8a8c61-01d1-4dc3-a283-e89a57431e1e" providerId="AD" clId="Web-{C229F99B-91FC-4CCB-AA17-9B031DDDE57D}" dt="2025-06-07T10:20:41.023" v="41"/>
          <ac:spMkLst>
            <pc:docMk/>
            <pc:sldMk cId="2287379508" sldId="271"/>
            <ac:spMk id="11" creationId="{7D9990DD-66E5-E745-5C42-21C2E85EC04D}"/>
          </ac:spMkLst>
        </pc:spChg>
        <pc:spChg chg="del">
          <ac:chgData name="suhas shetty" userId="S::suhas@devappsys.com::0b8a8c61-01d1-4dc3-a283-e89a57431e1e" providerId="AD" clId="Web-{C229F99B-91FC-4CCB-AA17-9B031DDDE57D}" dt="2025-06-07T10:21:31.258" v="44"/>
          <ac:spMkLst>
            <pc:docMk/>
            <pc:sldMk cId="2287379508" sldId="271"/>
            <ac:spMk id="12" creationId="{F3427883-478C-5626-D65F-989B034D6414}"/>
          </ac:spMkLst>
        </pc:spChg>
        <pc:spChg chg="del">
          <ac:chgData name="suhas shetty" userId="S::suhas@devappsys.com::0b8a8c61-01d1-4dc3-a283-e89a57431e1e" providerId="AD" clId="Web-{C229F99B-91FC-4CCB-AA17-9B031DDDE57D}" dt="2025-06-07T10:20:38.976" v="39"/>
          <ac:spMkLst>
            <pc:docMk/>
            <pc:sldMk cId="2287379508" sldId="271"/>
            <ac:spMk id="15" creationId="{0F7430E2-3464-0EE0-2654-84F6CE365B45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17:25.753" v="12"/>
        <pc:sldMkLst>
          <pc:docMk/>
          <pc:sldMk cId="1378273258" sldId="272"/>
        </pc:sldMkLst>
        <pc:spChg chg="del">
          <ac:chgData name="suhas shetty" userId="S::suhas@devappsys.com::0b8a8c61-01d1-4dc3-a283-e89a57431e1e" providerId="AD" clId="Web-{C229F99B-91FC-4CCB-AA17-9B031DDDE57D}" dt="2025-06-07T10:17:24.831" v="11"/>
          <ac:spMkLst>
            <pc:docMk/>
            <pc:sldMk cId="1378273258" sldId="272"/>
            <ac:spMk id="2" creationId="{FECB00D7-6F62-9793-9EE2-7892B91839A6}"/>
          </ac:spMkLst>
        </pc:spChg>
        <pc:spChg chg="del">
          <ac:chgData name="suhas shetty" userId="S::suhas@devappsys.com::0b8a8c61-01d1-4dc3-a283-e89a57431e1e" providerId="AD" clId="Web-{C229F99B-91FC-4CCB-AA17-9B031DDDE57D}" dt="2025-06-07T10:17:25.753" v="12"/>
          <ac:spMkLst>
            <pc:docMk/>
            <pc:sldMk cId="1378273258" sldId="272"/>
            <ac:spMk id="3" creationId="{2B085B73-2F03-8EE5-CD60-6DAD7668EAA8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09.738" v="19"/>
        <pc:sldMkLst>
          <pc:docMk/>
          <pc:sldMk cId="3480894903" sldId="273"/>
        </pc:sldMkLst>
        <pc:spChg chg="mod">
          <ac:chgData name="suhas shetty" userId="S::suhas@devappsys.com::0b8a8c61-01d1-4dc3-a283-e89a57431e1e" providerId="AD" clId="Web-{C229F99B-91FC-4CCB-AA17-9B031DDDE57D}" dt="2025-06-07T10:17:56.800" v="16" actId="1076"/>
          <ac:spMkLst>
            <pc:docMk/>
            <pc:sldMk cId="3480894903" sldId="273"/>
            <ac:spMk id="2" creationId="{8530082D-B95D-F29E-ACD6-3E38CC643FBB}"/>
          </ac:spMkLst>
        </pc:spChg>
        <pc:spChg chg="mod">
          <ac:chgData name="suhas shetty" userId="S::suhas@devappsys.com::0b8a8c61-01d1-4dc3-a283-e89a57431e1e" providerId="AD" clId="Web-{C229F99B-91FC-4CCB-AA17-9B031DDDE57D}" dt="2025-06-07T10:18:03.238" v="18" actId="1076"/>
          <ac:spMkLst>
            <pc:docMk/>
            <pc:sldMk cId="3480894903" sldId="273"/>
            <ac:spMk id="3" creationId="{FE1EF1A6-9E58-F92B-18F6-4692677CD6AF}"/>
          </ac:spMkLst>
        </pc:spChg>
        <pc:spChg chg="del">
          <ac:chgData name="suhas shetty" userId="S::suhas@devappsys.com::0b8a8c61-01d1-4dc3-a283-e89a57431e1e" providerId="AD" clId="Web-{C229F99B-91FC-4CCB-AA17-9B031DDDE57D}" dt="2025-06-07T10:17:29.315" v="14"/>
          <ac:spMkLst>
            <pc:docMk/>
            <pc:sldMk cId="3480894903" sldId="273"/>
            <ac:spMk id="10" creationId="{8F4CDE23-BBF1-C540-D0D0-6C7DE66D4874}"/>
          </ac:spMkLst>
        </pc:spChg>
        <pc:spChg chg="del">
          <ac:chgData name="suhas shetty" userId="S::suhas@devappsys.com::0b8a8c61-01d1-4dc3-a283-e89a57431e1e" providerId="AD" clId="Web-{C229F99B-91FC-4CCB-AA17-9B031DDDE57D}" dt="2025-06-07T10:17:30.394" v="15"/>
          <ac:spMkLst>
            <pc:docMk/>
            <pc:sldMk cId="3480894903" sldId="273"/>
            <ac:spMk id="11" creationId="{BC5FE385-87A3-5BF4-BF39-A9FDBE0985A3}"/>
          </ac:spMkLst>
        </pc:spChg>
        <pc:spChg chg="del">
          <ac:chgData name="suhas shetty" userId="S::suhas@devappsys.com::0b8a8c61-01d1-4dc3-a283-e89a57431e1e" providerId="AD" clId="Web-{C229F99B-91FC-4CCB-AA17-9B031DDDE57D}" dt="2025-06-07T10:18:09.738" v="19"/>
          <ac:spMkLst>
            <pc:docMk/>
            <pc:sldMk cId="3480894903" sldId="273"/>
            <ac:spMk id="12" creationId="{475219E9-21D8-8D41-E28A-3800F71627DF}"/>
          </ac:spMkLst>
        </pc:spChg>
        <pc:spChg chg="del">
          <ac:chgData name="suhas shetty" userId="S::suhas@devappsys.com::0b8a8c61-01d1-4dc3-a283-e89a57431e1e" providerId="AD" clId="Web-{C229F99B-91FC-4CCB-AA17-9B031DDDE57D}" dt="2025-06-07T10:17:28.534" v="13"/>
          <ac:spMkLst>
            <pc:docMk/>
            <pc:sldMk cId="3480894903" sldId="273"/>
            <ac:spMk id="15" creationId="{F4092CF4-DD76-EAEB-21B8-342F72619F7E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58.504" v="29"/>
        <pc:sldMkLst>
          <pc:docMk/>
          <pc:sldMk cId="4199602133" sldId="274"/>
        </pc:sldMkLst>
        <pc:spChg chg="mod">
          <ac:chgData name="suhas shetty" userId="S::suhas@devappsys.com::0b8a8c61-01d1-4dc3-a283-e89a57431e1e" providerId="AD" clId="Web-{C229F99B-91FC-4CCB-AA17-9B031DDDE57D}" dt="2025-06-07T10:18:47.785" v="27" actId="1076"/>
          <ac:spMkLst>
            <pc:docMk/>
            <pc:sldMk cId="4199602133" sldId="274"/>
            <ac:spMk id="2" creationId="{364476D6-7519-12AA-579F-3D275C89B824}"/>
          </ac:spMkLst>
        </pc:spChg>
        <pc:spChg chg="mod">
          <ac:chgData name="suhas shetty" userId="S::suhas@devappsys.com::0b8a8c61-01d1-4dc3-a283-e89a57431e1e" providerId="AD" clId="Web-{C229F99B-91FC-4CCB-AA17-9B031DDDE57D}" dt="2025-06-07T10:18:53.426" v="28" actId="1076"/>
          <ac:spMkLst>
            <pc:docMk/>
            <pc:sldMk cId="4199602133" sldId="274"/>
            <ac:spMk id="3" creationId="{D3EEFCE7-BAE8-80C3-5EC6-EDBBDEE09863}"/>
          </ac:spMkLst>
        </pc:spChg>
        <pc:spChg chg="del">
          <ac:chgData name="suhas shetty" userId="S::suhas@devappsys.com::0b8a8c61-01d1-4dc3-a283-e89a57431e1e" providerId="AD" clId="Web-{C229F99B-91FC-4CCB-AA17-9B031DDDE57D}" dt="2025-06-07T10:18:41.879" v="25"/>
          <ac:spMkLst>
            <pc:docMk/>
            <pc:sldMk cId="4199602133" sldId="274"/>
            <ac:spMk id="10" creationId="{00862970-8963-0999-27CE-587A285014BF}"/>
          </ac:spMkLst>
        </pc:spChg>
        <pc:spChg chg="del">
          <ac:chgData name="suhas shetty" userId="S::suhas@devappsys.com::0b8a8c61-01d1-4dc3-a283-e89a57431e1e" providerId="AD" clId="Web-{C229F99B-91FC-4CCB-AA17-9B031DDDE57D}" dt="2025-06-07T10:18:42.848" v="26"/>
          <ac:spMkLst>
            <pc:docMk/>
            <pc:sldMk cId="4199602133" sldId="274"/>
            <ac:spMk id="11" creationId="{FC746209-F63C-374A-65B3-53AD0B5BE21C}"/>
          </ac:spMkLst>
        </pc:spChg>
        <pc:spChg chg="del">
          <ac:chgData name="suhas shetty" userId="S::suhas@devappsys.com::0b8a8c61-01d1-4dc3-a283-e89a57431e1e" providerId="AD" clId="Web-{C229F99B-91FC-4CCB-AA17-9B031DDDE57D}" dt="2025-06-07T10:18:58.504" v="29"/>
          <ac:spMkLst>
            <pc:docMk/>
            <pc:sldMk cId="4199602133" sldId="274"/>
            <ac:spMk id="12" creationId="{E6E56F64-877A-FC1E-0777-AC779385A84B}"/>
          </ac:spMkLst>
        </pc:spChg>
        <pc:spChg chg="del">
          <ac:chgData name="suhas shetty" userId="S::suhas@devappsys.com::0b8a8c61-01d1-4dc3-a283-e89a57431e1e" providerId="AD" clId="Web-{C229F99B-91FC-4CCB-AA17-9B031DDDE57D}" dt="2025-06-07T10:18:40.832" v="24"/>
          <ac:spMkLst>
            <pc:docMk/>
            <pc:sldMk cId="4199602133" sldId="274"/>
            <ac:spMk id="15" creationId="{921BC9BB-5576-132A-E532-B046830D0D59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17.119" v="60"/>
        <pc:sldMkLst>
          <pc:docMk/>
          <pc:sldMk cId="2783255690" sldId="275"/>
        </pc:sldMkLst>
        <pc:spChg chg="mod">
          <ac:chgData name="suhas shetty" userId="S::suhas@devappsys.com::0b8a8c61-01d1-4dc3-a283-e89a57431e1e" providerId="AD" clId="Web-{C229F99B-91FC-4CCB-AA17-9B031DDDE57D}" dt="2025-06-07T10:24:11.213" v="58" actId="1076"/>
          <ac:spMkLst>
            <pc:docMk/>
            <pc:sldMk cId="2783255690" sldId="275"/>
            <ac:spMk id="2" creationId="{5D87BE63-EA7F-FBE4-55AF-B7AA4EC8BEE3}"/>
          </ac:spMkLst>
        </pc:spChg>
        <pc:spChg chg="mod">
          <ac:chgData name="suhas shetty" userId="S::suhas@devappsys.com::0b8a8c61-01d1-4dc3-a283-e89a57431e1e" providerId="AD" clId="Web-{C229F99B-91FC-4CCB-AA17-9B031DDDE57D}" dt="2025-06-07T10:24:14.619" v="59" actId="1076"/>
          <ac:spMkLst>
            <pc:docMk/>
            <pc:sldMk cId="2783255690" sldId="275"/>
            <ac:spMk id="3" creationId="{7BC1C182-11D9-7918-235F-A5FC67EDC05A}"/>
          </ac:spMkLst>
        </pc:spChg>
        <pc:spChg chg="del">
          <ac:chgData name="suhas shetty" userId="S::suhas@devappsys.com::0b8a8c61-01d1-4dc3-a283-e89a57431e1e" providerId="AD" clId="Web-{C229F99B-91FC-4CCB-AA17-9B031DDDE57D}" dt="2025-06-07T10:24:05.697" v="56"/>
          <ac:spMkLst>
            <pc:docMk/>
            <pc:sldMk cId="2783255690" sldId="275"/>
            <ac:spMk id="10" creationId="{62F81244-8E0A-46EA-8F01-D848E80BBC01}"/>
          </ac:spMkLst>
        </pc:spChg>
        <pc:spChg chg="del">
          <ac:chgData name="suhas shetty" userId="S::suhas@devappsys.com::0b8a8c61-01d1-4dc3-a283-e89a57431e1e" providerId="AD" clId="Web-{C229F99B-91FC-4CCB-AA17-9B031DDDE57D}" dt="2025-06-07T10:24:06.822" v="57"/>
          <ac:spMkLst>
            <pc:docMk/>
            <pc:sldMk cId="2783255690" sldId="275"/>
            <ac:spMk id="11" creationId="{8DDCFB93-9699-5366-C9E5-98111280C64E}"/>
          </ac:spMkLst>
        </pc:spChg>
        <pc:spChg chg="del">
          <ac:chgData name="suhas shetty" userId="S::suhas@devappsys.com::0b8a8c61-01d1-4dc3-a283-e89a57431e1e" providerId="AD" clId="Web-{C229F99B-91FC-4CCB-AA17-9B031DDDE57D}" dt="2025-06-07T10:24:17.119" v="60"/>
          <ac:spMkLst>
            <pc:docMk/>
            <pc:sldMk cId="2783255690" sldId="275"/>
            <ac:spMk id="12" creationId="{D85A16FA-06B7-6D46-5915-E9EDFDF367F5}"/>
          </ac:spMkLst>
        </pc:spChg>
        <pc:spChg chg="del">
          <ac:chgData name="suhas shetty" userId="S::suhas@devappsys.com::0b8a8c61-01d1-4dc3-a283-e89a57431e1e" providerId="AD" clId="Web-{C229F99B-91FC-4CCB-AA17-9B031DDDE57D}" dt="2025-06-07T10:24:04.838" v="55"/>
          <ac:spMkLst>
            <pc:docMk/>
            <pc:sldMk cId="2783255690" sldId="275"/>
            <ac:spMk id="15" creationId="{F0C39DDB-B5AE-AAFB-FAA3-08846CCCD776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01.862" v="7" actId="1076"/>
        <pc:sldMkLst>
          <pc:docMk/>
          <pc:sldMk cId="2466518213" sldId="276"/>
        </pc:sldMkLst>
        <pc:spChg chg="mod">
          <ac:chgData name="suhas shetty" userId="S::suhas@devappsys.com::0b8a8c61-01d1-4dc3-a283-e89a57431e1e" providerId="AD" clId="Web-{C229F99B-91FC-4CCB-AA17-9B031DDDE57D}" dt="2025-06-07T10:17:01.862" v="7" actId="1076"/>
          <ac:spMkLst>
            <pc:docMk/>
            <pc:sldMk cId="2466518213" sldId="276"/>
            <ac:spMk id="2" creationId="{44B74709-C462-95F8-08CD-0D0FCEF0E19E}"/>
          </ac:spMkLst>
        </pc:spChg>
        <pc:spChg chg="mod">
          <ac:chgData name="suhas shetty" userId="S::suhas@devappsys.com::0b8a8c61-01d1-4dc3-a283-e89a57431e1e" providerId="AD" clId="Web-{C229F99B-91FC-4CCB-AA17-9B031DDDE57D}" dt="2025-06-07T10:16:52.456" v="6" actId="1076"/>
          <ac:spMkLst>
            <pc:docMk/>
            <pc:sldMk cId="2466518213" sldId="276"/>
            <ac:spMk id="3" creationId="{CDD05D65-E3B2-A39A-4FAE-7F33521F69D0}"/>
          </ac:spMkLst>
        </pc:spChg>
        <pc:spChg chg="del">
          <ac:chgData name="suhas shetty" userId="S::suhas@devappsys.com::0b8a8c61-01d1-4dc3-a283-e89a57431e1e" providerId="AD" clId="Web-{C229F99B-91FC-4CCB-AA17-9B031DDDE57D}" dt="2025-06-07T10:16:36.033" v="2"/>
          <ac:spMkLst>
            <pc:docMk/>
            <pc:sldMk cId="2466518213" sldId="276"/>
            <ac:spMk id="10" creationId="{69E22FD6-DC33-C636-C129-4F2F60F5D49D}"/>
          </ac:spMkLst>
        </pc:spChg>
        <pc:spChg chg="del">
          <ac:chgData name="suhas shetty" userId="S::suhas@devappsys.com::0b8a8c61-01d1-4dc3-a283-e89a57431e1e" providerId="AD" clId="Web-{C229F99B-91FC-4CCB-AA17-9B031DDDE57D}" dt="2025-06-07T10:16:38.002" v="4"/>
          <ac:spMkLst>
            <pc:docMk/>
            <pc:sldMk cId="2466518213" sldId="276"/>
            <ac:spMk id="11" creationId="{322C02D8-E501-E5E3-EC9C-20DFCDE9ADB2}"/>
          </ac:spMkLst>
        </pc:spChg>
        <pc:spChg chg="del">
          <ac:chgData name="suhas shetty" userId="S::suhas@devappsys.com::0b8a8c61-01d1-4dc3-a283-e89a57431e1e" providerId="AD" clId="Web-{C229F99B-91FC-4CCB-AA17-9B031DDDE57D}" dt="2025-06-07T10:16:39.237" v="5"/>
          <ac:spMkLst>
            <pc:docMk/>
            <pc:sldMk cId="2466518213" sldId="276"/>
            <ac:spMk id="12" creationId="{FA7064AC-738F-70CD-924F-C796515CBE82}"/>
          </ac:spMkLst>
        </pc:spChg>
        <pc:spChg chg="del">
          <ac:chgData name="suhas shetty" userId="S::suhas@devappsys.com::0b8a8c61-01d1-4dc3-a283-e89a57431e1e" providerId="AD" clId="Web-{C229F99B-91FC-4CCB-AA17-9B031DDDE57D}" dt="2025-06-07T10:16:37.283" v="3"/>
          <ac:spMkLst>
            <pc:docMk/>
            <pc:sldMk cId="2466518213" sldId="276"/>
            <ac:spMk id="15" creationId="{16EDE5EC-EF28-5F1F-6F3F-1CD012B42B00}"/>
          </ac:spMkLst>
        </pc:spChg>
      </pc:sldChg>
    </pc:docChg>
  </pc:docChgLst>
  <pc:docChgLst>
    <pc:chgData name="Krishnaraj Rao" userId="S::krishnaraj@devappsys.com::a83542c9-5cf2-493e-a756-14c8b4a74310" providerId="AD" clId="Web-{BB55558A-5814-425F-BF8E-19951515002E}"/>
    <pc:docChg chg="mod modSld modMainMaster">
      <pc:chgData name="Krishnaraj Rao" userId="S::krishnaraj@devappsys.com::a83542c9-5cf2-493e-a756-14c8b4a74310" providerId="AD" clId="Web-{BB55558A-5814-425F-BF8E-19951515002E}" dt="2025-06-07T00:49:22.607" v="3"/>
      <pc:docMkLst>
        <pc:docMk/>
      </pc:docMkLst>
      <pc:sldChg chg="addSp modSp">
        <pc:chgData name="Krishnaraj Rao" userId="S::krishnaraj@devappsys.com::a83542c9-5cf2-493e-a756-14c8b4a74310" providerId="AD" clId="Web-{BB55558A-5814-425F-BF8E-19951515002E}" dt="2025-06-07T00:49:13.435" v="1"/>
        <pc:sldMkLst>
          <pc:docMk/>
          <pc:sldMk cId="0" sldId="256"/>
        </pc:sldMkLst>
        <pc:spChg chg="add mod">
          <ac:chgData name="Krishnaraj Rao" userId="S::krishnaraj@devappsys.com::a83542c9-5cf2-493e-a756-14c8b4a74310" providerId="AD" clId="Web-{BB55558A-5814-425F-BF8E-19951515002E}" dt="2025-06-07T00:49:06.310" v="0"/>
          <ac:spMkLst>
            <pc:docMk/>
            <pc:sldMk cId="0" sldId="256"/>
            <ac:spMk id="12" creationId="{85F18A22-050D-96D1-3301-F57D14DE7EE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13.435" v="1"/>
          <ac:spMkLst>
            <pc:docMk/>
            <pc:sldMk cId="0" sldId="256"/>
            <ac:spMk id="13" creationId="{35FD7363-FEF8-DD18-4DF8-DEF5ADDBF19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49" creationId="{0BA155CB-A8DA-5752-7372-2A1A9EB0AA4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50" creationId="{90E327EE-D449-710A-524F-FDBC3B072DF4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6" creationId="{CDBDAF61-21A8-F453-6028-F56891D25C18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7" creationId="{03C4E3B1-EDD4-4D0B-C13E-4DE51F4B516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5" creationId="{6E420746-B275-4438-F3E0-237810C81591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6" creationId="{AEC99B2C-787C-9CDA-CF38-405CFCC78B2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0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3" creationId="{4CC9B1B3-E18A-3EA4-8FC9-9F35F59D88F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4" creationId="{59572D42-1E1A-7209-9D9D-B77B65B2F45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1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3" creationId="{E296D9E6-FFF5-BF6A-1D73-040270AD08BA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4" creationId="{0FF27691-3742-FF2D-B30F-B81BBC80157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2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6" creationId="{094548CB-5EE2-5A9E-4721-A1FBA1EA7EE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7" creationId="{9F7C080D-FC93-869B-F377-2DDD79B02D9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3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6" creationId="{30FD7492-52EC-D49F-4A27-37BDA0F53E6B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7" creationId="{A1572DA4-30F9-62BF-C8EB-D3567A28AEA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4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7" creationId="{33CADF40-D3D0-FE6D-819B-5876019D928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8" creationId="{C4232EE6-AB90-1693-D4FF-4055F84CE92C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5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0" creationId="{429B65AB-D657-3746-EE25-113CE8DC3469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1" creationId="{9BE73999-29C0-F7ED-3A16-4C18EEA9CF70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6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4" creationId="{356B3F51-87DB-965E-8D5C-086C8102B432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5" creationId="{1CFC368F-8EF1-84E4-54BA-3B4565B548F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6" creationId="{EE62FFA1-F211-B211-F9A1-ADBF68728184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7" creationId="{2B3E45DA-BA9B-A034-0B99-EFA7AF4242B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3" creationId="{AE60D82D-54A9-20A4-AED1-524904392CD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4" creationId="{496FDA14-4E30-37E7-87DC-C4AB98B85A3D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5" creationId="{AA04E0F9-F5E4-951A-EBFD-D1E065E2A81C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6" creationId="{68EF33A1-EA75-7DBD-0985-08D881B8B6DB}"/>
          </ac:spMkLst>
        </pc:spChg>
      </pc:sldChg>
      <pc:sldMasterChg chg="mod modSldLayout">
        <pc:chgData name="Krishnaraj Rao" userId="S::krishnaraj@devappsys.com::a83542c9-5cf2-493e-a756-14c8b4a74310" providerId="AD" clId="Web-{BB55558A-5814-425F-BF8E-19951515002E}" dt="2025-06-07T00:49:22.607" v="3"/>
        <pc:sldMasterMkLst>
          <pc:docMk/>
          <pc:sldMasterMk cId="0" sldId="2147483648"/>
        </pc:sldMasterMkLst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Krishnaraj Rao" userId="S::krishnaraj@devappsys.com::a83542c9-5cf2-493e-a756-14c8b4a74310" providerId="AD" clId="Web-{993A952B-EB64-46F1-A797-5574A5E2CF03}"/>
    <pc:docChg chg="mod modSld modMainMaster">
      <pc:chgData name="Krishnaraj Rao" userId="S::krishnaraj@devappsys.com::a83542c9-5cf2-493e-a756-14c8b4a74310" providerId="AD" clId="Web-{993A952B-EB64-46F1-A797-5574A5E2CF03}" dt="2025-06-07T00:57:34.844" v="25" actId="1076"/>
      <pc:docMkLst>
        <pc:docMk/>
      </pc:docMkLst>
      <pc:sldChg chg="addSp delSp modSp">
        <pc:chgData name="Krishnaraj Rao" userId="S::krishnaraj@devappsys.com::a83542c9-5cf2-493e-a756-14c8b4a74310" providerId="AD" clId="Web-{993A952B-EB64-46F1-A797-5574A5E2CF03}" dt="2025-06-07T00:57:34.844" v="25" actId="1076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993A952B-EB64-46F1-A797-5574A5E2CF03}" dt="2025-06-07T00:57:34.844" v="25" actId="107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Krishnaraj Rao" userId="S::krishnaraj@devappsys.com::a83542c9-5cf2-493e-a756-14c8b4a74310" providerId="AD" clId="Web-{993A952B-EB64-46F1-A797-5574A5E2CF03}" dt="2025-06-07T00:52:19.845" v="1"/>
          <ac:spMkLst>
            <pc:docMk/>
            <pc:sldMk cId="0" sldId="256"/>
            <ac:spMk id="12" creationId="{85F18A22-050D-96D1-3301-F57D14DE7EE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1.110" v="2"/>
          <ac:spMkLst>
            <pc:docMk/>
            <pc:sldMk cId="0" sldId="256"/>
            <ac:spMk id="13" creationId="{35FD7363-FEF8-DD18-4DF8-DEF5ADDBF19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2:28.486" v="5"/>
          <ac:spMkLst>
            <pc:docMk/>
            <pc:sldMk cId="0" sldId="256"/>
            <ac:spMk id="14" creationId="{A788A892-53E9-C1D1-8945-E37AAF27FEF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06.442" v="21" actId="1076"/>
          <ac:spMkLst>
            <pc:docMk/>
            <pc:sldMk cId="0" sldId="256"/>
            <ac:spMk id="15" creationId="{45BF26D9-E672-5704-847A-EC70136C457F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49" creationId="{0BA155CB-A8DA-5752-7372-2A1A9EB0AA4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50" creationId="{90E327EE-D449-710A-524F-FDBC3B072DF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7"/>
            <ac:spMk id="51" creationId="{A17B05B3-0594-F81F-73B9-E312A4458F6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7"/>
            <ac:spMk id="52" creationId="{F014F566-679C-7B70-6B31-31DC6A6FB9B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6" creationId="{CDBDAF61-21A8-F453-6028-F56891D25C18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7" creationId="{03C4E3B1-EDD4-4D0B-C13E-4DE51F4B516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8"/>
            <ac:spMk id="18" creationId="{7B3027A7-DAC5-DCD6-514D-8CE16A96B9A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5" creationId="{6E420746-B275-4438-F3E0-237810C81591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6" creationId="{AEC99B2C-787C-9CDA-CF38-405CFCC78B2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9"/>
            <ac:spMk id="17" creationId="{17D831A0-7C01-707A-4C80-74428957F38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9"/>
            <ac:spMk id="18" creationId="{1F7B5AE0-E946-4423-4F82-43967F249503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0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3" creationId="{4CC9B1B3-E18A-3EA4-8FC9-9F35F59D88F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4" creationId="{59572D42-1E1A-7209-9D9D-B77B65B2F45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0"/>
            <ac:spMk id="35" creationId="{5BB8C59D-A84F-B76A-AF74-E2C7C1AB882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0"/>
            <ac:spMk id="36" creationId="{9843DB6C-6E6A-3852-CC4F-CB3AADE51CAE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1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3" creationId="{E296D9E6-FFF5-BF6A-1D73-040270AD08BA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4" creationId="{0FF27691-3742-FF2D-B30F-B81BBC80157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1"/>
            <ac:spMk id="15" creationId="{2D5696C4-FCF8-BCC3-0465-6143C8706BF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1"/>
            <ac:spMk id="16" creationId="{3B706D7D-C598-83A3-6C00-26801E598E8D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2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6" creationId="{094548CB-5EE2-5A9E-4721-A1FBA1EA7EE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7" creationId="{9F7C080D-FC93-869B-F377-2DDD79B02D9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2"/>
            <ac:spMk id="18" creationId="{31E22B1B-04BE-C61A-F002-C1AD09C6ADB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2"/>
            <ac:spMk id="19" creationId="{AB3E09E8-B768-F8D9-8A8B-63F503CAE2F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3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6" creationId="{30FD7492-52EC-D49F-4A27-37BDA0F53E6B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7" creationId="{A1572DA4-30F9-62BF-C8EB-D3567A28AEA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3"/>
            <ac:spMk id="18" creationId="{C6158D96-D804-DD74-9B1C-65F843FC17A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3"/>
            <ac:spMk id="19" creationId="{6194A6FE-EFF6-109E-58FB-CBA4BB9E20C5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4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7" creationId="{33CADF40-D3D0-FE6D-819B-5876019D928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8" creationId="{C4232EE6-AB90-1693-D4FF-4055F84CE92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4"/>
            <ac:spMk id="29" creationId="{BC86B100-FCAB-32FB-01C6-2F12FBCE34D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4"/>
            <ac:spMk id="30" creationId="{8A31F693-244D-F38C-C060-5ED257A7A28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5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0" creationId="{429B65AB-D657-3746-EE25-113CE8DC3469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1" creationId="{9BE73999-29C0-F7ED-3A16-4C18EEA9CF7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5"/>
            <ac:spMk id="22" creationId="{05024533-8989-7596-7E39-926CC316490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5"/>
            <ac:spMk id="23" creationId="{AFB55547-605D-EDB9-41FF-CD3D51DA671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6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4" creationId="{356B3F51-87DB-965E-8D5C-086C8102B432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5" creationId="{1CFC368F-8EF1-84E4-54BA-3B4565B548F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6"/>
            <ac:spMk id="26" creationId="{FAC103A1-4B09-675D-A37A-19459355F868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6"/>
            <ac:spMk id="27" creationId="{FD0538BD-B281-3C0B-F413-48312AD49C5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6" creationId="{EE62FFA1-F211-B211-F9A1-ADBF68728184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7" creationId="{2B3E45DA-BA9B-A034-0B99-EFA7AF4242B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7"/>
            <ac:spMk id="18" creationId="{668A2F5C-FF54-A66F-5D12-D192F5B5691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7"/>
            <ac:spMk id="19" creationId="{E09AA338-7558-DCBF-9BD3-6A55D9D0B666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3" creationId="{AE60D82D-54A9-20A4-AED1-524904392CD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4" creationId="{496FDA14-4E30-37E7-87DC-C4AB98B85A3D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8"/>
            <ac:spMk id="15" creationId="{7287FD4E-C786-B09B-663B-82A1E1EE551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8"/>
            <ac:spMk id="16" creationId="{7A203954-94E8-E177-2D54-36499D9C9FB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5" creationId="{AA04E0F9-F5E4-951A-EBFD-D1E065E2A81C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6" creationId="{68EF33A1-EA75-7DBD-0985-08D881B8B6D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9"/>
            <ac:spMk id="7" creationId="{2158483B-0401-A966-5BCC-93F23D71CED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9"/>
            <ac:spMk id="8" creationId="{EE169540-353F-AA0D-CE5D-9D92894927AE}"/>
          </ac:spMkLst>
        </pc:spChg>
      </pc:sldChg>
      <pc:sldMasterChg chg="modSp mod modSldLayout">
        <pc:chgData name="Krishnaraj Rao" userId="S::krishnaraj@devappsys.com::a83542c9-5cf2-493e-a756-14c8b4a74310" providerId="AD" clId="Web-{993A952B-EB64-46F1-A797-5574A5E2CF03}" dt="2025-06-07T00:55:24.496" v="24"/>
        <pc:sldMasterMkLst>
          <pc:docMk/>
          <pc:sldMasterMk cId="0" sldId="2147483648"/>
        </pc:sldMasterMkLst>
        <pc:spChg chg="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asterMk cId="0" sldId="2147483648"/>
            <ac:spMk id="5" creationId="{00000000-0000-0000-0000-000000000000}"/>
          </ac:spMkLst>
        </pc:sp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4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0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1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2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3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4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5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6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6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7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7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8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8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9"/>
              <ac:spMk id="5" creationId="{00000000-0000-0000-0000-000000000000}"/>
            </ac:spMkLst>
          </pc:spChg>
        </pc:sldLayoutChg>
      </pc:sldMasterChg>
    </pc:docChg>
  </pc:docChgLst>
  <pc:docChgLst>
    <pc:chgData name="Krishnaraj Rao" userId="S::krishnaraj@devappsys.com::a83542c9-5cf2-493e-a756-14c8b4a74310" providerId="AD" clId="Web-{6217F43D-2A94-46AF-90C1-C85748EC6597}"/>
    <pc:docChg chg="addSld modSld">
      <pc:chgData name="Krishnaraj Rao" userId="S::krishnaraj@devappsys.com::a83542c9-5cf2-493e-a756-14c8b4a74310" providerId="AD" clId="Web-{6217F43D-2A94-46AF-90C1-C85748EC6597}" dt="2025-06-07T10:14:43.119" v="226" actId="20577"/>
      <pc:docMkLst>
        <pc:docMk/>
      </pc:docMkLst>
      <pc:sldChg chg="addSp delSp modSp">
        <pc:chgData name="Krishnaraj Rao" userId="S::krishnaraj@devappsys.com::a83542c9-5cf2-493e-a756-14c8b4a74310" providerId="AD" clId="Web-{6217F43D-2A94-46AF-90C1-C85748EC6597}" dt="2025-06-07T10:05:24.093" v="160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217F43D-2A94-46AF-90C1-C85748EC6597}" dt="2025-06-07T09:26:41.172" v="6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00.969" v="10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8:33.377" v="25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5:24.093" v="160" actId="20577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4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52.142" v="19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7:42.943" v="119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5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6"/>
          <ac:spMkLst>
            <pc:docMk/>
            <pc:sldMk cId="0" sldId="257"/>
            <ac:spMk id="48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4"/>
          <ac:spMkLst>
            <pc:docMk/>
            <pc:sldMk cId="0" sldId="257"/>
            <ac:spMk id="50" creationId="{40C7A061-A9F9-91A3-F425-FE80FA8D66E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3"/>
          <ac:spMkLst>
            <pc:docMk/>
            <pc:sldMk cId="0" sldId="257"/>
            <ac:spMk id="53" creationId="{47A6797E-280B-1055-C494-8093D3FA38B1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4"/>
          <ac:spMkLst>
            <pc:docMk/>
            <pc:sldMk cId="0" sldId="257"/>
            <ac:spMk id="55" creationId="{CE39E873-83B2-5DCC-477D-1D6D1622CB1C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3"/>
          <ac:spMkLst>
            <pc:docMk/>
            <pc:sldMk cId="0" sldId="257"/>
            <ac:spMk id="57" creationId="{0398FE93-FA09-C39E-2B36-1A635D3614A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2"/>
          <ac:spMkLst>
            <pc:docMk/>
            <pc:sldMk cId="0" sldId="257"/>
            <ac:spMk id="58" creationId="{97CE721C-7EAD-92DA-4156-F5B171C68162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7"/>
          <ac:spMkLst>
            <pc:docMk/>
            <pc:sldMk cId="0" sldId="257"/>
            <ac:spMk id="61" creationId="{E0385902-10FC-9EF6-50F9-248B3E78AC6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415" v="158"/>
          <ac:spMkLst>
            <pc:docMk/>
            <pc:sldMk cId="0" sldId="257"/>
            <ac:spMk id="62" creationId="{2504A983-3E7A-EFD5-8F19-5F30731E9222}"/>
          </ac:spMkLst>
        </pc:spChg>
        <pc:grpChg chg="mod">
          <ac:chgData name="Krishnaraj Rao" userId="S::krishnaraj@devappsys.com::a83542c9-5cf2-493e-a756-14c8b4a74310" providerId="AD" clId="Web-{6217F43D-2A94-46AF-90C1-C85748EC6597}" dt="2025-06-07T09:29:14.206" v="27" actId="1076"/>
          <ac:grpSpMkLst>
            <pc:docMk/>
            <pc:sldMk cId="0" sldId="257"/>
            <ac:grpSpMk id="44" creationId="{00000000-0000-0000-0000-000000000000}"/>
          </ac:grpSpMkLst>
        </pc:grpChg>
        <pc:grpChg chg="add mod">
          <ac:chgData name="Krishnaraj Rao" userId="S::krishnaraj@devappsys.com::a83542c9-5cf2-493e-a756-14c8b4a74310" providerId="AD" clId="Web-{6217F43D-2A94-46AF-90C1-C85748EC6597}" dt="2025-06-07T10:03:00.208" v="146" actId="1076"/>
          <ac:grpSpMkLst>
            <pc:docMk/>
            <pc:sldMk cId="0" sldId="257"/>
            <ac:grpSpMk id="59" creationId="{2BD9318D-F62C-595C-ED79-4644ED29D06A}"/>
          </ac:grpSpMkLst>
        </pc:grpChg>
      </pc:sldChg>
      <pc:sldChg chg="modSp">
        <pc:chgData name="Krishnaraj Rao" userId="S::krishnaraj@devappsys.com::a83542c9-5cf2-493e-a756-14c8b4a74310" providerId="AD" clId="Web-{6217F43D-2A94-46AF-90C1-C85748EC6597}" dt="2025-06-07T10:14:43.119" v="226" actId="20577"/>
        <pc:sldMkLst>
          <pc:docMk/>
          <pc:sldMk cId="0" sldId="268"/>
        </pc:sldMkLst>
        <pc:spChg chg="mod">
          <ac:chgData name="Krishnaraj Rao" userId="S::krishnaraj@devappsys.com::a83542c9-5cf2-493e-a756-14c8b4a74310" providerId="AD" clId="Web-{6217F43D-2A94-46AF-90C1-C85748EC6597}" dt="2025-06-07T10:14:43.119" v="226" actId="20577"/>
          <ac:spMkLst>
            <pc:docMk/>
            <pc:sldMk cId="0" sldId="268"/>
            <ac:spMk id="5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217F43D-2A94-46AF-90C1-C85748EC6597}" dt="2025-06-07T09:52:38.376" v="1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217F43D-2A94-46AF-90C1-C85748EC6597}" dt="2025-06-07T09:52:38.376" v="101" actId="20577"/>
          <ac:spMkLst>
            <pc:docMk/>
            <pc:sldMk cId="2287379508" sldId="271"/>
            <ac:spMk id="9" creationId="{12B9693A-628F-8041-7BC9-5F1E902449D1}"/>
          </ac:spMkLst>
        </pc:spChg>
      </pc:sldChg>
      <pc:sldChg chg="addSp modSp">
        <pc:chgData name="Krishnaraj Rao" userId="S::krishnaraj@devappsys.com::a83542c9-5cf2-493e-a756-14c8b4a74310" providerId="AD" clId="Web-{6217F43D-2A94-46AF-90C1-C85748EC6597}" dt="2025-06-07T10:08:10.518" v="177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217F43D-2A94-46AF-90C1-C85748EC6597}" dt="2025-06-07T10:07:57.487" v="175" actId="1076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7:52.502" v="174" actId="1076"/>
          <ac:spMkLst>
            <pc:docMk/>
            <pc:sldMk cId="3480894903" sldId="273"/>
            <ac:spMk id="9" creationId="{7D9BE6DE-92DA-FBB6-6EB2-8744095645C4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7:32.189" v="169" actId="14100"/>
          <ac:grpSpMkLst>
            <pc:docMk/>
            <pc:sldMk cId="3480894903" sldId="273"/>
            <ac:grpSpMk id="4" creationId="{98376E93-0E2E-9726-C3C0-2F3CB7841D26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08:10.518" v="177" actId="14100"/>
          <ac:picMkLst>
            <pc:docMk/>
            <pc:sldMk cId="3480894903" sldId="273"/>
            <ac:picMk id="13" creationId="{A2F2963B-196E-0362-4BF4-0D18BD039FDB}"/>
          </ac:picMkLst>
        </pc:picChg>
      </pc:sldChg>
      <pc:sldChg chg="addSp modSp add replId">
        <pc:chgData name="Krishnaraj Rao" userId="S::krishnaraj@devappsys.com::a83542c9-5cf2-493e-a756-14c8b4a74310" providerId="AD" clId="Web-{6217F43D-2A94-46AF-90C1-C85748EC6597}" dt="2025-06-07T09:52:01.750" v="100" actId="1076"/>
        <pc:sldMkLst>
          <pc:docMk/>
          <pc:sldMk cId="2783255690" sldId="275"/>
        </pc:sldMkLst>
        <pc:spChg chg="mod">
          <ac:chgData name="Krishnaraj Rao" userId="S::krishnaraj@devappsys.com::a83542c9-5cf2-493e-a756-14c8b4a74310" providerId="AD" clId="Web-{6217F43D-2A94-46AF-90C1-C85748EC6597}" dt="2025-06-07T09:52:01.750" v="100" actId="1076"/>
          <ac:spMkLst>
            <pc:docMk/>
            <pc:sldMk cId="2783255690" sldId="275"/>
            <ac:spMk id="5" creationId="{487E9DEE-4E73-2FED-9AB6-E8FC4B11D8AD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1:59" v="99" actId="1076"/>
          <ac:spMkLst>
            <pc:docMk/>
            <pc:sldMk cId="2783255690" sldId="275"/>
            <ac:spMk id="9" creationId="{24BF6FCB-1B82-2758-1A6E-D4A02EC55439}"/>
          </ac:spMkLst>
        </pc:spChg>
        <pc:graphicFrameChg chg="add mod modGraphic">
          <ac:chgData name="Krishnaraj Rao" userId="S::krishnaraj@devappsys.com::a83542c9-5cf2-493e-a756-14c8b4a74310" providerId="AD" clId="Web-{6217F43D-2A94-46AF-90C1-C85748EC6597}" dt="2025-06-07T09:51:48.343" v="96"/>
          <ac:graphicFrameMkLst>
            <pc:docMk/>
            <pc:sldMk cId="2783255690" sldId="275"/>
            <ac:graphicFrameMk id="14" creationId="{6B01A76A-C38A-D2CC-838D-9A31A6A7474B}"/>
          </ac:graphicFrameMkLst>
        </pc:graphicFrameChg>
      </pc:sldChg>
      <pc:sldChg chg="addSp modSp add replId">
        <pc:chgData name="Krishnaraj Rao" userId="S::krishnaraj@devappsys.com::a83542c9-5cf2-493e-a756-14c8b4a74310" providerId="AD" clId="Web-{6217F43D-2A94-46AF-90C1-C85748EC6597}" dt="2025-06-07T10:11:57.663" v="225" actId="14100"/>
        <pc:sldMkLst>
          <pc:docMk/>
          <pc:sldMk cId="2466518213" sldId="276"/>
        </pc:sldMkLst>
        <pc:spChg chg="mod">
          <ac:chgData name="Krishnaraj Rao" userId="S::krishnaraj@devappsys.com::a83542c9-5cf2-493e-a756-14c8b4a74310" providerId="AD" clId="Web-{6217F43D-2A94-46AF-90C1-C85748EC6597}" dt="2025-06-07T10:11:48.319" v="224" actId="20577"/>
          <ac:spMkLst>
            <pc:docMk/>
            <pc:sldMk cId="2466518213" sldId="276"/>
            <ac:spMk id="5" creationId="{C3B135D7-88A5-B84B-C023-37DC14FBFBAA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11:00.349" v="219" actId="1076"/>
          <ac:spMkLst>
            <pc:docMk/>
            <pc:sldMk cId="2466518213" sldId="276"/>
            <ac:spMk id="9" creationId="{72A4B228-6952-4F52-16AC-B47AB546A649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9:02.628" v="189" actId="1076"/>
          <ac:grpSpMkLst>
            <pc:docMk/>
            <pc:sldMk cId="2466518213" sldId="276"/>
            <ac:grpSpMk id="4" creationId="{0362F84B-568A-E77B-A22D-D15ACE8BD1F3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11:57.663" v="225" actId="14100"/>
          <ac:picMkLst>
            <pc:docMk/>
            <pc:sldMk cId="2466518213" sldId="276"/>
            <ac:picMk id="13" creationId="{D48FCAFE-9E44-9383-2094-5CCBC9B2982F}"/>
          </ac:picMkLst>
        </pc:picChg>
      </pc:sldChg>
    </pc:docChg>
  </pc:docChgLst>
  <pc:docChgLst>
    <pc:chgData name="Krishnaraj Rao" userId="S::krishnaraj@devappsys.com::a83542c9-5cf2-493e-a756-14c8b4a74310" providerId="AD" clId="Web-{8530CCF8-970C-45E7-B10C-1B8DC558D11B}"/>
    <pc:docChg chg="modSld">
      <pc:chgData name="Krishnaraj Rao" userId="S::krishnaraj@devappsys.com::a83542c9-5cf2-493e-a756-14c8b4a74310" providerId="AD" clId="Web-{8530CCF8-970C-45E7-B10C-1B8DC558D11B}" dt="2025-06-07T00:43:59.214" v="1"/>
      <pc:docMkLst>
        <pc:docMk/>
      </pc:docMkLst>
      <pc:sldChg chg="addSp delSp modSp">
        <pc:chgData name="Krishnaraj Rao" userId="S::krishnaraj@devappsys.com::a83542c9-5cf2-493e-a756-14c8b4a74310" providerId="AD" clId="Web-{8530CCF8-970C-45E7-B10C-1B8DC558D11B}" dt="2025-06-07T00:43:59.214" v="1"/>
        <pc:sldMkLst>
          <pc:docMk/>
          <pc:sldMk cId="0" sldId="256"/>
        </pc:sldMkLst>
        <pc:picChg chg="add del mod">
          <ac:chgData name="Krishnaraj Rao" userId="S::krishnaraj@devappsys.com::a83542c9-5cf2-493e-a756-14c8b4a74310" providerId="AD" clId="Web-{8530CCF8-970C-45E7-B10C-1B8DC558D11B}" dt="2025-06-07T00:43:59.214" v="1"/>
          <ac:picMkLst>
            <pc:docMk/>
            <pc:sldMk cId="0" sldId="256"/>
            <ac:picMk id="12" creationId="{055C782F-BA52-4AA7-C295-778C304A127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B099B1-F1D2-419C-BEDD-6EF3C7B61F68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370F73-A7BF-4FFE-9B41-C49728744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057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7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learn.microsoft.com/en-us/aspnet/core/data/ef-mvc/crud?view=aspnetcore-7.0" TargetMode="External"/><Relationship Id="rId4" Type="http://schemas.openxmlformats.org/officeDocument/2006/relationships/hyperlink" Target="https://learn.microsoft.com/en-us/aspnet/core/web-api/?view=aspnetcore-7.0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3D346C-65C5-47AF-91D7-91A16702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3" name="Google Shape;88;p1">
            <a:extLst>
              <a:ext uri="{FF2B5EF4-FFF2-40B4-BE49-F238E27FC236}">
                <a16:creationId xmlns:a16="http://schemas.microsoft.com/office/drawing/2014/main" id="{532B16B3-6609-F3A9-8935-1E7E45582B33}"/>
              </a:ext>
            </a:extLst>
          </p:cNvPr>
          <p:cNvGrpSpPr/>
          <p:nvPr/>
        </p:nvGrpSpPr>
        <p:grpSpPr>
          <a:xfrm>
            <a:off x="6775593" y="-328312"/>
            <a:ext cx="11512407" cy="10615312"/>
            <a:chOff x="6375082" y="-144661"/>
            <a:chExt cx="11512407" cy="10615312"/>
          </a:xfrm>
        </p:grpSpPr>
        <p:sp>
          <p:nvSpPr>
            <p:cNvPr id="4" name="Google Shape;89;p1">
              <a:extLst>
                <a:ext uri="{FF2B5EF4-FFF2-40B4-BE49-F238E27FC236}">
                  <a16:creationId xmlns:a16="http://schemas.microsoft.com/office/drawing/2014/main" id="{14F6515C-3699-E1EB-00DB-EF19B900D29D}"/>
                </a:ext>
              </a:extLst>
            </p:cNvPr>
            <p:cNvSpPr/>
            <p:nvPr/>
          </p:nvSpPr>
          <p:spPr>
            <a:xfrm>
              <a:off x="6375082" y="1638300"/>
              <a:ext cx="3726767" cy="6356958"/>
            </a:xfrm>
            <a:custGeom>
              <a:avLst/>
              <a:gdLst/>
              <a:ahLst/>
              <a:cxnLst/>
              <a:rect l="l" t="t" r="r" b="b"/>
              <a:pathLst>
                <a:path w="3726767" h="6356958" extrusionOk="0">
                  <a:moveTo>
                    <a:pt x="0" y="0"/>
                  </a:moveTo>
                  <a:lnTo>
                    <a:pt x="3726766" y="0"/>
                  </a:lnTo>
                  <a:lnTo>
                    <a:pt x="3726766" y="6356958"/>
                  </a:lnTo>
                  <a:lnTo>
                    <a:pt x="0" y="63569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oogle Shape;90;p1">
              <a:extLst>
                <a:ext uri="{FF2B5EF4-FFF2-40B4-BE49-F238E27FC236}">
                  <a16:creationId xmlns:a16="http://schemas.microsoft.com/office/drawing/2014/main" id="{A62AA662-476C-E6FB-6E75-8B8F22650C09}"/>
                </a:ext>
              </a:extLst>
            </p:cNvPr>
            <p:cNvGrpSpPr/>
            <p:nvPr/>
          </p:nvGrpSpPr>
          <p:grpSpPr>
            <a:xfrm>
              <a:off x="17569989" y="-144661"/>
              <a:ext cx="317500" cy="10615312"/>
              <a:chOff x="0" y="-38100"/>
              <a:chExt cx="83621" cy="2795802"/>
            </a:xfrm>
          </p:grpSpPr>
          <p:sp>
            <p:nvSpPr>
              <p:cNvPr id="9" name="Google Shape;91;p1">
                <a:extLst>
                  <a:ext uri="{FF2B5EF4-FFF2-40B4-BE49-F238E27FC236}">
                    <a16:creationId xmlns:a16="http://schemas.microsoft.com/office/drawing/2014/main" id="{0EF42A53-F2C5-8EB0-548E-336AE864B302}"/>
                  </a:ext>
                </a:extLst>
              </p:cNvPr>
              <p:cNvSpPr/>
              <p:nvPr/>
            </p:nvSpPr>
            <p:spPr>
              <a:xfrm>
                <a:off x="0" y="0"/>
                <a:ext cx="83621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83621" h="2757702" extrusionOk="0">
                    <a:moveTo>
                      <a:pt x="0" y="0"/>
                    </a:moveTo>
                    <a:lnTo>
                      <a:pt x="83621" y="0"/>
                    </a:lnTo>
                    <a:lnTo>
                      <a:pt x="83621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92;p1">
                <a:extLst>
                  <a:ext uri="{FF2B5EF4-FFF2-40B4-BE49-F238E27FC236}">
                    <a16:creationId xmlns:a16="http://schemas.microsoft.com/office/drawing/2014/main" id="{099A907C-897C-F2BC-E14D-F698EB5736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3621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oogle Shape;93;p1">
              <a:extLst>
                <a:ext uri="{FF2B5EF4-FFF2-40B4-BE49-F238E27FC236}">
                  <a16:creationId xmlns:a16="http://schemas.microsoft.com/office/drawing/2014/main" id="{034B7140-8881-3F8C-8481-B3F14C27C36F}"/>
                </a:ext>
              </a:extLst>
            </p:cNvPr>
            <p:cNvGrpSpPr/>
            <p:nvPr/>
          </p:nvGrpSpPr>
          <p:grpSpPr>
            <a:xfrm>
              <a:off x="16107228" y="-144661"/>
              <a:ext cx="1247470" cy="10615312"/>
              <a:chOff x="0" y="-38100"/>
              <a:chExt cx="328552" cy="2795802"/>
            </a:xfrm>
          </p:grpSpPr>
          <p:sp>
            <p:nvSpPr>
              <p:cNvPr id="7" name="Google Shape;94;p1">
                <a:extLst>
                  <a:ext uri="{FF2B5EF4-FFF2-40B4-BE49-F238E27FC236}">
                    <a16:creationId xmlns:a16="http://schemas.microsoft.com/office/drawing/2014/main" id="{642BB787-A66D-E596-8102-0BAF757D14D4}"/>
                  </a:ext>
                </a:extLst>
              </p:cNvPr>
              <p:cNvSpPr/>
              <p:nvPr/>
            </p:nvSpPr>
            <p:spPr>
              <a:xfrm>
                <a:off x="0" y="0"/>
                <a:ext cx="328552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328552" h="2757702" extrusionOk="0">
                    <a:moveTo>
                      <a:pt x="0" y="0"/>
                    </a:moveTo>
                    <a:lnTo>
                      <a:pt x="328552" y="0"/>
                    </a:lnTo>
                    <a:lnTo>
                      <a:pt x="328552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Google Shape;95;p1">
                <a:extLst>
                  <a:ext uri="{FF2B5EF4-FFF2-40B4-BE49-F238E27FC236}">
                    <a16:creationId xmlns:a16="http://schemas.microsoft.com/office/drawing/2014/main" id="{1E6B82F4-8166-8FE6-137C-48C384277E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28552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549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2931" y="3927248"/>
            <a:ext cx="14861638" cy="3446585"/>
            <a:chOff x="-341904" y="836967"/>
            <a:chExt cx="19815517" cy="4595447"/>
          </a:xfrm>
        </p:grpSpPr>
        <p:sp>
          <p:nvSpPr>
            <p:cNvPr id="3" name="TextBox 3"/>
            <p:cNvSpPr txBox="1"/>
            <p:nvPr/>
          </p:nvSpPr>
          <p:spPr>
            <a:xfrm>
              <a:off x="-341904" y="836967"/>
              <a:ext cx="19815517" cy="45954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US" sz="9000" spc="279" dirty="0">
                  <a:ea typeface="+mn-lt"/>
                  <a:cs typeface="+mn-lt"/>
                  <a:sym typeface="Heebo Black"/>
                </a:rPr>
                <a:t>Building a REST API with ADO.NET</a:t>
              </a:r>
              <a:endParaRPr lang="en-US" sz="9000" dirty="0"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latin typeface="Agrandir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A22D2A28-66CB-3372-0222-61591D37F9F7}"/>
              </a:ext>
            </a:extLst>
          </p:cNvPr>
          <p:cNvSpPr txBox="1"/>
          <p:nvPr/>
        </p:nvSpPr>
        <p:spPr>
          <a:xfrm>
            <a:off x="16324569" y="1416196"/>
            <a:ext cx="1935631" cy="481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4000" b="1" dirty="0">
                <a:latin typeface="Calibri"/>
                <a:ea typeface="Agrandir Bold"/>
                <a:cs typeface="Agrandir Bold"/>
              </a:rPr>
              <a:t>5 / 12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6580AB-0610-3CBB-3ED3-41E3F8D1A1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8" b="18525"/>
          <a:stretch>
            <a:fillRect/>
          </a:stretch>
        </p:blipFill>
        <p:spPr>
          <a:xfrm>
            <a:off x="4932947" y="439666"/>
            <a:ext cx="7507705" cy="2434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766888" y="10287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754282" y="94170"/>
            <a:ext cx="7620811" cy="1291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Agenda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9380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5828568" y="88891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4754282" y="2298210"/>
            <a:ext cx="5548532" cy="881343"/>
            <a:chOff x="0" y="0"/>
            <a:chExt cx="7398043" cy="1175123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6298" y="335404"/>
              <a:ext cx="442528" cy="523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/>
              <a:r>
                <a:rPr lang="en-IN" sz="2400" dirty="0"/>
                <a:t>Create the Database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996685" y="2298210"/>
            <a:ext cx="5548533" cy="881343"/>
            <a:chOff x="0" y="0"/>
            <a:chExt cx="7398043" cy="1175123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10122" y="270697"/>
              <a:ext cx="5587921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/>
              <a:r>
                <a:rPr lang="en-GB" sz="2400" dirty="0"/>
                <a:t>Connect with .NET</a:t>
              </a:r>
              <a:endParaRPr lang="en-IN" sz="2400" dirty="0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54282" y="3670432"/>
            <a:ext cx="5548532" cy="881343"/>
            <a:chOff x="0" y="0"/>
            <a:chExt cx="7398043" cy="1175123"/>
          </a:xfrm>
        </p:grpSpPr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/>
              <a:r>
                <a:rPr lang="en-IN" sz="2400" dirty="0"/>
                <a:t>Create the model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54282" y="5042655"/>
            <a:ext cx="5548532" cy="881343"/>
            <a:chOff x="0" y="0"/>
            <a:chExt cx="7398043" cy="1175123"/>
          </a:xfrm>
        </p:grpSpPr>
        <p:grpSp>
          <p:nvGrpSpPr>
            <p:cNvPr id="25" name="Group 2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Add methods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996685" y="3670432"/>
            <a:ext cx="5548532" cy="881343"/>
            <a:chOff x="0" y="0"/>
            <a:chExt cx="7398043" cy="1175123"/>
          </a:xfrm>
        </p:grpSpPr>
        <p:grpSp>
          <p:nvGrpSpPr>
            <p:cNvPr id="35" name="Group 3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10123" y="270697"/>
              <a:ext cx="5587920" cy="485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GB" sz="2400" dirty="0">
                  <a:solidFill>
                    <a:srgbClr val="33123B"/>
                  </a:solidFill>
                  <a:latin typeface="Aptos"/>
                </a:rPr>
                <a:t>Create the Controller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996685" y="5042655"/>
            <a:ext cx="5548532" cy="881343"/>
            <a:chOff x="0" y="0"/>
            <a:chExt cx="7398043" cy="1175123"/>
          </a:xfrm>
        </p:grpSpPr>
        <p:grpSp>
          <p:nvGrpSpPr>
            <p:cNvPr id="40" name="Group 4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Create the view</a:t>
              </a: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014F566-679C-7B70-6B31-31DC6A6F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32384" y="574231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GB" dirty="0"/>
          </a:p>
        </p:txBody>
      </p:sp>
      <p:grpSp>
        <p:nvGrpSpPr>
          <p:cNvPr id="2" name="Group 39">
            <a:extLst>
              <a:ext uri="{FF2B5EF4-FFF2-40B4-BE49-F238E27FC236}">
                <a16:creationId xmlns:a16="http://schemas.microsoft.com/office/drawing/2014/main" id="{FCB2E5E8-8208-FD82-9E1E-B3667F8110F5}"/>
              </a:ext>
            </a:extLst>
          </p:cNvPr>
          <p:cNvGrpSpPr/>
          <p:nvPr/>
        </p:nvGrpSpPr>
        <p:grpSpPr>
          <a:xfrm>
            <a:off x="11017502" y="6470371"/>
            <a:ext cx="5548532" cy="881343"/>
            <a:chOff x="0" y="0"/>
            <a:chExt cx="7398043" cy="1175123"/>
          </a:xfrm>
        </p:grpSpPr>
        <p:grpSp>
          <p:nvGrpSpPr>
            <p:cNvPr id="3" name="Group 40">
              <a:extLst>
                <a:ext uri="{FF2B5EF4-FFF2-40B4-BE49-F238E27FC236}">
                  <a16:creationId xmlns:a16="http://schemas.microsoft.com/office/drawing/2014/main" id="{BBFA0DB1-5CBB-1923-F362-D4B3F9EB94E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0" name="Freeform 41">
                <a:extLst>
                  <a:ext uri="{FF2B5EF4-FFF2-40B4-BE49-F238E27FC236}">
                    <a16:creationId xmlns:a16="http://schemas.microsoft.com/office/drawing/2014/main" id="{6F76999D-4B8B-33D9-FA4B-36E5851FB00C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" name="TextBox 42">
              <a:extLst>
                <a:ext uri="{FF2B5EF4-FFF2-40B4-BE49-F238E27FC236}">
                  <a16:creationId xmlns:a16="http://schemas.microsoft.com/office/drawing/2014/main" id="{DF988E98-6CC1-52A0-D4C0-ED5B8C92FC86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8</a:t>
              </a:r>
            </a:p>
          </p:txBody>
        </p:sp>
        <p:sp>
          <p:nvSpPr>
            <p:cNvPr id="29" name="TextBox 43">
              <a:extLst>
                <a:ext uri="{FF2B5EF4-FFF2-40B4-BE49-F238E27FC236}">
                  <a16:creationId xmlns:a16="http://schemas.microsoft.com/office/drawing/2014/main" id="{7F2F1FBC-68EE-4D9F-FB9C-188C3499FACE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Use Cases</a:t>
              </a:r>
            </a:p>
          </p:txBody>
        </p:sp>
      </p:grpSp>
      <p:grpSp>
        <p:nvGrpSpPr>
          <p:cNvPr id="31" name="Group 9">
            <a:extLst>
              <a:ext uri="{FF2B5EF4-FFF2-40B4-BE49-F238E27FC236}">
                <a16:creationId xmlns:a16="http://schemas.microsoft.com/office/drawing/2014/main" id="{49E9846F-B080-AEAC-628B-673EDCBA68E2}"/>
              </a:ext>
            </a:extLst>
          </p:cNvPr>
          <p:cNvGrpSpPr/>
          <p:nvPr/>
        </p:nvGrpSpPr>
        <p:grpSpPr>
          <a:xfrm>
            <a:off x="4754282" y="7785767"/>
            <a:ext cx="5548532" cy="881343"/>
            <a:chOff x="0" y="0"/>
            <a:chExt cx="7398043" cy="1175123"/>
          </a:xfrm>
        </p:grpSpPr>
        <p:grpSp>
          <p:nvGrpSpPr>
            <p:cNvPr id="32" name="Group 10">
              <a:extLst>
                <a:ext uri="{FF2B5EF4-FFF2-40B4-BE49-F238E27FC236}">
                  <a16:creationId xmlns:a16="http://schemas.microsoft.com/office/drawing/2014/main" id="{3CFC9A25-F66F-309F-7423-24A3939AE3C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5" name="Freeform 11">
                <a:extLst>
                  <a:ext uri="{FF2B5EF4-FFF2-40B4-BE49-F238E27FC236}">
                    <a16:creationId xmlns:a16="http://schemas.microsoft.com/office/drawing/2014/main" id="{4A05880C-C13D-A9B2-B578-535E3C4E1BF7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3" name="TextBox 12">
              <a:extLst>
                <a:ext uri="{FF2B5EF4-FFF2-40B4-BE49-F238E27FC236}">
                  <a16:creationId xmlns:a16="http://schemas.microsoft.com/office/drawing/2014/main" id="{2827C385-C3CC-1B39-4A8C-45E1FEB51378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729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dirty="0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9</a:t>
              </a:r>
              <a:endParaRPr lang="en-US" sz="2721" b="1" u="none" dirty="0">
                <a:solidFill>
                  <a:srgbClr val="33123B"/>
                </a:solidFill>
                <a:latin typeface="Horizon"/>
                <a:ea typeface="Horizon"/>
                <a:cs typeface="Horizon"/>
                <a:sym typeface="Horizon"/>
              </a:endParaRPr>
            </a:p>
          </p:txBody>
        </p:sp>
        <p:sp>
          <p:nvSpPr>
            <p:cNvPr id="44" name="TextBox 13">
              <a:extLst>
                <a:ext uri="{FF2B5EF4-FFF2-40B4-BE49-F238E27FC236}">
                  <a16:creationId xmlns:a16="http://schemas.microsoft.com/office/drawing/2014/main" id="{11D12FC2-FD6E-58F9-857D-8BB97C30535C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Assignment </a:t>
              </a:r>
            </a:p>
          </p:txBody>
        </p:sp>
      </p:grpSp>
      <p:grpSp>
        <p:nvGrpSpPr>
          <p:cNvPr id="46" name="Group 39">
            <a:extLst>
              <a:ext uri="{FF2B5EF4-FFF2-40B4-BE49-F238E27FC236}">
                <a16:creationId xmlns:a16="http://schemas.microsoft.com/office/drawing/2014/main" id="{FB8321E0-6F0A-83EA-4EF6-4E11D012EA7D}"/>
              </a:ext>
            </a:extLst>
          </p:cNvPr>
          <p:cNvGrpSpPr/>
          <p:nvPr/>
        </p:nvGrpSpPr>
        <p:grpSpPr>
          <a:xfrm>
            <a:off x="11017502" y="7898087"/>
            <a:ext cx="5548532" cy="881343"/>
            <a:chOff x="0" y="0"/>
            <a:chExt cx="7398043" cy="1175123"/>
          </a:xfrm>
        </p:grpSpPr>
        <p:grpSp>
          <p:nvGrpSpPr>
            <p:cNvPr id="47" name="Group 40">
              <a:extLst>
                <a:ext uri="{FF2B5EF4-FFF2-40B4-BE49-F238E27FC236}">
                  <a16:creationId xmlns:a16="http://schemas.microsoft.com/office/drawing/2014/main" id="{41B6FEFF-973B-A4B5-F7E5-B98267BC5F6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50" name="Freeform 41">
                <a:extLst>
                  <a:ext uri="{FF2B5EF4-FFF2-40B4-BE49-F238E27FC236}">
                    <a16:creationId xmlns:a16="http://schemas.microsoft.com/office/drawing/2014/main" id="{A08CFC17-8C81-BEB6-7B26-2350C244B240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8" name="TextBox 42">
              <a:extLst>
                <a:ext uri="{FF2B5EF4-FFF2-40B4-BE49-F238E27FC236}">
                  <a16:creationId xmlns:a16="http://schemas.microsoft.com/office/drawing/2014/main" id="{B21A5377-4965-4BBA-91F4-CDCCED70320F}"/>
                </a:ext>
              </a:extLst>
            </p:cNvPr>
            <p:cNvSpPr txBox="1"/>
            <p:nvPr/>
          </p:nvSpPr>
          <p:spPr>
            <a:xfrm>
              <a:off x="169271" y="359293"/>
              <a:ext cx="781071" cy="4565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10</a:t>
              </a:r>
            </a:p>
          </p:txBody>
        </p:sp>
        <p:sp>
          <p:nvSpPr>
            <p:cNvPr id="49" name="TextBox 43">
              <a:extLst>
                <a:ext uri="{FF2B5EF4-FFF2-40B4-BE49-F238E27FC236}">
                  <a16:creationId xmlns:a16="http://schemas.microsoft.com/office/drawing/2014/main" id="{FC9C4FD7-E19F-2D96-8B56-63FB3539B910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Debrief</a:t>
              </a:r>
              <a:endParaRPr lang="en-US" sz="2400" dirty="0">
                <a:solidFill>
                  <a:srgbClr val="33123B"/>
                </a:solidFill>
                <a:ea typeface="Agrandir"/>
                <a:cs typeface="Agrandir"/>
              </a:endParaRPr>
            </a:p>
          </p:txBody>
        </p:sp>
      </p:grpSp>
      <p:grpSp>
        <p:nvGrpSpPr>
          <p:cNvPr id="51" name="Group 39">
            <a:extLst>
              <a:ext uri="{FF2B5EF4-FFF2-40B4-BE49-F238E27FC236}">
                <a16:creationId xmlns:a16="http://schemas.microsoft.com/office/drawing/2014/main" id="{EDAA8F93-1E6C-7788-4201-C149CE5D2870}"/>
              </a:ext>
            </a:extLst>
          </p:cNvPr>
          <p:cNvGrpSpPr/>
          <p:nvPr/>
        </p:nvGrpSpPr>
        <p:grpSpPr>
          <a:xfrm>
            <a:off x="4754282" y="6414878"/>
            <a:ext cx="5548532" cy="881343"/>
            <a:chOff x="0" y="0"/>
            <a:chExt cx="7398043" cy="1175123"/>
          </a:xfrm>
        </p:grpSpPr>
        <p:grpSp>
          <p:nvGrpSpPr>
            <p:cNvPr id="53" name="Group 40">
              <a:extLst>
                <a:ext uri="{FF2B5EF4-FFF2-40B4-BE49-F238E27FC236}">
                  <a16:creationId xmlns:a16="http://schemas.microsoft.com/office/drawing/2014/main" id="{55A8EBB9-9E67-29CB-77DC-FD640EEF295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56" name="Freeform 41">
                <a:extLst>
                  <a:ext uri="{FF2B5EF4-FFF2-40B4-BE49-F238E27FC236}">
                    <a16:creationId xmlns:a16="http://schemas.microsoft.com/office/drawing/2014/main" id="{4FD62DDD-FFB2-E4BE-5E15-E3F8D1CE16B0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54" name="TextBox 42">
              <a:extLst>
                <a:ext uri="{FF2B5EF4-FFF2-40B4-BE49-F238E27FC236}">
                  <a16:creationId xmlns:a16="http://schemas.microsoft.com/office/drawing/2014/main" id="{4F9CB412-2C3E-7B7C-76E1-B5605E77E8F7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6</a:t>
              </a:r>
            </a:p>
          </p:txBody>
        </p:sp>
        <p:sp>
          <p:nvSpPr>
            <p:cNvPr id="55" name="TextBox 43">
              <a:extLst>
                <a:ext uri="{FF2B5EF4-FFF2-40B4-BE49-F238E27FC236}">
                  <a16:creationId xmlns:a16="http://schemas.microsoft.com/office/drawing/2014/main" id="{4773AC09-F8E2-13CA-D89F-9D42B6F3D29D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Apply methods in view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0C3C7-E5A4-0562-01CD-6705880D0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00C1F3B-5E80-2C8E-4564-1A1CE3332B1A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4532AA8-E1D4-9D9C-AF98-34FCA1AE49AB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D25EA90-C139-E821-CC4A-421D566C6B33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01295EB-C641-F348-3C4B-13953817E861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1E68289-6C76-05E0-70DA-65E60BFD38B3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B70E9DF-7F5B-A541-4852-889656CEC05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430BBE9-D339-9FEF-7158-8BDE4F861F2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C7FAC10-D760-2160-63A7-D0B0C451A647}"/>
              </a:ext>
            </a:extLst>
          </p:cNvPr>
          <p:cNvSpPr txBox="1"/>
          <p:nvPr/>
        </p:nvSpPr>
        <p:spPr>
          <a:xfrm>
            <a:off x="1618548" y="3099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7030A0"/>
                </a:solidFill>
                <a:ea typeface="+mn-lt"/>
                <a:cs typeface="+mn-lt"/>
              </a:rPr>
              <a:t>MVC</a:t>
            </a:r>
            <a:endParaRPr lang="en-US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CD8E3F5-B1FE-47DB-71C7-6D7B955EC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4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A62614-FC19-3A7A-5EC5-20DC2CD1EEDB}"/>
              </a:ext>
            </a:extLst>
          </p:cNvPr>
          <p:cNvSpPr txBox="1"/>
          <p:nvPr/>
        </p:nvSpPr>
        <p:spPr>
          <a:xfrm>
            <a:off x="1227221" y="1897409"/>
            <a:ext cx="16038669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b="1" dirty="0"/>
              <a:t>MVC</a:t>
            </a:r>
            <a:r>
              <a:rPr lang="en-US" sz="4800" dirty="0"/>
              <a:t> is an architectural pattern that separates an application into three parts: </a:t>
            </a:r>
            <a:r>
              <a:rPr lang="en-US" sz="4800" b="1" dirty="0"/>
              <a:t>Model</a:t>
            </a:r>
            <a:r>
              <a:rPr lang="en-US" sz="4800" dirty="0"/>
              <a:t>, </a:t>
            </a:r>
            <a:r>
              <a:rPr lang="en-US" sz="4800" b="1" dirty="0"/>
              <a:t>View</a:t>
            </a:r>
            <a:r>
              <a:rPr lang="en-US" sz="4800" dirty="0"/>
              <a:t>, and </a:t>
            </a:r>
            <a:r>
              <a:rPr lang="en-US" sz="4800" b="1" dirty="0"/>
              <a:t>Controller</a:t>
            </a:r>
            <a:r>
              <a:rPr lang="en-US" sz="48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/>
              <a:t>The </a:t>
            </a:r>
            <a:r>
              <a:rPr lang="en-US" sz="4800" b="1" dirty="0"/>
              <a:t>Model</a:t>
            </a:r>
            <a:r>
              <a:rPr lang="en-US" sz="4800" dirty="0"/>
              <a:t> represents the application's data and business logic.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/>
              <a:t>The </a:t>
            </a:r>
            <a:r>
              <a:rPr lang="en-US" sz="4800" b="1" dirty="0"/>
              <a:t>View</a:t>
            </a:r>
            <a:r>
              <a:rPr lang="en-US" sz="4800" dirty="0"/>
              <a:t> is the user interface that displays the data (e.g., HTML or JSON).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/>
              <a:t>The </a:t>
            </a:r>
            <a:r>
              <a:rPr lang="en-US" sz="4800" b="1" dirty="0"/>
              <a:t>Controller</a:t>
            </a:r>
            <a:r>
              <a:rPr lang="en-US" sz="4800" dirty="0"/>
              <a:t> handles user input, interacts with the Model, and chooses a View to render.</a:t>
            </a:r>
          </a:p>
          <a:p>
            <a:pPr lvl="1" fontAlgn="base"/>
            <a:endParaRPr lang="en-US" sz="4800" dirty="0"/>
          </a:p>
          <a:p>
            <a:pPr lvl="1" fontAlgn="base"/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156019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CA32E-3592-183D-71C9-0DEF8CA14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7E45C5-B236-FC82-6D5B-8ECE85E62572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E4B665D-F78A-AC58-C5C2-F709D87BCCB4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E62C765-68B1-32CC-B3EB-749648A2ACA1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2C72A85-E29B-9111-1ED0-031F3C3B09A3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A374D07-E6A2-8FDF-3992-A08C511FF171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183F9E5-53B9-9B63-9F20-3FDC1FE78760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1ADD520-F43C-C31F-A150-4C7AFEAC2329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36D5F35-DBFD-DA5F-3663-492C861FCADF}"/>
              </a:ext>
            </a:extLst>
          </p:cNvPr>
          <p:cNvSpPr txBox="1"/>
          <p:nvPr/>
        </p:nvSpPr>
        <p:spPr>
          <a:xfrm>
            <a:off x="1618548" y="3099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7030A0"/>
                </a:solidFill>
                <a:ea typeface="+mn-lt"/>
                <a:cs typeface="+mn-lt"/>
              </a:rPr>
              <a:t>RestAPI</a:t>
            </a:r>
            <a:endParaRPr lang="en-US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69F73D3-7371-91D7-58C2-8C8A7BB6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5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977D9D-3982-EE8B-C2C7-9A0BA8FB8CC8}"/>
              </a:ext>
            </a:extLst>
          </p:cNvPr>
          <p:cNvSpPr txBox="1"/>
          <p:nvPr/>
        </p:nvSpPr>
        <p:spPr>
          <a:xfrm>
            <a:off x="1227221" y="1897409"/>
            <a:ext cx="16038669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/>
              <a:t>What is RestAPI?</a:t>
            </a:r>
          </a:p>
          <a:p>
            <a:pPr lvl="2"/>
            <a:r>
              <a:rPr lang="en-US" sz="4000" dirty="0"/>
              <a:t>REST API = Representational State Transfer Application Programming Interface</a:t>
            </a:r>
          </a:p>
          <a:p>
            <a:pPr lvl="2"/>
            <a:endParaRPr lang="en-US" sz="4000" dirty="0"/>
          </a:p>
          <a:p>
            <a:pPr lvl="2"/>
            <a:r>
              <a:rPr lang="en-US" sz="4000" dirty="0"/>
              <a:t> </a:t>
            </a:r>
            <a:r>
              <a:rPr lang="en-US" sz="4000" b="1" dirty="0"/>
              <a:t>API (Application Programming Interface)</a:t>
            </a:r>
            <a:r>
              <a:rPr lang="en-US" sz="4000" dirty="0"/>
              <a:t> : A way for two software applications to talk to each other.</a:t>
            </a:r>
            <a:br>
              <a:rPr lang="en-US" sz="4000" dirty="0"/>
            </a:br>
            <a:r>
              <a:rPr lang="en-US" sz="4000" b="1" dirty="0"/>
              <a:t>REST</a:t>
            </a:r>
            <a:r>
              <a:rPr lang="en-US" sz="4000" dirty="0"/>
              <a:t> : A set of rules (architecture style) for designing APIs that are simple, scalable, and use HTTP (the same protocol as websites).</a:t>
            </a:r>
          </a:p>
          <a:p>
            <a:pPr lvl="2"/>
            <a:endParaRPr lang="en-US" sz="4000" dirty="0"/>
          </a:p>
          <a:p>
            <a:pPr marL="1485900" lvl="2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+mj-lt"/>
              </a:rPr>
              <a:t>Uses HTTP methods (GET, POST, PUT, PATCH, DELETE).</a:t>
            </a:r>
          </a:p>
          <a:p>
            <a:pPr marL="1485900" lvl="2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+mj-lt"/>
              </a:rPr>
              <a:t>Treats data as resources, each identified by a URL.</a:t>
            </a:r>
          </a:p>
          <a:p>
            <a:pPr marL="1485900" lvl="2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+mj-lt"/>
              </a:rPr>
              <a:t>Stateless: each request is independent.</a:t>
            </a:r>
          </a:p>
          <a:p>
            <a:pPr marL="1485900" lvl="2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+mj-lt"/>
              </a:rPr>
              <a:t>Returns data usually in JSON format.</a:t>
            </a:r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45123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C2E7B-086A-3482-A4A5-39A9E59ED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517BED7-A936-6A07-B1EE-862A4C243106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2322319-854C-1251-E393-2BC5AA76F6C5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83BEB1C-848C-1601-E8CD-FBD50319FE9D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A1C952F-1297-5542-3CB8-B1A5B71FE7A3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4A01F37-5825-150A-D7E5-80BCCD79B125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71AE789-9A94-4E2C-6705-6DB5B1DF3E45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EF3444D-FD62-DD08-2166-937B6C71C248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EE0F925-4C64-AC9C-50BE-5F592C36EC8D}"/>
              </a:ext>
            </a:extLst>
          </p:cNvPr>
          <p:cNvSpPr txBox="1"/>
          <p:nvPr/>
        </p:nvSpPr>
        <p:spPr>
          <a:xfrm>
            <a:off x="1618548" y="3099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7030A0"/>
                </a:solidFill>
                <a:ea typeface="+mn-lt"/>
                <a:cs typeface="+mn-lt"/>
              </a:rPr>
              <a:t>HTTP METHODS</a:t>
            </a:r>
            <a:endParaRPr lang="en-US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ECF68FC-781F-0D9C-C067-2EBA81348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6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E4646C-2411-6E03-5216-D83D7640074B}"/>
              </a:ext>
            </a:extLst>
          </p:cNvPr>
          <p:cNvSpPr txBox="1"/>
          <p:nvPr/>
        </p:nvSpPr>
        <p:spPr>
          <a:xfrm>
            <a:off x="1227221" y="1897409"/>
            <a:ext cx="1603866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F2E9472-296E-925A-F739-D21104612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061698"/>
              </p:ext>
            </p:extLst>
          </p:nvPr>
        </p:nvGraphicFramePr>
        <p:xfrm>
          <a:off x="1123151" y="1579496"/>
          <a:ext cx="16210964" cy="852772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52741">
                  <a:extLst>
                    <a:ext uri="{9D8B030D-6E8A-4147-A177-3AD203B41FA5}">
                      <a16:colId xmlns:a16="http://schemas.microsoft.com/office/drawing/2014/main" val="3867257528"/>
                    </a:ext>
                  </a:extLst>
                </a:gridCol>
                <a:gridCol w="4052741">
                  <a:extLst>
                    <a:ext uri="{9D8B030D-6E8A-4147-A177-3AD203B41FA5}">
                      <a16:colId xmlns:a16="http://schemas.microsoft.com/office/drawing/2014/main" val="352772234"/>
                    </a:ext>
                  </a:extLst>
                </a:gridCol>
                <a:gridCol w="4052741">
                  <a:extLst>
                    <a:ext uri="{9D8B030D-6E8A-4147-A177-3AD203B41FA5}">
                      <a16:colId xmlns:a16="http://schemas.microsoft.com/office/drawing/2014/main" val="767794665"/>
                    </a:ext>
                  </a:extLst>
                </a:gridCol>
                <a:gridCol w="4052741">
                  <a:extLst>
                    <a:ext uri="{9D8B030D-6E8A-4147-A177-3AD203B41FA5}">
                      <a16:colId xmlns:a16="http://schemas.microsoft.com/office/drawing/2014/main" val="1475645584"/>
                    </a:ext>
                  </a:extLst>
                </a:gridCol>
              </a:tblGrid>
              <a:tr h="14444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 dirty="0">
                          <a:effectLst/>
                        </a:rPr>
                        <a:t>CRUD Operation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effectLst/>
                        </a:rPr>
                        <a:t>HTTP Method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effectLst/>
                        </a:rPr>
                        <a:t>RESTful Example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effectLst/>
                        </a:rPr>
                        <a:t>Description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6786319"/>
                  </a:ext>
                </a:extLst>
              </a:tr>
              <a:tr h="14444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effectLst/>
                        </a:rPr>
                        <a:t>C</a:t>
                      </a:r>
                      <a:r>
                        <a:rPr lang="en-IN" sz="3200">
                          <a:effectLst/>
                        </a:rPr>
                        <a:t>reate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 dirty="0">
                          <a:effectLst/>
                        </a:rPr>
                        <a:t>POST</a:t>
                      </a:r>
                      <a:endParaRPr lang="en-IN" sz="3200" dirty="0">
                        <a:effectLst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>
                          <a:effectLst/>
                        </a:rPr>
                        <a:t>POST /api/users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Creates a new user. The data for the new user is in the request body.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266403"/>
                  </a:ext>
                </a:extLst>
              </a:tr>
              <a:tr h="14444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effectLst/>
                        </a:rPr>
                        <a:t>R</a:t>
                      </a:r>
                      <a:r>
                        <a:rPr lang="en-IN" sz="3200">
                          <a:effectLst/>
                        </a:rPr>
                        <a:t>ead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effectLst/>
                        </a:rPr>
                        <a:t>GET</a:t>
                      </a:r>
                      <a:endParaRPr lang="en-IN" sz="3200">
                        <a:effectLst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>
                          <a:effectLst/>
                        </a:rPr>
                        <a:t>GET /api/users/123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Retrieves the representation of the user with ID 123.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9775314"/>
                  </a:ext>
                </a:extLst>
              </a:tr>
              <a:tr h="14444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effectLst/>
                        </a:rPr>
                        <a:t>U</a:t>
                      </a:r>
                      <a:r>
                        <a:rPr lang="en-IN" sz="3200">
                          <a:effectLst/>
                        </a:rPr>
                        <a:t>pdate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effectLst/>
                        </a:rPr>
                        <a:t>PUT</a:t>
                      </a:r>
                      <a:r>
                        <a:rPr lang="en-IN" sz="3200">
                          <a:effectLst/>
                        </a:rPr>
                        <a:t> or </a:t>
                      </a:r>
                      <a:r>
                        <a:rPr lang="en-IN" sz="3200" b="1">
                          <a:effectLst/>
                        </a:rPr>
                        <a:t>PATCH</a:t>
                      </a:r>
                      <a:endParaRPr lang="en-IN" sz="3200">
                        <a:effectLst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>
                          <a:effectLst/>
                        </a:rPr>
                        <a:t>PUT /api/users/123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Replaces the entire user object with the new data in the request body.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5970770"/>
                  </a:ext>
                </a:extLst>
              </a:tr>
              <a:tr h="14444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effectLst/>
                        </a:rPr>
                        <a:t>D</a:t>
                      </a:r>
                      <a:r>
                        <a:rPr lang="en-IN" sz="3200">
                          <a:effectLst/>
                        </a:rPr>
                        <a:t>elete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effectLst/>
                        </a:rPr>
                        <a:t>DELETE</a:t>
                      </a:r>
                      <a:endParaRPr lang="en-IN" sz="3200">
                        <a:effectLst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>
                          <a:effectLst/>
                        </a:rPr>
                        <a:t>DELETE /api/users/123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 dirty="0">
                          <a:effectLst/>
                        </a:rPr>
                        <a:t>Deletes the user with ID 123.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516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1314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5919B-344A-5C77-86F2-31418FC05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A07E810-106F-2E5E-A211-36281EAFE60C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B766823-CD0C-70D9-1A1D-F5953438C3E5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DB862CC-52A8-E305-83B6-9E24C313BEB2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A124F01-77C5-1978-AAEC-484E40FD77B8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F867CF3-911D-69C7-B851-EAABAF7C1182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F90D3D6-C1A6-89B5-3BD7-CC886A2FB77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5F1AD78-5546-EFB4-F957-4B97CC06773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F06CCF9-3007-782E-87F3-4AA9CB6FEC14}"/>
              </a:ext>
            </a:extLst>
          </p:cNvPr>
          <p:cNvSpPr txBox="1"/>
          <p:nvPr/>
        </p:nvSpPr>
        <p:spPr>
          <a:xfrm>
            <a:off x="1504358" y="1937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7030A0"/>
                </a:solidFill>
                <a:ea typeface="+mn-lt"/>
                <a:cs typeface="+mn-lt"/>
              </a:rPr>
              <a:t>JSON</a:t>
            </a:r>
            <a:endParaRPr lang="en-US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623EF-9BC0-3DDF-8DD7-22DD6639E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7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DDE157-1A38-B76C-F8F0-DF553004C5B8}"/>
              </a:ext>
            </a:extLst>
          </p:cNvPr>
          <p:cNvSpPr txBox="1"/>
          <p:nvPr/>
        </p:nvSpPr>
        <p:spPr>
          <a:xfrm>
            <a:off x="1239818" y="1225401"/>
            <a:ext cx="16038669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/>
              <a:t>What is JSON?</a:t>
            </a:r>
          </a:p>
          <a:p>
            <a:r>
              <a:rPr lang="en-US" sz="4000" b="1" dirty="0"/>
              <a:t>    JSON (JavaScript Object Notation)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A lightweight data format used to store and exchange information.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Easy for humans to read &amp; write and easy for machines to parse &amp; generate.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Mostly used in APIs to send data between client (browser/app) and server.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Looks like key–value pairs.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EDD4F0-E92D-3CA6-4A71-9DD983B01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615" y="6434932"/>
            <a:ext cx="8230172" cy="359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906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C0312-C3E1-6731-A845-BE68A6030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DAFD02-C38C-0E57-BC19-680F868217E1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0D24099-2BA9-5DC9-0877-D1ADB296F02D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58A77C2-2572-603B-E287-A6450ED78E11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BD2349-FD24-6338-03D3-7EE45DA3EA71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1570724-972E-7E2D-C7BC-59381D699B67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4B9588B-89F8-C525-2E5E-D5495BFACFE9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E8310A1-57F6-7ACF-7611-B05A7C736439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5DFA17F-6993-0B38-5FB2-F9021A8A3722}"/>
              </a:ext>
            </a:extLst>
          </p:cNvPr>
          <p:cNvSpPr txBox="1"/>
          <p:nvPr/>
        </p:nvSpPr>
        <p:spPr>
          <a:xfrm>
            <a:off x="1504358" y="1937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7030A0"/>
                </a:solidFill>
                <a:ea typeface="+mn-lt"/>
                <a:cs typeface="+mn-lt"/>
              </a:rPr>
              <a:t>ADO.NET</a:t>
            </a:r>
            <a:endParaRPr lang="en-US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6098EE7-0BCF-95A5-AFF7-429046951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8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BA8442-7F5C-4887-65C6-6A57B26023E3}"/>
              </a:ext>
            </a:extLst>
          </p:cNvPr>
          <p:cNvSpPr txBox="1"/>
          <p:nvPr/>
        </p:nvSpPr>
        <p:spPr>
          <a:xfrm>
            <a:off x="1239818" y="1225401"/>
            <a:ext cx="16038669" cy="11787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/>
              <a:t>What is ADO.NET?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    </a:t>
            </a:r>
            <a:r>
              <a:rPr lang="en-IN" sz="4000" dirty="0"/>
              <a:t>ADO.NET (ActiveX Data Objects for .NET)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A data access technology in .NET.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It allows your C# / .NET application to connect to a database (like SQL Server, Oracle, PostgreSQL, etc.) and perform operations such as: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4000" dirty="0"/>
              <a:t>Read data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4000" dirty="0"/>
              <a:t>Insert new data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4000" dirty="0"/>
              <a:t>Update existing data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4000" dirty="0"/>
              <a:t>Delete data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/>
              <a:t>Why use ADO.NET?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Before ADO.NET, connecting to databases was manual and complex, often tied to specific database vendors.</a:t>
            </a:r>
            <a:br>
              <a:rPr lang="en-US" sz="4000" dirty="0"/>
            </a:br>
            <a:r>
              <a:rPr lang="en-US" sz="4000" dirty="0"/>
              <a:t>ADO.NET gives a standardized and easy way to interact with different databases.</a:t>
            </a:r>
          </a:p>
          <a:p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146343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49E5B-4660-5A32-BC7A-8D7148C79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04D52E8-A8BD-8C7E-A97F-57BAAF6873E3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2F5269E-D93C-981C-0DBB-162325EDD329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C569A31-5C0D-B56D-8B73-7510709E18BA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A9B95C7-0C30-DF0B-29F3-88C22E5B8B5D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3F2CEA9-576A-666C-4373-663E5321A6F9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108A401-5826-5788-4ED4-968DAFA47D92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E177B97-9EBF-0E56-BC77-1C0EB3551E74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777D769-9784-ADBE-6838-1E1F1D688F34}"/>
              </a:ext>
            </a:extLst>
          </p:cNvPr>
          <p:cNvSpPr txBox="1"/>
          <p:nvPr/>
        </p:nvSpPr>
        <p:spPr>
          <a:xfrm>
            <a:off x="1504358" y="1937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7030A0"/>
                </a:solidFill>
                <a:ea typeface="+mn-lt"/>
                <a:cs typeface="+mn-lt"/>
              </a:rPr>
              <a:t>ADO.NET</a:t>
            </a:r>
            <a:endParaRPr lang="en-US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661B943-2283-7677-528E-C3DFE77B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9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2CC78E-1693-8BF6-8E17-6C81E162DAC8}"/>
              </a:ext>
            </a:extLst>
          </p:cNvPr>
          <p:cNvSpPr txBox="1"/>
          <p:nvPr/>
        </p:nvSpPr>
        <p:spPr>
          <a:xfrm>
            <a:off x="1239818" y="1225401"/>
            <a:ext cx="16038669" cy="11787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/>
              <a:t>What is ADO.NET?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    </a:t>
            </a:r>
            <a:r>
              <a:rPr lang="en-IN" sz="4000" dirty="0"/>
              <a:t>ADO.NET (ActiveX Data Objects for .NET)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A data access technology in .NET.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It allows your C# / .NET application to connect to a database (like SQL Server, Oracle, PostgreSQL, etc.) and perform operations such as: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4000" dirty="0"/>
              <a:t>Read data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4000" dirty="0"/>
              <a:t>Insert new data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4000" dirty="0"/>
              <a:t>Update existing data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4000" dirty="0"/>
              <a:t>Delete data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/>
              <a:t>Why use ADO.NET?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Before ADO.NET, connecting to databases was manual and complex, often tied to specific database vendors.</a:t>
            </a:r>
            <a:br>
              <a:rPr lang="en-US" sz="4000" dirty="0"/>
            </a:br>
            <a:r>
              <a:rPr lang="en-US" sz="4000" dirty="0"/>
              <a:t>ADO.NET gives a standardized and easy way to interact with different databases.</a:t>
            </a:r>
          </a:p>
          <a:p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72307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EB3BC-0AAB-DF22-C536-139E720C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085C0E5-620D-702B-F9B7-48182325DCFA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BE0CA12-60A7-A139-8BD8-EDEE33417533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FA92646-143E-3156-9EF6-2EF9D7ACC219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01DF1D2-A784-6516-ED16-ECC138ED4018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E10CF76-EF66-8F56-C3CC-E1AFAF0CBBEB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DF2AE13-B79D-4793-480B-B4F287239856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ACE655F-91CE-E8D0-3C2F-4F8C864DF18F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AC8460B-A939-72EB-5780-8910C53D0264}"/>
              </a:ext>
            </a:extLst>
          </p:cNvPr>
          <p:cNvSpPr txBox="1"/>
          <p:nvPr/>
        </p:nvSpPr>
        <p:spPr>
          <a:xfrm>
            <a:off x="1504358" y="1937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7030A0"/>
                </a:solidFill>
                <a:ea typeface="+mn-lt"/>
                <a:cs typeface="+mn-lt"/>
              </a:rPr>
              <a:t>ADO.NET</a:t>
            </a:r>
            <a:endParaRPr lang="en-US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1F0D286-7D5B-D9C0-18BD-2807AC91D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10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FC23F9-3319-42BE-CD3D-F5AAF41361A7}"/>
              </a:ext>
            </a:extLst>
          </p:cNvPr>
          <p:cNvSpPr txBox="1"/>
          <p:nvPr/>
        </p:nvSpPr>
        <p:spPr>
          <a:xfrm>
            <a:off x="1239818" y="1225401"/>
            <a:ext cx="16038669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4000" b="1" dirty="0">
                <a:latin typeface="+mj-lt"/>
              </a:rPr>
              <a:t>Key Components of ADO.NET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4000" b="1" dirty="0">
                <a:latin typeface="+mj-lt"/>
              </a:rPr>
              <a:t>Connection</a:t>
            </a:r>
            <a:r>
              <a:rPr lang="en-US" altLang="en-US" sz="4000" dirty="0">
                <a:latin typeface="+mj-lt"/>
              </a:rPr>
              <a:t> → Opens a link to the database.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latin typeface="+mj-lt"/>
              </a:rPr>
              <a:t>Example: SqlConnection (for SQL Server).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4000" b="1" dirty="0">
                <a:latin typeface="+mj-lt"/>
              </a:rPr>
              <a:t>Command</a:t>
            </a:r>
            <a:r>
              <a:rPr lang="en-US" altLang="en-US" sz="4000" dirty="0">
                <a:latin typeface="+mj-lt"/>
              </a:rPr>
              <a:t> → Used to run SQL queries or stored procedures.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latin typeface="+mj-lt"/>
              </a:rPr>
              <a:t>Example: SqlCommand.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sz="4000" b="1" dirty="0">
                <a:latin typeface="+mj-lt"/>
              </a:rPr>
              <a:t>DataReader</a:t>
            </a:r>
            <a:r>
              <a:rPr lang="en-US" altLang="en-US" sz="4000" dirty="0">
                <a:latin typeface="+mj-lt"/>
              </a:rPr>
              <a:t> → Reads data </a:t>
            </a:r>
            <a:r>
              <a:rPr lang="en-US" altLang="en-US" sz="4000" b="1" dirty="0">
                <a:latin typeface="+mj-lt"/>
              </a:rPr>
              <a:t>fast and forward-only</a:t>
            </a:r>
            <a:r>
              <a:rPr lang="en-US" altLang="en-US" sz="4000" dirty="0">
                <a:latin typeface="+mj-lt"/>
              </a:rPr>
              <a:t> (one row at a time).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latin typeface="+mj-lt"/>
              </a:rPr>
              <a:t>Example: SqlDataReader.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en-US" altLang="en-US" sz="4000" b="1" dirty="0">
                <a:latin typeface="+mj-lt"/>
              </a:rPr>
              <a:t>DataAdapter</a:t>
            </a:r>
            <a:r>
              <a:rPr lang="en-US" altLang="en-US" sz="4000" dirty="0">
                <a:latin typeface="+mj-lt"/>
              </a:rPr>
              <a:t> → Acts as a bridge between database and DataSet.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lang="en-US" altLang="en-US" sz="4000" b="1" dirty="0">
                <a:latin typeface="+mj-lt"/>
              </a:rPr>
              <a:t>DataSet / DataTable</a:t>
            </a:r>
            <a:r>
              <a:rPr lang="en-US" altLang="en-US" sz="4000" dirty="0">
                <a:latin typeface="+mj-lt"/>
              </a:rPr>
              <a:t> → Stores data in memory (like an offline copy)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14261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5FE06-BDE0-CD99-D9B4-9403E8712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70D1C1D-E468-9992-1DD1-0CEE8479FD30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62FE7AC-E89E-05A1-F1B9-7B1B4BD37B6D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EF738DA-B0DE-4D88-220C-2B4F6D7BCC2D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5C28C3F-BCC2-1ED0-65E6-D1F1351110B9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7B32D7D-C762-70E8-2BBF-6BD0ACD72660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FD51C04-B812-8283-A8EB-BF08519865D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8CBB36F-8D4F-215C-854A-51BB532EF82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E37F2F4-A1FF-A433-4A8C-C3EFE1EB7CF7}"/>
              </a:ext>
            </a:extLst>
          </p:cNvPr>
          <p:cNvSpPr txBox="1"/>
          <p:nvPr/>
        </p:nvSpPr>
        <p:spPr>
          <a:xfrm>
            <a:off x="290525" y="193718"/>
            <a:ext cx="16987961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7030A0"/>
                </a:solidFill>
                <a:ea typeface="+mn-lt"/>
                <a:cs typeface="+mn-lt"/>
              </a:rPr>
              <a:t>Structuring an API using a Service Layer For logic</a:t>
            </a:r>
            <a:endParaRPr lang="en-US" sz="8000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5A5E5A0-9685-F410-6066-4E51AD8B7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11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F08F7E-9D41-AED5-0611-F696BA94CF87}"/>
              </a:ext>
            </a:extLst>
          </p:cNvPr>
          <p:cNvSpPr txBox="1"/>
          <p:nvPr/>
        </p:nvSpPr>
        <p:spPr>
          <a:xfrm>
            <a:off x="1068131" y="3051999"/>
            <a:ext cx="16038669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A well-structured API separates code into distinct layers for maintainability.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The </a:t>
            </a:r>
            <a:r>
              <a:rPr lang="en-US" sz="4000" b="1" dirty="0"/>
              <a:t>Controller</a:t>
            </a:r>
            <a:r>
              <a:rPr lang="en-US" sz="4000" dirty="0"/>
              <a:t> layer handles raw HTTP requests and responses. It should be "thin."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The </a:t>
            </a:r>
            <a:r>
              <a:rPr lang="en-US" sz="4000" b="1" dirty="0"/>
              <a:t>Service Layer</a:t>
            </a:r>
            <a:r>
              <a:rPr lang="en-US" sz="4000" dirty="0"/>
              <a:t> contains the core business logic, validation, and orchestration.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The </a:t>
            </a:r>
            <a:r>
              <a:rPr lang="en-US" sz="4000" b="1" dirty="0"/>
              <a:t>Data Access Layer (DAL)</a:t>
            </a:r>
            <a:r>
              <a:rPr lang="en-US" sz="4000" dirty="0"/>
              <a:t> is responsible for all direct database communication.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This separation makes your application easier to test, reuse, and scale.</a:t>
            </a:r>
          </a:p>
          <a:p>
            <a:br>
              <a:rPr lang="en-US" sz="4000" dirty="0"/>
            </a:br>
            <a:endParaRPr lang="en-US" altLang="en-US" sz="4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20803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34181-1684-9E14-9E61-3410F5957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F23BCD8-3E2C-6281-0BA3-AB003F1D081E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AF4124F-544F-B43B-44A6-000B3FE0AD1D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2C218DB-2901-86DF-DB00-FB62FA9A4FEA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35FC77C-E76A-CD52-C3FD-D34B2C2E4F5C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C38A77E-C5A5-D860-9A30-4941BEA1CD95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6A0E354-8B1E-2447-775C-6EE118E7E9D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0662BB7-CF2D-FC6B-58B2-D5AE10D31B2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F2E3049-D430-4801-2654-05D6C49E3881}"/>
              </a:ext>
            </a:extLst>
          </p:cNvPr>
          <p:cNvSpPr txBox="1"/>
          <p:nvPr/>
        </p:nvSpPr>
        <p:spPr>
          <a:xfrm>
            <a:off x="290525" y="193718"/>
            <a:ext cx="16987961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7030A0"/>
                </a:solidFill>
                <a:ea typeface="+mn-lt"/>
                <a:cs typeface="+mn-lt"/>
              </a:rPr>
              <a:t>Structuring an API using a Service Layer For logic</a:t>
            </a:r>
            <a:endParaRPr lang="en-US" sz="8000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149B1C9-73D5-7104-C86A-5A281CFF2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12</a:t>
            </a:fld>
            <a:endParaRPr lang="en-GB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29E8EAF-61A1-5DA6-E654-C0D7687B6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13588"/>
              </p:ext>
            </p:extLst>
          </p:nvPr>
        </p:nvGraphicFramePr>
        <p:xfrm>
          <a:off x="290525" y="2847634"/>
          <a:ext cx="17868723" cy="685491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956241">
                  <a:extLst>
                    <a:ext uri="{9D8B030D-6E8A-4147-A177-3AD203B41FA5}">
                      <a16:colId xmlns:a16="http://schemas.microsoft.com/office/drawing/2014/main" val="1530072320"/>
                    </a:ext>
                  </a:extLst>
                </a:gridCol>
                <a:gridCol w="5956241">
                  <a:extLst>
                    <a:ext uri="{9D8B030D-6E8A-4147-A177-3AD203B41FA5}">
                      <a16:colId xmlns:a16="http://schemas.microsoft.com/office/drawing/2014/main" val="3213879654"/>
                    </a:ext>
                  </a:extLst>
                </a:gridCol>
                <a:gridCol w="5956241">
                  <a:extLst>
                    <a:ext uri="{9D8B030D-6E8A-4147-A177-3AD203B41FA5}">
                      <a16:colId xmlns:a16="http://schemas.microsoft.com/office/drawing/2014/main" val="3359472325"/>
                    </a:ext>
                  </a:extLst>
                </a:gridCol>
              </a:tblGrid>
              <a:tr h="16448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000" b="1" dirty="0">
                          <a:effectLst/>
                        </a:rPr>
                        <a:t>Layer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000" b="1">
                          <a:effectLst/>
                        </a:rPr>
                        <a:t>Responsibility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000" b="1">
                          <a:effectLst/>
                        </a:rPr>
                        <a:t>Analogy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402375"/>
                  </a:ext>
                </a:extLst>
              </a:tr>
              <a:tr h="16448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000" b="1" dirty="0">
                          <a:effectLst/>
                        </a:rPr>
                        <a:t>Controller Layer</a:t>
                      </a:r>
                      <a:endParaRPr lang="en-IN" sz="3000" dirty="0">
                        <a:effectLst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000">
                          <a:effectLst/>
                        </a:rPr>
                        <a:t>Handles incoming HTTP requests and outgoing HTTP responses. Translates HTTP data into C# objects.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000">
                          <a:effectLst/>
                        </a:rPr>
                        <a:t>The Waiter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725403"/>
                  </a:ext>
                </a:extLst>
              </a:tr>
              <a:tr h="16448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000" b="1">
                          <a:effectLst/>
                        </a:rPr>
                        <a:t>Service Layer</a:t>
                      </a:r>
                      <a:endParaRPr lang="en-IN" sz="3000">
                        <a:effectLst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000" dirty="0">
                          <a:effectLst/>
                        </a:rPr>
                        <a:t>Contains the core application and business logic. Validates data, performs calculations, and orchestrates calls to the data layer.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000">
                          <a:effectLst/>
                        </a:rPr>
                        <a:t>The Head Chef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0399594"/>
                  </a:ext>
                </a:extLst>
              </a:tr>
              <a:tr h="16448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000" b="1">
                          <a:effectLst/>
                        </a:rPr>
                        <a:t>Data Access Layer (DAL)</a:t>
                      </a:r>
                      <a:endParaRPr lang="en-IN" sz="3000">
                        <a:effectLst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000">
                          <a:effectLst/>
                        </a:rPr>
                        <a:t>Contains all the code that directly interacts with the database (e.g., ADO.NET code, SQL queries).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000" dirty="0">
                          <a:effectLst/>
                        </a:rPr>
                        <a:t>The Line Cook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298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413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46E94-C9EF-B824-72D1-D08FF854D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8004D1A-E2E4-B397-91CC-EC3CC6A0EFFC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A9940C6-004F-6368-EC2B-6C135EF559E2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08D9BCC-1A7D-4E64-DBB4-280952185AAB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BA6E9CE-A052-EAB5-455F-0104C446A2CB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D74521D-2110-3184-0055-38D62A8E2744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371999E-9B81-9559-CD0D-DE5981D78623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AC3A77B-0537-2363-2642-35EE4DB0AFA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9F65CCD-6DEB-39A8-625B-5D41C39F9CC0}"/>
              </a:ext>
            </a:extLst>
          </p:cNvPr>
          <p:cNvSpPr txBox="1"/>
          <p:nvPr/>
        </p:nvSpPr>
        <p:spPr>
          <a:xfrm>
            <a:off x="290525" y="193718"/>
            <a:ext cx="16987961" cy="2492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7030A0"/>
                </a:solidFill>
                <a:ea typeface="+mn-lt"/>
                <a:cs typeface="+mn-lt"/>
              </a:rPr>
              <a:t>Implementing Data Access Access Logic with ADO.NET in a service</a:t>
            </a:r>
            <a:endParaRPr lang="en-US" sz="8000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9C02372-180C-1D23-D6C9-25D462F1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13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FB1832-96DD-CCC9-245E-6E932C09BDB5}"/>
              </a:ext>
            </a:extLst>
          </p:cNvPr>
          <p:cNvSpPr txBox="1"/>
          <p:nvPr/>
        </p:nvSpPr>
        <p:spPr>
          <a:xfrm>
            <a:off x="1068131" y="3051999"/>
            <a:ext cx="1603866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latin typeface="+mj-lt"/>
            </a:endParaRP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The 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Data Access Layer (DAL)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encapsulates all database code.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Methods in the DAL should map to 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CRUD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operations (Create, Read, Update, Delete).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Read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operations use ExecuteReader() and map the results to C# objects.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Create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, 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Update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, and 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Delete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operations use ExecuteNonQuery().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The DAL's public methods should always return clean C# objects, not ADO.NET objects like a DataReader.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86539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1273E-21AB-89D4-4950-A3AB0604E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6483DE2-8511-352C-81EC-07DA26987CBB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81F8F6C-1A36-C6C8-0CA6-6693292C984A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3BD73AC-79A3-BB40-E9C1-BC864444EDD5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FC7D082-061E-957B-CA66-6DB14E9F9139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3046DA4-5061-C826-378D-5D583C7347BC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18ED4BF-1748-EBAE-252B-86BDDEF81179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57FCC82-CED0-C01D-990B-064B17287714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D1FFF3D-7815-69D1-3414-EDE9E0A379CD}"/>
              </a:ext>
            </a:extLst>
          </p:cNvPr>
          <p:cNvSpPr txBox="1"/>
          <p:nvPr/>
        </p:nvSpPr>
        <p:spPr>
          <a:xfrm>
            <a:off x="290525" y="193718"/>
            <a:ext cx="16987961" cy="2492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7030A0"/>
                </a:solidFill>
                <a:ea typeface="+mn-lt"/>
                <a:cs typeface="+mn-lt"/>
              </a:rPr>
              <a:t>Ensuring Atomicity with Database Transactions</a:t>
            </a:r>
            <a:endParaRPr lang="en-US" sz="8000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84D7BA1-5B96-648C-F284-8DFCE0A66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14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367D70-4CAE-1DF1-BE64-5D4411EC7A07}"/>
              </a:ext>
            </a:extLst>
          </p:cNvPr>
          <p:cNvSpPr txBox="1"/>
          <p:nvPr/>
        </p:nvSpPr>
        <p:spPr>
          <a:xfrm>
            <a:off x="1068131" y="3051999"/>
            <a:ext cx="16038669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4000" dirty="0">
              <a:latin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+mj-lt"/>
              </a:rPr>
              <a:t>A </a:t>
            </a:r>
            <a:r>
              <a:rPr lang="en-US" sz="4000" b="1" dirty="0">
                <a:latin typeface="+mj-lt"/>
              </a:rPr>
              <a:t>database transaction</a:t>
            </a:r>
            <a:r>
              <a:rPr lang="en-US" sz="4000" dirty="0">
                <a:latin typeface="+mj-lt"/>
              </a:rPr>
              <a:t> groups a sequence of operations into a single, logical unit of work.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+mj-lt"/>
              </a:rPr>
              <a:t>Its key property is </a:t>
            </a:r>
            <a:r>
              <a:rPr lang="en-US" sz="4000" b="1" dirty="0">
                <a:latin typeface="+mj-lt"/>
              </a:rPr>
              <a:t>atomicity</a:t>
            </a:r>
            <a:r>
              <a:rPr lang="en-US" sz="4000" dirty="0">
                <a:latin typeface="+mj-lt"/>
              </a:rPr>
              <a:t>: either </a:t>
            </a:r>
            <a:r>
              <a:rPr lang="en-US" sz="4000" b="1" dirty="0">
                <a:latin typeface="+mj-lt"/>
              </a:rPr>
              <a:t>ALL</a:t>
            </a:r>
            <a:r>
              <a:rPr lang="en-US" sz="4000" dirty="0">
                <a:latin typeface="+mj-lt"/>
              </a:rPr>
              <a:t> operations succeed, or </a:t>
            </a:r>
            <a:r>
              <a:rPr lang="en-US" sz="4000" b="1" dirty="0">
                <a:latin typeface="+mj-lt"/>
              </a:rPr>
              <a:t>NONE</a:t>
            </a:r>
            <a:r>
              <a:rPr lang="en-US" sz="4000" dirty="0">
                <a:latin typeface="+mj-lt"/>
              </a:rPr>
              <a:t> of them do.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+mj-lt"/>
              </a:rPr>
              <a:t>If any single operation fails, the entire transaction is </a:t>
            </a:r>
            <a:r>
              <a:rPr lang="en-US" sz="4000" b="1" dirty="0">
                <a:latin typeface="+mj-lt"/>
              </a:rPr>
              <a:t>rolled back</a:t>
            </a:r>
            <a:r>
              <a:rPr lang="en-US" sz="4000" dirty="0">
                <a:latin typeface="+mj-lt"/>
              </a:rPr>
              <a:t>, undoing all changes.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+mj-lt"/>
              </a:rPr>
              <a:t>Transactions are essential for maintaining data integrity and consistency.</a:t>
            </a:r>
          </a:p>
          <a:p>
            <a:br>
              <a:rPr lang="en-US" sz="4000" dirty="0">
                <a:latin typeface="+mj-lt"/>
              </a:rPr>
            </a:br>
            <a:endParaRPr lang="en-US" alt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26196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BB220-1C33-69FF-C172-BC1DA29D5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78969D7-A118-DA16-5B10-3B667A285749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4360993-EADD-165F-E6E1-129D3A84CE8A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0EA1ACD-2ACD-1A0B-A951-F12AD4FDAA57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BFEA463-601E-CDF0-63D9-19465E6C57AA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B079D97-FD58-1D83-EABB-931F4C8D337A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5CBB972-C0F8-B84B-BA47-55EA8C17E1F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162B77B-7C8C-6F9D-6CBE-6D1C7CC0590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8A38CAF-97DF-2084-F9FE-145458A89C75}"/>
              </a:ext>
            </a:extLst>
          </p:cNvPr>
          <p:cNvSpPr txBox="1"/>
          <p:nvPr/>
        </p:nvSpPr>
        <p:spPr>
          <a:xfrm>
            <a:off x="290525" y="193718"/>
            <a:ext cx="16987961" cy="2492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7030A0"/>
                </a:solidFill>
                <a:ea typeface="+mn-lt"/>
                <a:cs typeface="+mn-lt"/>
              </a:rPr>
              <a:t>Starting an Explicit Transaction with ADO.NET</a:t>
            </a:r>
            <a:endParaRPr lang="en-US" sz="8000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C92537B-E63B-D5A8-0190-9EB558140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15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B7873A-6C87-63A4-8AE7-EB59089F869C}"/>
              </a:ext>
            </a:extLst>
          </p:cNvPr>
          <p:cNvSpPr txBox="1"/>
          <p:nvPr/>
        </p:nvSpPr>
        <p:spPr>
          <a:xfrm>
            <a:off x="1068131" y="3051999"/>
            <a:ext cx="1603866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latin typeface="+mj-lt"/>
            </a:endParaRP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In ADO.NET, you start a transaction by calling 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.BeginTransaction()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on an open Connection object.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This method returns a 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Transaction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object (e.g., NpgsqlTransaction).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All Command objects that are part of the transaction 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must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have their .Transaction property set to this object.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latin typeface="+mj-lt"/>
            </a:endParaRP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81629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61F-F563-0872-C0D7-CBB1833A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96ABD9E-C0D5-5F2F-CBF1-4C8D0430BD48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B48B914-F939-E47A-E77D-45713C3F6737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1880626-92B6-C52A-30A9-9ED24B1401C9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7621FC7-98C2-43B8-C0B8-B90A98F8D8C0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579D819-3DF6-24A6-19E6-CF4408BFEEF9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4BA0023-4E98-3D53-918F-E5EF018752E2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F932127-CC67-A4E1-8CD2-F59CCFEE218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BBD07E0-DF5E-805A-6986-9DA222D481CD}"/>
              </a:ext>
            </a:extLst>
          </p:cNvPr>
          <p:cNvSpPr txBox="1"/>
          <p:nvPr/>
        </p:nvSpPr>
        <p:spPr>
          <a:xfrm>
            <a:off x="290525" y="193718"/>
            <a:ext cx="16987961" cy="2492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7030A0"/>
                </a:solidFill>
                <a:ea typeface="+mn-lt"/>
                <a:cs typeface="+mn-lt"/>
              </a:rPr>
              <a:t>Managing a Transaction with Commit and Rollback</a:t>
            </a:r>
            <a:endParaRPr lang="en-US" sz="8000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5CE9FBF-1E72-97C8-9B07-466AB4FEE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16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F5BFD4-861C-DAD0-3CF7-9F1FF5CFE6E0}"/>
              </a:ext>
            </a:extLst>
          </p:cNvPr>
          <p:cNvSpPr txBox="1"/>
          <p:nvPr/>
        </p:nvSpPr>
        <p:spPr>
          <a:xfrm>
            <a:off x="1068131" y="3051999"/>
            <a:ext cx="1603866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latin typeface="+mj-lt"/>
            </a:endParaRP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The 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try...catch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block is the essential structure for managing transactions.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You execute all your database commands inside the try block.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The very last line of a successful try block must be </a:t>
            </a:r>
            <a:r>
              <a:rPr lang="en-US" altLang="en-US" sz="4000" b="1" dirty="0" err="1">
                <a:solidFill>
                  <a:srgbClr val="24292F"/>
                </a:solidFill>
                <a:latin typeface="+mj-lt"/>
              </a:rPr>
              <a:t>transaction.Commit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()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to make changes permanent.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If any exception occurs, the catch block is executed, where you must call </a:t>
            </a:r>
            <a:r>
              <a:rPr lang="en-US" altLang="en-US" sz="4000" b="1" dirty="0" err="1">
                <a:solidFill>
                  <a:srgbClr val="24292F"/>
                </a:solidFill>
                <a:latin typeface="+mj-lt"/>
              </a:rPr>
              <a:t>transaction.Rollback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()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to undo all changes.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4000" dirty="0">
                <a:latin typeface="+mj-lt"/>
              </a:rPr>
            </a:br>
            <a:endParaRPr lang="en-US" alt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63823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553D5-ECE9-9E5D-B2DC-4E473346E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E20DD70-E195-AF37-B4BD-DE26C692DCC4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ECAD64F-F73A-1AC4-DECF-9111E0E3FBDD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559C2CB-958A-6BE9-11AC-48F71AA4C321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9414221-2EBF-FE14-44A1-2D34567E5E23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348D343-2F4B-A6F7-61EE-53472F83B237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B6F1C5B-5016-A7EE-7F91-3284293AC0C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7ED9F66-26C3-B390-DFD9-89BF7ECF37A9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3FC94E6-4301-2A5E-303A-0515AE9273FB}"/>
              </a:ext>
            </a:extLst>
          </p:cNvPr>
          <p:cNvSpPr txBox="1"/>
          <p:nvPr/>
        </p:nvSpPr>
        <p:spPr>
          <a:xfrm>
            <a:off x="290525" y="193718"/>
            <a:ext cx="16987961" cy="2492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7030A0"/>
                </a:solidFill>
                <a:ea typeface="+mn-lt"/>
                <a:cs typeface="+mn-lt"/>
              </a:rPr>
              <a:t>Defining API routes with Attribute Routing</a:t>
            </a:r>
            <a:endParaRPr lang="en-US" sz="8000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E71DE43-66E9-0E82-558A-6C99FF0DA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17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E1949B-22DC-B528-208A-51D08E53D694}"/>
              </a:ext>
            </a:extLst>
          </p:cNvPr>
          <p:cNvSpPr txBox="1"/>
          <p:nvPr/>
        </p:nvSpPr>
        <p:spPr>
          <a:xfrm>
            <a:off x="1068131" y="3051999"/>
            <a:ext cx="1603866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Routing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is how ASP.NET Core maps an incoming URL to a specific controller action method.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Attribute Routing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is the preferred method for APIs, where you define routes directly on your controllers and actions.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A 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[Route(...)]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attribute on the controller sets a base path (e.g., api/products).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HTTP verb attributes like 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[HttpGet]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and 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[HttpPost]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on the action methods complete the route.</a:t>
            </a:r>
            <a:br>
              <a:rPr lang="en-US" altLang="en-US" sz="4000" dirty="0">
                <a:latin typeface="+mj-lt"/>
              </a:rPr>
            </a:br>
            <a:endParaRPr lang="en-US" alt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93998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8E9FE4-A73E-CC92-CC5B-962232D86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CC71D2-C735-D85F-A303-04D44B46A156}"/>
              </a:ext>
            </a:extLst>
          </p:cNvPr>
          <p:cNvSpPr txBox="1"/>
          <p:nvPr/>
        </p:nvSpPr>
        <p:spPr>
          <a:xfrm>
            <a:off x="2454442" y="2310063"/>
            <a:ext cx="1357162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0" b="1" dirty="0"/>
              <a:t>Implementation of MVC design structure in Visual studio  </a:t>
            </a:r>
          </a:p>
        </p:txBody>
      </p:sp>
    </p:spTree>
    <p:extLst>
      <p:ext uri="{BB962C8B-B14F-4D97-AF65-F5344CB8AC3E}">
        <p14:creationId xmlns:p14="http://schemas.microsoft.com/office/powerpoint/2010/main" val="2281451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AD6BE-F179-A13A-C05D-6AC510D6C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4B74709-C462-95F8-08CD-0D0FCEF0E19E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DD05D65-E3B2-A39A-4FAE-7F33521F69D0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362F84B-568A-E77B-A22D-D15ACE8BD1F3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3B135D7-88A5-B84B-C023-37DC14FBFBAA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2193D8A-D774-A060-7EA8-525AFFC6FCD5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1A7571D-1B77-EC80-4008-4C1C4002EA7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2C774A1-DA04-2217-CEB9-8D288A3321F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2A4B228-6952-4F52-16AC-B47AB546A649}"/>
              </a:ext>
            </a:extLst>
          </p:cNvPr>
          <p:cNvSpPr txBox="1"/>
          <p:nvPr/>
        </p:nvSpPr>
        <p:spPr>
          <a:xfrm>
            <a:off x="1618548" y="3099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Create Database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D59735C-CF7F-8165-EB3C-F9331F92E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19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9F5CF7-557E-A40D-9D5E-1EEEBD7B22EC}"/>
              </a:ext>
            </a:extLst>
          </p:cNvPr>
          <p:cNvSpPr txBox="1"/>
          <p:nvPr/>
        </p:nvSpPr>
        <p:spPr>
          <a:xfrm>
            <a:off x="1889440" y="1917095"/>
            <a:ext cx="15406007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Steps</a:t>
            </a:r>
            <a:r>
              <a:rPr lang="en-US" sz="4000" dirty="0"/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Choose a database (SQL Server, SQLite, etc.)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Create tables and relationships</a:t>
            </a:r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56FF8574-F16B-5592-D661-B9A22FA1B8C7}"/>
              </a:ext>
            </a:extLst>
          </p:cNvPr>
          <p:cNvSpPr/>
          <p:nvPr/>
        </p:nvSpPr>
        <p:spPr>
          <a:xfrm>
            <a:off x="2273422" y="4191790"/>
            <a:ext cx="7724274" cy="2287272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F63637-60F1-2B1A-7F44-3D0CC05F1128}"/>
              </a:ext>
            </a:extLst>
          </p:cNvPr>
          <p:cNvSpPr txBox="1"/>
          <p:nvPr/>
        </p:nvSpPr>
        <p:spPr>
          <a:xfrm>
            <a:off x="2273422" y="4414070"/>
            <a:ext cx="75317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fontAlgn="base"/>
            <a:r>
              <a:rPr lang="en-US" sz="4000" dirty="0"/>
              <a:t>Create database database_name;</a:t>
            </a:r>
          </a:p>
          <a:p>
            <a:pPr lvl="1" fontAlgn="base"/>
            <a:endParaRPr lang="en-US" sz="4000" dirty="0"/>
          </a:p>
          <a:p>
            <a:pPr lvl="1" fontAlgn="base"/>
            <a:r>
              <a:rPr lang="en-US" sz="4000" dirty="0"/>
              <a:t>Use database_name;</a:t>
            </a:r>
          </a:p>
        </p:txBody>
      </p: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126F8213-97B9-26AA-B912-D8AF0AA6B6B9}"/>
              </a:ext>
            </a:extLst>
          </p:cNvPr>
          <p:cNvSpPr/>
          <p:nvPr/>
        </p:nvSpPr>
        <p:spPr>
          <a:xfrm>
            <a:off x="2177318" y="6884753"/>
            <a:ext cx="8940037" cy="3249957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3D9792-6ABF-1C06-857D-B0D2482E18B1}"/>
              </a:ext>
            </a:extLst>
          </p:cNvPr>
          <p:cNvSpPr txBox="1"/>
          <p:nvPr/>
        </p:nvSpPr>
        <p:spPr>
          <a:xfrm>
            <a:off x="2730770" y="7039782"/>
            <a:ext cx="768857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fontAlgn="base"/>
            <a:r>
              <a:rPr lang="en-US" sz="4000" dirty="0"/>
              <a:t>Create table employee Id (</a:t>
            </a:r>
          </a:p>
          <a:p>
            <a:pPr lvl="1" fontAlgn="base"/>
            <a:r>
              <a:rPr lang="en-US" sz="4000" dirty="0"/>
              <a:t> INT PRIMARY KEY IDENTITY,</a:t>
            </a:r>
          </a:p>
          <a:p>
            <a:pPr lvl="1" fontAlgn="base"/>
            <a:r>
              <a:rPr lang="en-US" sz="4000" dirty="0"/>
              <a:t>  Name VARCHAR(100),</a:t>
            </a:r>
          </a:p>
          <a:p>
            <a:pPr lvl="1" fontAlgn="base"/>
            <a:r>
              <a:rPr lang="en-US" sz="4000" dirty="0"/>
              <a:t>  Email VARCHAR(100)</a:t>
            </a:r>
          </a:p>
          <a:p>
            <a:pPr lvl="1" fontAlgn="base"/>
            <a:r>
              <a:rPr lang="en-US" sz="4000" dirty="0"/>
              <a:t>);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A75CB2-AE21-185D-4128-5217899F5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1541" y="3142350"/>
            <a:ext cx="4708947" cy="470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18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E3CE2-3791-FE94-3E67-6240B1FC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0A95B01-A495-B76B-8C4C-AD2E3C26F06C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AC607B1-99BF-C776-FD29-2CB80D018C36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4FFD6DF-A57D-83CC-C600-47B69E4BCDDF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3DD6985-49D2-CF33-888D-E9B27EBABF41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C8E3095-75E5-536F-A399-3FC99F23F295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76B3C21-10A0-740E-7C8E-93A965BD2A23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775D072-6AB0-AFD4-530E-C8FB2E2FA0A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7B16658-FDD2-11B0-3D79-F6C4BD880A69}"/>
              </a:ext>
            </a:extLst>
          </p:cNvPr>
          <p:cNvSpPr txBox="1"/>
          <p:nvPr/>
        </p:nvSpPr>
        <p:spPr>
          <a:xfrm>
            <a:off x="128752" y="116317"/>
            <a:ext cx="18159248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ea typeface="+mn-lt"/>
                <a:cs typeface="+mn-lt"/>
              </a:rPr>
              <a:t>Data Connection with NpgsqlConnection</a:t>
            </a:r>
            <a:endParaRPr lang="en-US" sz="8000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A0A0FE0-162D-69BF-1C5A-5AC7CF309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20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1EAF57-6BE3-30AF-AA80-74FEA630B86A}"/>
              </a:ext>
            </a:extLst>
          </p:cNvPr>
          <p:cNvSpPr txBox="1"/>
          <p:nvPr/>
        </p:nvSpPr>
        <p:spPr>
          <a:xfrm>
            <a:off x="1889440" y="1917095"/>
            <a:ext cx="15406007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5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500" b="1" dirty="0">
                <a:solidFill>
                  <a:srgbClr val="24292F"/>
                </a:solidFill>
                <a:latin typeface="+mj-lt"/>
              </a:rPr>
              <a:t>Npgsql</a:t>
            </a:r>
            <a:r>
              <a:rPr lang="en-US" altLang="en-US" sz="4500" dirty="0">
                <a:solidFill>
                  <a:srgbClr val="24292F"/>
                </a:solidFill>
                <a:latin typeface="+mj-lt"/>
              </a:rPr>
              <a:t> is the official .NET data provider for the PostgreSQL database.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500" dirty="0">
                <a:solidFill>
                  <a:srgbClr val="24292F"/>
                </a:solidFill>
                <a:latin typeface="+mj-lt"/>
              </a:rPr>
              <a:t>You must add the Npgsql </a:t>
            </a:r>
            <a:r>
              <a:rPr lang="en-US" altLang="en-US" sz="4500" b="1" dirty="0">
                <a:solidFill>
                  <a:srgbClr val="24292F"/>
                </a:solidFill>
                <a:latin typeface="+mj-lt"/>
              </a:rPr>
              <a:t>NuGet package</a:t>
            </a:r>
            <a:r>
              <a:rPr lang="en-US" altLang="en-US" sz="4500" dirty="0">
                <a:solidFill>
                  <a:srgbClr val="24292F"/>
                </a:solidFill>
                <a:latin typeface="+mj-lt"/>
              </a:rPr>
              <a:t> to your project to use it.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500" dirty="0">
                <a:solidFill>
                  <a:srgbClr val="24292F"/>
                </a:solidFill>
                <a:latin typeface="+mj-lt"/>
              </a:rPr>
              <a:t>The </a:t>
            </a:r>
            <a:r>
              <a:rPr lang="en-US" altLang="en-US" sz="4500" b="1" dirty="0">
                <a:solidFill>
                  <a:srgbClr val="24292F"/>
                </a:solidFill>
                <a:latin typeface="+mj-lt"/>
              </a:rPr>
              <a:t>NpgsqlConnection</a:t>
            </a:r>
            <a:r>
              <a:rPr lang="en-US" altLang="en-US" sz="4500" dirty="0">
                <a:solidFill>
                  <a:srgbClr val="24292F"/>
                </a:solidFill>
                <a:latin typeface="+mj-lt"/>
              </a:rPr>
              <a:t> class is the specific ADO.NET component for connecting to PostgreSQL.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500" dirty="0">
                <a:solidFill>
                  <a:srgbClr val="24292F"/>
                </a:solidFill>
                <a:latin typeface="+mj-lt"/>
              </a:rPr>
              <a:t>You must always properly open, close, and dispose of the connection, preferably with a </a:t>
            </a:r>
            <a:r>
              <a:rPr lang="en-US" altLang="en-US" sz="4500" b="1" dirty="0">
                <a:solidFill>
                  <a:srgbClr val="24292F"/>
                </a:solidFill>
                <a:latin typeface="+mj-lt"/>
              </a:rPr>
              <a:t>using</a:t>
            </a:r>
            <a:r>
              <a:rPr lang="en-US" altLang="en-US" sz="4500" dirty="0">
                <a:solidFill>
                  <a:srgbClr val="24292F"/>
                </a:solidFill>
                <a:latin typeface="+mj-lt"/>
              </a:rPr>
              <a:t> statement.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48055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62980-CDB4-3C4D-B93F-0AB121AB1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901A481-CE3D-5C30-9240-00A24AB28003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6D596A6-99D0-6D71-1489-7FDD17AEEB92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0AD56BD-6BEE-EEF2-5C7B-E2823C01E620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D05E63A-F946-BBAF-AA8A-2544459B7A22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AB2EFF6-06DF-83B7-147E-ACCD073C79B2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1DD37A9-BE2B-C545-4D24-84FBA3DEE5B7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AE8544D-FB10-C619-78C9-D48939B3140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9380199-35D4-52BF-7D42-B2C234F5AAD4}"/>
              </a:ext>
            </a:extLst>
          </p:cNvPr>
          <p:cNvSpPr txBox="1"/>
          <p:nvPr/>
        </p:nvSpPr>
        <p:spPr>
          <a:xfrm>
            <a:off x="1618548" y="3099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Connect with  .NET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7C2F6A4-164A-E9A6-7A9C-0550211F1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21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EFC996-56ED-5103-19C8-AB88CF2B6DAB}"/>
              </a:ext>
            </a:extLst>
          </p:cNvPr>
          <p:cNvSpPr txBox="1"/>
          <p:nvPr/>
        </p:nvSpPr>
        <p:spPr>
          <a:xfrm>
            <a:off x="259109" y="1576923"/>
            <a:ext cx="15406007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Steps</a:t>
            </a:r>
            <a:r>
              <a:rPr lang="en-US" sz="4000" dirty="0"/>
              <a:t>:</a:t>
            </a: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r>
              <a:rPr lang="en-IN" sz="4000" dirty="0"/>
              <a:t>Add connection string in appsettings.json :</a:t>
            </a:r>
            <a:endParaRPr lang="en-US" sz="4000" dirty="0"/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68DD81-FB57-E9C4-F551-B8D889E88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1" y="3229729"/>
            <a:ext cx="11134195" cy="16823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E7027C-67D9-E74E-C4B7-7FDB213152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1354" y="3713857"/>
            <a:ext cx="5956646" cy="458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093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15A17-BB88-29D6-8BB2-75A90C834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463C2DE-33BC-4599-9F6C-06960A0896D4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89441E2-FEBA-D716-0391-D71B4EB51E85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D92FA74-6F01-629D-5D52-8D2D971D9067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7DCE6FC-24EB-0CBE-2F83-41F6EEA414E5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7552050-8400-6C59-43FF-0D7C4A7FD4EB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5D509DD-9E9E-4701-A0DE-9297F977CD5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D8E88C9-DAD2-3891-B4EF-E46B9E6001E5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F597513-A9EA-29BB-2E1C-AC5B26624312}"/>
              </a:ext>
            </a:extLst>
          </p:cNvPr>
          <p:cNvSpPr txBox="1"/>
          <p:nvPr/>
        </p:nvSpPr>
        <p:spPr>
          <a:xfrm>
            <a:off x="1618548" y="3099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Create the Model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7A744B4-C744-2F02-3553-B24E2F21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22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C4654B-7F04-ED83-9971-E8692BDFD550}"/>
              </a:ext>
            </a:extLst>
          </p:cNvPr>
          <p:cNvSpPr txBox="1"/>
          <p:nvPr/>
        </p:nvSpPr>
        <p:spPr>
          <a:xfrm>
            <a:off x="1889440" y="1917095"/>
            <a:ext cx="15406007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Steps</a:t>
            </a:r>
            <a:r>
              <a:rPr lang="en-US" sz="4000" dirty="0"/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Create a model class that maps to your table:</a:t>
            </a:r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marL="571500" indent="-571500" fontAlgn="base">
              <a:buFont typeface="Arial" panose="020B0604020202020204" pitchFamily="34" charset="0"/>
              <a:buChar char="•"/>
            </a:pPr>
            <a:r>
              <a:rPr lang="en-IN" sz="4000" dirty="0"/>
              <a:t>Add model to DbContext :</a:t>
            </a:r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3E497F-BCCC-F781-78AC-E7ACDC5FB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485" y="3492115"/>
            <a:ext cx="8614610" cy="228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141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150A0-1921-5502-9D35-AA6670667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1F81D7-4300-F468-12E7-BBF82B5322AF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413F9F2-D4B2-D873-BFBD-C2EC528F1541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86D7460-D181-C66D-BA2C-AD2732539300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A913F51-1A2F-66F4-196F-D5EF541092AF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4CCD899-89D0-9FDA-C237-48C76AA15DBF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FC9B070-49ED-0481-7EA7-E961FBE9A93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5BB56BB-19EC-9B14-2BB8-ACE5874F2E1A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549E1B5-DE9E-13EC-E55A-09B8DBCAF832}"/>
              </a:ext>
            </a:extLst>
          </p:cNvPr>
          <p:cNvSpPr txBox="1"/>
          <p:nvPr/>
        </p:nvSpPr>
        <p:spPr>
          <a:xfrm>
            <a:off x="1618548" y="3099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Create the DbContext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73D562A-BF02-916F-4BD1-9A71331A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23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1CB327-3858-81FC-4A88-0AC34BD084AD}"/>
              </a:ext>
            </a:extLst>
          </p:cNvPr>
          <p:cNvSpPr txBox="1"/>
          <p:nvPr/>
        </p:nvSpPr>
        <p:spPr>
          <a:xfrm>
            <a:off x="259109" y="1576923"/>
            <a:ext cx="18028891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+mj-lt"/>
              </a:rPr>
              <a:t>Steps</a:t>
            </a:r>
            <a:r>
              <a:rPr lang="en-US" sz="4000" dirty="0">
                <a:latin typeface="+mj-lt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4000" dirty="0">
                <a:latin typeface="+mj-lt"/>
              </a:rPr>
              <a:t>Add Data/</a:t>
            </a:r>
            <a:r>
              <a:rPr lang="en-IN" sz="4000" dirty="0" err="1">
                <a:latin typeface="+mj-lt"/>
              </a:rPr>
              <a:t>AppDbContext.cs</a:t>
            </a:r>
            <a:r>
              <a:rPr lang="en-IN" sz="4000" dirty="0">
                <a:latin typeface="+mj-lt"/>
              </a:rPr>
              <a:t> : 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+mj-lt"/>
              </a:rPr>
              <a:t>DbContext is the bridge between your C# code and your SQL Server database.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+mj-lt"/>
              </a:rPr>
              <a:t>It represents a session with the database </a:t>
            </a: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77C500-6B5A-4030-3548-3D59553D2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496" y="4318657"/>
            <a:ext cx="12481876" cy="54509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8274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575D9-FE1C-C980-C27A-8F418318A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B04906-149C-7721-7E35-86FA4CA1887A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332B3D4-D1BF-A20B-5D06-72C959745870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641D2F5-D70E-BEB9-79EA-16B9B4D7714A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BF2EC4C-34A4-063D-11FC-37036071D585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55F0126-D166-D8A4-70BE-2CB7322455F8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E43C73A-8777-F306-EB05-3B82E4E0410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B7E4C4C-D783-61DB-9822-5A1C58CD7B8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A5DA377-1DE4-2483-A6D7-0AC45DEC71A4}"/>
              </a:ext>
            </a:extLst>
          </p:cNvPr>
          <p:cNvSpPr txBox="1"/>
          <p:nvPr/>
        </p:nvSpPr>
        <p:spPr>
          <a:xfrm>
            <a:off x="673768" y="309918"/>
            <a:ext cx="1622406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Register DbContext in Program.cs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F572FB1-0887-F1F7-7FBC-016F5B707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24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71999D-76D8-E454-D078-3104BBA07CF9}"/>
              </a:ext>
            </a:extLst>
          </p:cNvPr>
          <p:cNvSpPr txBox="1"/>
          <p:nvPr/>
        </p:nvSpPr>
        <p:spPr>
          <a:xfrm>
            <a:off x="673768" y="2528510"/>
            <a:ext cx="18028891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+mj-lt"/>
              </a:rPr>
              <a:t>Steps</a:t>
            </a:r>
            <a:r>
              <a:rPr lang="en-US" sz="4000" dirty="0">
                <a:latin typeface="+mj-lt"/>
              </a:rPr>
              <a:t>:</a:t>
            </a: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AA6A19-A793-381B-7DAB-C46CBCA27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432" y="3477524"/>
            <a:ext cx="15629136" cy="560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093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E24B3-DF0B-2915-7D6D-CC53137DF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7683261-3D09-C4CD-7813-094FAFDB2CCD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CABAC88-D304-52C1-EC7C-CCF57AA86D7D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39904E0-7C5B-BEDC-316A-AAD2C5A3DD58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68C07AB-FFBA-2F4D-EE7B-121107E14DB3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F8349B8-A4DE-CCB0-5279-D46DE52487BE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3791A07-2C4D-9295-EBEF-A21DDA6C47D0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CD7914-9AAF-0814-95A2-1E3A13D867CE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0817C9-4192-7208-E876-6DD6C0423131}"/>
              </a:ext>
            </a:extLst>
          </p:cNvPr>
          <p:cNvSpPr txBox="1"/>
          <p:nvPr/>
        </p:nvSpPr>
        <p:spPr>
          <a:xfrm>
            <a:off x="673768" y="309918"/>
            <a:ext cx="1622406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Code-First and Data-First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1C2A268-55A4-10BA-511C-97BF7EA7F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25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801147-CD12-0892-0F62-9947714F2F41}"/>
              </a:ext>
            </a:extLst>
          </p:cNvPr>
          <p:cNvSpPr txBox="1"/>
          <p:nvPr/>
        </p:nvSpPr>
        <p:spPr>
          <a:xfrm>
            <a:off x="128751" y="1675061"/>
            <a:ext cx="18159249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b="1" dirty="0">
                <a:latin typeface="+mj-lt"/>
              </a:rPr>
              <a:t>Steps: 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4000" b="1" dirty="0">
                <a:latin typeface="+mj-lt"/>
              </a:rPr>
              <a:t>If</a:t>
            </a:r>
            <a:r>
              <a:rPr lang="en-US" altLang="en-US" sz="4000" b="1" dirty="0">
                <a:latin typeface="+mj-lt"/>
              </a:rPr>
              <a:t> you want Code-First (let EF create tables): add and apply migrations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dirty="0">
                <a:latin typeface="+mj-lt"/>
              </a:rPr>
              <a:t>In Visual Studio Package Manager Console: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dirty="0">
                <a:latin typeface="+mj-lt"/>
              </a:rPr>
              <a:t>							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dirty="0">
                <a:latin typeface="+mj-lt"/>
              </a:rPr>
              <a:t>							This will create the Users table according to your 								model. </a:t>
            </a:r>
          </a:p>
          <a:p>
            <a:pPr marL="742950" indent="-742950">
              <a:buFont typeface="+mj-lt"/>
              <a:buAutoNum type="arabicPeriod" startAt="2"/>
            </a:pPr>
            <a:r>
              <a:rPr lang="en-US" sz="4000" b="1" dirty="0"/>
              <a:t>If you already have an existing database (Database-First): scaffold model + context</a:t>
            </a:r>
            <a:endParaRPr lang="en-US" sz="4000" b="1" dirty="0">
              <a:latin typeface="+mj-lt"/>
            </a:endParaRPr>
          </a:p>
          <a:p>
            <a:r>
              <a:rPr lang="en-IN" sz="4000" dirty="0"/>
              <a:t>Package Manager Console:</a:t>
            </a:r>
          </a:p>
          <a:p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D713C6-BB60-BC5E-EB0C-FEC4394BE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430" y="3758249"/>
            <a:ext cx="5122528" cy="1684434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C90FC6E-2C00-C605-827D-68165E4ACFBA}"/>
              </a:ext>
            </a:extLst>
          </p:cNvPr>
          <p:cNvSpPr/>
          <p:nvPr/>
        </p:nvSpPr>
        <p:spPr>
          <a:xfrm>
            <a:off x="811944" y="7519770"/>
            <a:ext cx="16664110" cy="269265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F19F13-FD74-F25F-4DB9-B28E24EB3E73}"/>
              </a:ext>
            </a:extLst>
          </p:cNvPr>
          <p:cNvSpPr txBox="1"/>
          <p:nvPr/>
        </p:nvSpPr>
        <p:spPr>
          <a:xfrm>
            <a:off x="1112125" y="7519770"/>
            <a:ext cx="1606374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Scaffold-DbContext "Server=(localdb)\MSSQLLocalDB;Database=MyAppDB;Trusted_Connection=True;" </a:t>
            </a:r>
            <a:r>
              <a:rPr lang="en-IN" sz="4000" dirty="0" err="1"/>
              <a:t>Microsoft.EntityFrameworkCore.SqlServer</a:t>
            </a:r>
            <a:r>
              <a:rPr lang="en-IN" sz="4000" dirty="0"/>
              <a:t> -</a:t>
            </a:r>
            <a:r>
              <a:rPr lang="en-IN" sz="4000" dirty="0" err="1"/>
              <a:t>OutputDir</a:t>
            </a:r>
            <a:r>
              <a:rPr lang="en-IN" sz="4000" dirty="0"/>
              <a:t> Models -Context AppDbContext -DataAnnotations</a:t>
            </a:r>
          </a:p>
          <a:p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6537101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B602D-4141-FBBB-4716-E99FD56BA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3567856-2B29-E86C-11C4-B3E8943F5C6E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3794556-7EDB-BAA8-4997-033D9C8F095B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834E317-981B-B3DD-B65A-4CEE4EB054BB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55559F0-05EB-29E4-AE8E-E8A8241AE41D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6BD746D-08F9-FD8F-0331-FEFD16F4B642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5144616-DAF5-1EFF-66C3-E4B985D6E31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ED702AC-88D6-EEEA-CACF-5479BA5A6DB1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4BCE3FF-D477-5F3D-A616-A4B04B1AD46B}"/>
              </a:ext>
            </a:extLst>
          </p:cNvPr>
          <p:cNvSpPr txBox="1"/>
          <p:nvPr/>
        </p:nvSpPr>
        <p:spPr>
          <a:xfrm>
            <a:off x="1618548" y="3099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Create API Controller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B12CA6C-005F-A753-B61E-E1D43EC1D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26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E83CD2-56D6-065B-AA4B-A1DFC9281F97}"/>
              </a:ext>
            </a:extLst>
          </p:cNvPr>
          <p:cNvSpPr txBox="1"/>
          <p:nvPr/>
        </p:nvSpPr>
        <p:spPr>
          <a:xfrm>
            <a:off x="1889440" y="1917095"/>
            <a:ext cx="15406007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+mj-lt"/>
              </a:rPr>
              <a:t>Steps</a:t>
            </a:r>
            <a:r>
              <a:rPr lang="en-US" sz="4000" dirty="0">
                <a:latin typeface="+mj-lt"/>
              </a:rPr>
              <a:t>: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+mj-lt"/>
              </a:rPr>
              <a:t>Add a new controller Controllers/</a:t>
            </a:r>
            <a:r>
              <a:rPr lang="en-US" altLang="en-US" sz="4000" dirty="0" err="1">
                <a:latin typeface="+mj-lt"/>
              </a:rPr>
              <a:t>UsersApiController.cs</a:t>
            </a:r>
            <a:r>
              <a:rPr lang="en-US" altLang="en-US" sz="4000" dirty="0">
                <a:latin typeface="+mj-lt"/>
              </a:rPr>
              <a:t>: </a:t>
            </a: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lvl="1" fontAlgn="base"/>
            <a:r>
              <a:rPr lang="en-US" sz="4000" dirty="0" err="1">
                <a:latin typeface="+mj-lt"/>
              </a:rPr>
              <a:t>E.g</a:t>
            </a:r>
            <a:r>
              <a:rPr lang="en-US" sz="4000" dirty="0">
                <a:latin typeface="+mj-lt"/>
              </a:rPr>
              <a:t>,:</a:t>
            </a: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5BCB59-02A7-117F-7DEE-00CADF962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769" y="3786099"/>
            <a:ext cx="10997246" cy="594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729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E5B03-B156-92C5-3D36-022D94C7B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4D0DCF1-6F67-595A-DD8D-C7C273251794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08A8254-A2FF-4599-AEAF-4299DD4C1D74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CFC26D4-602E-939A-69A3-C2070373B177}"/>
              </a:ext>
            </a:extLst>
          </p:cNvPr>
          <p:cNvGrpSpPr/>
          <p:nvPr/>
        </p:nvGrpSpPr>
        <p:grpSpPr>
          <a:xfrm>
            <a:off x="962938" y="1053703"/>
            <a:ext cx="16560946" cy="9233297"/>
            <a:chOff x="-5569819" y="-3634278"/>
            <a:chExt cx="24952543" cy="1224874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3BC99DA-BBB7-C7B6-B71E-36EFDACF0469}"/>
                </a:ext>
              </a:extLst>
            </p:cNvPr>
            <p:cNvSpPr txBox="1"/>
            <p:nvPr/>
          </p:nvSpPr>
          <p:spPr>
            <a:xfrm>
              <a:off x="-5569819" y="-3634278"/>
              <a:ext cx="24952543" cy="122487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r>
                <a:rPr lang="en-US" sz="3000" b="1" u="sng" dirty="0"/>
                <a:t>Purpose:</a:t>
              </a:r>
              <a:br>
                <a:rPr lang="en-US" sz="3000" dirty="0"/>
              </a:br>
              <a:r>
                <a:rPr lang="en-US" sz="3000" dirty="0"/>
                <a:t>Controller methods (also called </a:t>
              </a:r>
              <a:r>
                <a:rPr lang="en-US" sz="3000" i="1" dirty="0"/>
                <a:t>actions</a:t>
              </a:r>
              <a:r>
                <a:rPr lang="en-US" sz="3000" dirty="0"/>
                <a:t>) handle requests and define application behavior for different operations like displaying data, saving new records, editing, or deleting entries.</a:t>
              </a:r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 panose="020B0604020202020204" pitchFamily="34" charset="0"/>
                <a:buChar char="•"/>
              </a:pPr>
              <a:r>
                <a:rPr lang="en-IN" sz="3000" b="1" u="sng" dirty="0"/>
                <a:t>Common Methods in Controller</a:t>
              </a:r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IN" sz="3000" b="1" dirty="0"/>
            </a:p>
            <a:p>
              <a:pPr marL="514350" indent="-514350">
                <a:lnSpc>
                  <a:spcPts val="3600"/>
                </a:lnSpc>
                <a:buFont typeface="+mj-lt"/>
                <a:buAutoNum type="arabicPeriod"/>
              </a:pPr>
              <a:r>
                <a:rPr lang="en-GB" sz="3000" b="1" dirty="0">
                  <a:ea typeface="+mn-lt"/>
                  <a:cs typeface="+mn-lt"/>
                </a:rPr>
                <a:t>Index() </a:t>
              </a:r>
              <a:r>
                <a:rPr lang="en-US" sz="3000" dirty="0"/>
                <a:t>– List all users</a:t>
              </a:r>
              <a:br>
                <a:rPr lang="en-US" sz="3000" dirty="0"/>
              </a:br>
              <a:r>
                <a:rPr lang="en-US" sz="3000" dirty="0"/>
                <a:t>Retrieves and displays all records from the database.</a:t>
              </a:r>
            </a:p>
            <a:p>
              <a:pPr marL="514350" indent="-514350">
                <a:lnSpc>
                  <a:spcPts val="3600"/>
                </a:lnSpc>
                <a:buFont typeface="+mj-lt"/>
                <a:buAutoNum type="arabicPeriod"/>
              </a:pPr>
              <a:endParaRPr lang="en-US" sz="3000" dirty="0"/>
            </a:p>
            <a:p>
              <a:pPr marL="514350" indent="-514350">
                <a:buFont typeface="+mj-lt"/>
                <a:buAutoNum type="arabicPeriod"/>
              </a:pPr>
              <a:r>
                <a:rPr lang="en-US" sz="3000" b="1" dirty="0">
                  <a:ea typeface="+mn-lt"/>
                  <a:cs typeface="+mn-lt"/>
                </a:rPr>
                <a:t>Create() </a:t>
              </a:r>
              <a:r>
                <a:rPr lang="en-US" sz="3000" dirty="0"/>
                <a:t>– Show form / Save new user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US" sz="3000" b="1" dirty="0"/>
                <a:t>GET Create</a:t>
              </a:r>
              <a:r>
                <a:rPr lang="en-US" sz="3000" dirty="0"/>
                <a:t>: Displays the form to add a new user.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US" sz="3000" b="1" dirty="0"/>
                <a:t>POST Create</a:t>
              </a:r>
              <a:r>
                <a:rPr lang="en-US" sz="3000" dirty="0"/>
                <a:t>: Saves the new user to the database.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endParaRPr lang="en-US" sz="3000" dirty="0"/>
            </a:p>
            <a:p>
              <a:pPr marL="514350" indent="-514350">
                <a:buFont typeface="+mj-lt"/>
                <a:buAutoNum type="arabicPeriod"/>
              </a:pPr>
              <a:r>
                <a:rPr lang="en-GB" sz="3000" b="1" dirty="0">
                  <a:ea typeface="+mn-lt"/>
                  <a:cs typeface="+mn-lt"/>
                </a:rPr>
                <a:t>Edit() </a:t>
              </a:r>
              <a:r>
                <a:rPr lang="en-US" sz="3000" dirty="0"/>
                <a:t>– Modify existing user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US" sz="3000" b="1" dirty="0"/>
                <a:t>GET Edit</a:t>
              </a:r>
              <a:r>
                <a:rPr lang="en-US" sz="3000" dirty="0"/>
                <a:t>: Loads the user data into a form for editing.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US" sz="3000" b="1" dirty="0"/>
                <a:t>POST Edit</a:t>
              </a:r>
              <a:r>
                <a:rPr lang="en-US" sz="3000" dirty="0"/>
                <a:t>: Saves the updated data.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endParaRPr lang="en-US" sz="3000" dirty="0"/>
            </a:p>
            <a:p>
              <a:pPr marL="514350" indent="-514350">
                <a:buFont typeface="+mj-lt"/>
                <a:buAutoNum type="arabicPeriod"/>
              </a:pPr>
              <a:r>
                <a:rPr lang="en-GB" sz="3000" b="1" dirty="0">
                  <a:ea typeface="+mn-lt"/>
                  <a:cs typeface="+mn-lt"/>
                </a:rPr>
                <a:t>Delete()</a:t>
              </a:r>
              <a:r>
                <a:rPr lang="en-US" sz="3000" b="1" dirty="0"/>
                <a:t> </a:t>
              </a:r>
              <a:r>
                <a:rPr lang="en-US" sz="3000" dirty="0"/>
                <a:t>– Remove a user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US" sz="3000" b="1" dirty="0"/>
                <a:t>GET Delete</a:t>
              </a:r>
              <a:r>
                <a:rPr lang="en-US" sz="3000" dirty="0"/>
                <a:t>: Displays confirmation for deletion.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US" sz="3000" b="1" dirty="0"/>
                <a:t>POST DeleteConfirmed</a:t>
              </a:r>
              <a:r>
                <a:rPr lang="en-US" sz="3000" dirty="0"/>
                <a:t>: Deletes the user from the database.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EF494A6-FE87-0FEF-116B-2227BCDD096F}"/>
                </a:ext>
              </a:extLst>
            </p:cNvPr>
            <p:cNvSpPr txBox="1"/>
            <p:nvPr/>
          </p:nvSpPr>
          <p:spPr>
            <a:xfrm>
              <a:off x="-1" y="-9525"/>
              <a:ext cx="15443231" cy="6166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E3E86AE-11BB-01E6-83ED-E546759F1FD3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E9E7507-5D0E-7044-D50C-1A30D4CB526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5F67803-CB15-BFA2-0704-AE68FAAB3E6E}"/>
              </a:ext>
            </a:extLst>
          </p:cNvPr>
          <p:cNvSpPr txBox="1"/>
          <p:nvPr/>
        </p:nvSpPr>
        <p:spPr>
          <a:xfrm>
            <a:off x="1588991" y="67776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Add Methods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4D6559B-DBE8-7FFD-DA93-97FAD13A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27</a:t>
            </a:fld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958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C0582-5026-EE51-9B75-370011A85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18475D-1D88-C5B3-7E4D-FF14C287B1A4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A0028C0-584B-05B9-ABAE-DFEB6E6E9FB4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D8D0181-6876-E261-735D-B9C5924CD246}"/>
              </a:ext>
            </a:extLst>
          </p:cNvPr>
          <p:cNvGrpSpPr/>
          <p:nvPr/>
        </p:nvGrpSpPr>
        <p:grpSpPr>
          <a:xfrm>
            <a:off x="1480353" y="1806984"/>
            <a:ext cx="16560946" cy="7848302"/>
            <a:chOff x="-4790225" y="-2634988"/>
            <a:chExt cx="24952543" cy="1041142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0E7A52F-4B80-4FB4-FE60-714BC3EF49EC}"/>
                </a:ext>
              </a:extLst>
            </p:cNvPr>
            <p:cNvSpPr txBox="1"/>
            <p:nvPr/>
          </p:nvSpPr>
          <p:spPr>
            <a:xfrm>
              <a:off x="-4790225" y="-2634988"/>
              <a:ext cx="24952543" cy="104114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5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r>
                <a:rPr lang="en-US" sz="5000" dirty="0"/>
                <a:t>Example :</a:t>
              </a:r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DCFF032-69AE-417A-8F53-D7B17E50C82F}"/>
                </a:ext>
              </a:extLst>
            </p:cNvPr>
            <p:cNvSpPr txBox="1"/>
            <p:nvPr/>
          </p:nvSpPr>
          <p:spPr>
            <a:xfrm>
              <a:off x="-1" y="-9525"/>
              <a:ext cx="15443231" cy="6166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4DD6398-865F-7B0D-11C5-EC82E4021248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0A92775-6EFF-AFE3-AC40-5011F763FA61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6B449DC-DE92-AE53-6547-970845E547E5}"/>
              </a:ext>
            </a:extLst>
          </p:cNvPr>
          <p:cNvSpPr txBox="1"/>
          <p:nvPr/>
        </p:nvSpPr>
        <p:spPr>
          <a:xfrm>
            <a:off x="1588991" y="417090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Add Methods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22535EE-8317-40FB-C26F-7E283F775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28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45F246-F05C-54ED-373E-31814704B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785" y="3825272"/>
            <a:ext cx="10249637" cy="392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748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51C8C-23CF-EB55-7CFF-AEA3CCBE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4476D6-7519-12AA-579F-3D275C89B82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3EEFCE7-BAE8-80C3-5EC6-EDBBDEE09863}"/>
              </a:ext>
            </a:extLst>
          </p:cNvPr>
          <p:cNvSpPr/>
          <p:nvPr/>
        </p:nvSpPr>
        <p:spPr>
          <a:xfrm>
            <a:off x="-889027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4D3C335-7C24-BFCF-BB00-8E376E7DD826}"/>
              </a:ext>
            </a:extLst>
          </p:cNvPr>
          <p:cNvGrpSpPr/>
          <p:nvPr/>
        </p:nvGrpSpPr>
        <p:grpSpPr>
          <a:xfrm>
            <a:off x="2541584" y="3143953"/>
            <a:ext cx="14535120" cy="2339102"/>
            <a:chOff x="-2918087" y="-1990758"/>
            <a:chExt cx="21900210" cy="310301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866F3C-D8F5-A241-1384-65477A6EB3F9}"/>
                </a:ext>
              </a:extLst>
            </p:cNvPr>
            <p:cNvSpPr txBox="1"/>
            <p:nvPr/>
          </p:nvSpPr>
          <p:spPr>
            <a:xfrm>
              <a:off x="-2918087" y="-1990758"/>
              <a:ext cx="21900210" cy="31030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endParaRPr lang="en-GB" sz="3200" dirty="0">
                <a:ea typeface="+mn-lt"/>
                <a:cs typeface="+mn-lt"/>
              </a:endParaRPr>
            </a:p>
            <a:p>
              <a:pPr lvl="1" algn="just">
                <a:lnSpc>
                  <a:spcPts val="3600"/>
                </a:lnSpc>
              </a:pPr>
              <a:r>
                <a:rPr lang="en-GB" sz="3200" dirty="0">
                  <a:ea typeface="+mn-lt"/>
                  <a:cs typeface="+mn-lt"/>
                </a:rPr>
                <a:t>  </a:t>
              </a:r>
              <a:endParaRPr lang="en-GB" sz="3200" i="1" dirty="0">
                <a:ea typeface="+mn-lt"/>
                <a:cs typeface="+mn-lt"/>
              </a:endParaRPr>
            </a:p>
            <a:p>
              <a:pPr lvl="1" algn="just"/>
              <a:r>
                <a:rPr lang="en-GB" sz="3200" b="1" dirty="0">
                  <a:ea typeface="+mn-lt"/>
                  <a:cs typeface="+mn-lt"/>
                </a:rPr>
                <a:t>  </a:t>
              </a: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Wingdings"/>
                <a:buChar char="Ø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ABA98-EE6B-976A-4B3E-AE8D88A81219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D2D8356-DB38-1A96-9DC5-EB09044A26B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0C9E15-8BB0-D68A-6F0D-F238DAB432A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B29D00A-A1AD-8ACA-5944-6D82A9647AE7}"/>
              </a:ext>
            </a:extLst>
          </p:cNvPr>
          <p:cNvSpPr txBox="1"/>
          <p:nvPr/>
        </p:nvSpPr>
        <p:spPr>
          <a:xfrm>
            <a:off x="1" y="0"/>
            <a:ext cx="18452122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Use Cases 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8F9574A-83CB-4373-715E-6E0E72CC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29</a:t>
            </a:fld>
            <a:endParaRPr lang="en-GB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6C12A5A-149D-693D-D531-3ECB371DD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215669"/>
              </p:ext>
            </p:extLst>
          </p:nvPr>
        </p:nvGraphicFramePr>
        <p:xfrm>
          <a:off x="2262351" y="1907825"/>
          <a:ext cx="14535121" cy="7500732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3586353">
                  <a:extLst>
                    <a:ext uri="{9D8B030D-6E8A-4147-A177-3AD203B41FA5}">
                      <a16:colId xmlns:a16="http://schemas.microsoft.com/office/drawing/2014/main" val="1798007779"/>
                    </a:ext>
                  </a:extLst>
                </a:gridCol>
                <a:gridCol w="10948768">
                  <a:extLst>
                    <a:ext uri="{9D8B030D-6E8A-4147-A177-3AD203B41FA5}">
                      <a16:colId xmlns:a16="http://schemas.microsoft.com/office/drawing/2014/main" val="1324233541"/>
                    </a:ext>
                  </a:extLst>
                </a:gridCol>
              </a:tblGrid>
              <a:tr h="554661">
                <a:tc>
                  <a:txBody>
                    <a:bodyPr/>
                    <a:lstStyle/>
                    <a:p>
                      <a:r>
                        <a:rPr lang="en-IN" sz="4000" dirty="0"/>
                        <a:t>Topics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Use cases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271051"/>
                  </a:ext>
                </a:extLst>
              </a:tr>
              <a:tr h="1021743">
                <a:tc>
                  <a:txBody>
                    <a:bodyPr/>
                    <a:lstStyle/>
                    <a:p>
                      <a:r>
                        <a:rPr lang="en-IN" sz="4000" b="1" dirty="0"/>
                        <a:t>MVC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Clean separation of concerns for scalable web apps</a:t>
                      </a:r>
                      <a:endParaRPr lang="en-IN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331488"/>
                  </a:ext>
                </a:extLst>
              </a:tr>
              <a:tr h="554661">
                <a:tc>
                  <a:txBody>
                    <a:bodyPr/>
                    <a:lstStyle/>
                    <a:p>
                      <a:r>
                        <a:rPr lang="en-IN" sz="4000" b="1" dirty="0"/>
                        <a:t>Controllers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Handle requests, connect views &amp; models</a:t>
                      </a:r>
                      <a:endParaRPr lang="en-IN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1552312"/>
                  </a:ext>
                </a:extLst>
              </a:tr>
              <a:tr h="554661">
                <a:tc>
                  <a:txBody>
                    <a:bodyPr/>
                    <a:lstStyle/>
                    <a:p>
                      <a:r>
                        <a:rPr lang="en-IN" sz="4000" b="1" dirty="0"/>
                        <a:t>REST API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Serve data to frontends/mobile via HTTP verbs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5505047"/>
                  </a:ext>
                </a:extLst>
              </a:tr>
              <a:tr h="1021743">
                <a:tc>
                  <a:txBody>
                    <a:bodyPr/>
                    <a:lstStyle/>
                    <a:p>
                      <a:r>
                        <a:rPr lang="en-IN" sz="4000" b="1" dirty="0"/>
                        <a:t>Routing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Map URLs to actions; enable clean, dynamic paths</a:t>
                      </a:r>
                      <a:endParaRPr lang="en-IN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212081"/>
                  </a:ext>
                </a:extLst>
              </a:tr>
              <a:tr h="1021743">
                <a:tc>
                  <a:txBody>
                    <a:bodyPr/>
                    <a:lstStyle/>
                    <a:p>
                      <a:r>
                        <a:rPr lang="en-IN" sz="4000" b="1" dirty="0"/>
                        <a:t>Filters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Add logging, auth, error handling (cross-cutting logic)</a:t>
                      </a:r>
                      <a:endParaRPr lang="en-IN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488942"/>
                  </a:ext>
                </a:extLst>
              </a:tr>
              <a:tr h="1021743">
                <a:tc>
                  <a:txBody>
                    <a:bodyPr/>
                    <a:lstStyle/>
                    <a:p>
                      <a:r>
                        <a:rPr lang="en-IN" sz="4000" b="1" dirty="0"/>
                        <a:t>Services (BL)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Encapsulate business logic, injected via DI</a:t>
                      </a:r>
                      <a:endParaRPr lang="en-IN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667061"/>
                  </a:ext>
                </a:extLst>
              </a:tr>
              <a:tr h="1021743">
                <a:tc>
                  <a:txBody>
                    <a:bodyPr/>
                    <a:lstStyle/>
                    <a:p>
                      <a:r>
                        <a:rPr lang="en-IN" sz="4000" b="1" dirty="0"/>
                        <a:t>CRUD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Core data operations – Create, Read, Update, Delete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132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96021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1610" y="-124853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715879" y="1314672"/>
            <a:ext cx="13419586" cy="8972328"/>
            <a:chOff x="0" y="-208366"/>
            <a:chExt cx="15469261" cy="11963099"/>
          </a:xfrm>
        </p:grpSpPr>
        <p:sp>
          <p:nvSpPr>
            <p:cNvPr id="5" name="TextBox 5"/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88706"/>
              <a:ext cx="13250213" cy="18466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838200" lvl="1" indent="-5143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9587" y="-208366"/>
              <a:ext cx="15339674" cy="119630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4000" b="1" dirty="0"/>
                <a:t>Assignment 1: Basic MVC Web App with CRUD</a:t>
              </a:r>
            </a:p>
            <a:p>
              <a:pPr>
                <a:lnSpc>
                  <a:spcPct val="150000"/>
                </a:lnSpc>
              </a:pPr>
              <a:r>
                <a:rPr lang="en-IN" sz="3200" u="sng" dirty="0"/>
                <a:t>Objective</a:t>
              </a:r>
              <a:r>
                <a:rPr lang="en-IN" sz="3200" dirty="0"/>
                <a:t>: Build a simple MVC application to manage a list of products.</a:t>
              </a:r>
            </a:p>
            <a:p>
              <a:pPr>
                <a:lnSpc>
                  <a:spcPct val="150000"/>
                </a:lnSpc>
              </a:pPr>
              <a:r>
                <a:rPr lang="en-IN" sz="3200" u="sng" dirty="0"/>
                <a:t>Tasks:</a:t>
              </a:r>
              <a:endParaRPr lang="en-IN" sz="3200" dirty="0"/>
            </a:p>
            <a:p>
              <a:pPr marL="457200" lvl="0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Create a Product model with properties: Id, Name, Description, Price.</a:t>
              </a:r>
            </a:p>
            <a:p>
              <a:pPr marL="457200" lvl="0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Create a ProductController with actions for:</a:t>
              </a:r>
            </a:p>
            <a:p>
              <a:pPr marL="182880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Listing all products (Index)</a:t>
              </a:r>
            </a:p>
            <a:p>
              <a:pPr marL="182880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Viewing product details (Details)</a:t>
              </a:r>
            </a:p>
            <a:p>
              <a:pPr marL="182880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Creating a new product (Create)</a:t>
              </a:r>
            </a:p>
            <a:p>
              <a:pPr marL="182880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Editing an existing product (Edit)</a:t>
              </a:r>
            </a:p>
            <a:p>
              <a:pPr marL="182880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Deleting a product (Delete)</a:t>
              </a:r>
            </a:p>
            <a:p>
              <a:pPr marL="457200" lvl="0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Use in-memory data storage (e.g., a static list) to perform CRUD operations.</a:t>
              </a:r>
            </a:p>
            <a:p>
              <a:pPr marL="457200" lvl="0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Implement basic routing so URLs follow RESTful conventions.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FB55547-605D-EDB9-41FF-CD3D51DA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GB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A1D36-CBB8-E70A-AF0C-F24A1A0F2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7492FE-CE8B-7B60-D894-F17E31DB7889}"/>
              </a:ext>
            </a:extLst>
          </p:cNvPr>
          <p:cNvSpPr/>
          <p:nvPr/>
        </p:nvSpPr>
        <p:spPr>
          <a:xfrm>
            <a:off x="-241610" y="-124853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EA3F84E-F654-99BF-C593-C2C621C0B7B3}"/>
              </a:ext>
            </a:extLst>
          </p:cNvPr>
          <p:cNvGrpSpPr/>
          <p:nvPr/>
        </p:nvGrpSpPr>
        <p:grpSpPr>
          <a:xfrm>
            <a:off x="715879" y="1314672"/>
            <a:ext cx="13419586" cy="9526326"/>
            <a:chOff x="0" y="-208366"/>
            <a:chExt cx="15469261" cy="12701764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BCBACA6-97B5-D237-5BA1-3876E233C57D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9A8D9C3-D822-C8DE-0D36-3EBE5FDFEC30}"/>
                </a:ext>
              </a:extLst>
            </p:cNvPr>
            <p:cNvSpPr txBox="1"/>
            <p:nvPr/>
          </p:nvSpPr>
          <p:spPr>
            <a:xfrm>
              <a:off x="0" y="688706"/>
              <a:ext cx="13250214" cy="18466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838200" lvl="1" indent="-5143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62DC9C8-556C-8A55-FAE6-0AF03DA74F94}"/>
                </a:ext>
              </a:extLst>
            </p:cNvPr>
            <p:cNvSpPr txBox="1"/>
            <p:nvPr/>
          </p:nvSpPr>
          <p:spPr>
            <a:xfrm>
              <a:off x="129587" y="-208366"/>
              <a:ext cx="15339674" cy="127017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3200" b="1" dirty="0"/>
                <a:t>Output Format: </a:t>
              </a:r>
              <a:r>
                <a:rPr lang="en-IN" sz="3200" dirty="0"/>
                <a:t>(e.g. for </a:t>
              </a:r>
              <a:r>
                <a:rPr lang="en-IN" sz="3200" b="1" dirty="0"/>
                <a:t>List All Products</a:t>
              </a:r>
              <a:r>
                <a:rPr lang="en-IN" sz="3200" dirty="0"/>
                <a:t> — /Products or /Products/Index) </a:t>
              </a:r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8BB7C6EE-1CAD-0A92-6289-3FAE74B555D0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F7436DE-AF6A-E427-643A-C16897F2C4A8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2880C0-FF58-F511-3C94-0C35F001D1D7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1B87284-2A4B-11B0-E415-F6BD7FA269AA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BAB66F22-92CD-461B-7A0F-2E33CC7C5000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F98B277-7A95-DAC0-3765-9780A62E1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8381C1-22C3-D827-1FEB-186FB5D0AB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939" y="2552470"/>
            <a:ext cx="12673212" cy="64640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73216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C7345-573D-3D5B-5ABC-48FA2352B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5EA110A7-FAFC-00E2-0277-7D815C87EB35}"/>
              </a:ext>
            </a:extLst>
          </p:cNvPr>
          <p:cNvGrpSpPr/>
          <p:nvPr/>
        </p:nvGrpSpPr>
        <p:grpSpPr>
          <a:xfrm>
            <a:off x="-100385" y="576008"/>
            <a:ext cx="13307169" cy="9710992"/>
            <a:chOff x="-940939" y="-1193251"/>
            <a:chExt cx="15339674" cy="1294798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59354EF-793E-37A8-A9D6-235BC22417E9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DD36579-9DB4-F119-398F-25250DEF1570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E8792CF-3D66-C7EC-E174-C205A8AF0103}"/>
                </a:ext>
              </a:extLst>
            </p:cNvPr>
            <p:cNvSpPr txBox="1"/>
            <p:nvPr/>
          </p:nvSpPr>
          <p:spPr>
            <a:xfrm>
              <a:off x="0" y="688706"/>
              <a:ext cx="13250213" cy="18466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838200" lvl="1" indent="-5143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6839AB7-37F5-C323-48EE-16DA92AE279D}"/>
                </a:ext>
              </a:extLst>
            </p:cNvPr>
            <p:cNvSpPr txBox="1"/>
            <p:nvPr/>
          </p:nvSpPr>
          <p:spPr>
            <a:xfrm>
              <a:off x="-940939" y="-1193251"/>
              <a:ext cx="15339674" cy="129479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indent="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</a:tabLst>
              </a:pPr>
              <a:r>
                <a:rPr lang="en-IN" sz="4000" b="1" dirty="0">
                  <a:latin typeface="+mj-lt"/>
                </a:rPr>
                <a:t>Assignment 2: </a:t>
              </a:r>
              <a:r>
                <a:rPr lang="en-US" altLang="en-US" sz="4000" dirty="0">
                  <a:solidFill>
                    <a:srgbClr val="000000"/>
                  </a:solidFill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rPr>
                <a:t>RESTful API for Employee Management</a:t>
              </a:r>
              <a:endParaRPr lang="en-US" altLang="en-US" sz="4000" i="1" dirty="0">
                <a:solidFill>
                  <a:srgbClr val="2F5496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lvl="0" indent="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</a:tabLst>
              </a:pPr>
              <a:r>
                <a:rPr lang="en-US" altLang="en-US" sz="3200" b="1" dirty="0">
                  <a:latin typeface="+mj-lt"/>
                  <a:ea typeface="Times New Roman" panose="02020603050405020304" pitchFamily="18" charset="0"/>
                </a:rPr>
                <a:t>Objective: 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Develop a REST API for employee data.</a:t>
              </a:r>
            </a:p>
            <a:p>
              <a:pPr lvl="0" indent="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</a:tabLst>
              </a:pP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Tasks:</a:t>
              </a:r>
            </a:p>
            <a:p>
              <a:pPr lvl="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  <a:tabLst>
                  <a:tab pos="1371600" algn="l"/>
                </a:tabLst>
              </a:pP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Create an 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  <a:cs typeface="Courier New" panose="02070309020205020404" pitchFamily="49" charset="0"/>
                </a:rPr>
                <a:t>Employee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 model with 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  <a:cs typeface="Courier New" panose="02070309020205020404" pitchFamily="49" charset="0"/>
                </a:rPr>
                <a:t>Id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, 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  <a:cs typeface="Courier New" panose="02070309020205020404" pitchFamily="49" charset="0"/>
                </a:rPr>
                <a:t>Name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, 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  <a:cs typeface="Courier New" panose="02070309020205020404" pitchFamily="49" charset="0"/>
                </a:rPr>
                <a:t>Department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, 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  <a:cs typeface="Courier New" panose="02070309020205020404" pitchFamily="49" charset="0"/>
                </a:rPr>
                <a:t>Salary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.</a:t>
              </a:r>
            </a:p>
            <a:p>
              <a:pPr lvl="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  <a:tabLst>
                  <a:tab pos="1371600" algn="l"/>
                </a:tabLst>
              </a:pP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Implement an 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  <a:cs typeface="Courier New" panose="02070309020205020404" pitchFamily="49" charset="0"/>
                </a:rPr>
                <a:t>EmployeeController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 with REST endpoints:</a:t>
              </a:r>
            </a:p>
            <a:p>
              <a:pPr lvl="4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Symbol" panose="05050102010706020507" pitchFamily="18" charset="2"/>
                <a:buChar char=""/>
                <a:tabLst>
                  <a:tab pos="1371600" algn="l"/>
                </a:tabLst>
              </a:pPr>
              <a:r>
                <a:rPr lang="en-US" altLang="en-US" sz="3200" dirty="0">
                  <a:latin typeface="+mj-lt"/>
                  <a:ea typeface="Times New Roman" panose="02020603050405020304" pitchFamily="18" charset="0"/>
                  <a:cs typeface="Courier New" panose="02070309020205020404" pitchFamily="49" charset="0"/>
                </a:rPr>
                <a:t>GET /api/employees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 — List all employees</a:t>
              </a:r>
            </a:p>
            <a:p>
              <a:pPr lvl="4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Symbol" panose="05050102010706020507" pitchFamily="18" charset="2"/>
                <a:buChar char=""/>
                <a:tabLst>
                  <a:tab pos="1371600" algn="l"/>
                </a:tabLst>
              </a:pPr>
              <a:r>
                <a:rPr lang="en-US" altLang="en-US" sz="3200" dirty="0">
                  <a:latin typeface="+mj-lt"/>
                  <a:ea typeface="Times New Roman" panose="02020603050405020304" pitchFamily="18" charset="0"/>
                  <a:cs typeface="Courier New" panose="02070309020205020404" pitchFamily="49" charset="0"/>
                </a:rPr>
                <a:t>GET /api/employees/{id}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 — Get employee by ID</a:t>
              </a:r>
            </a:p>
            <a:p>
              <a:pPr lvl="4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Symbol" panose="05050102010706020507" pitchFamily="18" charset="2"/>
                <a:buChar char=""/>
                <a:tabLst>
                  <a:tab pos="1371600" algn="l"/>
                </a:tabLst>
              </a:pPr>
              <a:r>
                <a:rPr lang="en-US" altLang="en-US" sz="3200" dirty="0">
                  <a:latin typeface="+mj-lt"/>
                  <a:ea typeface="Times New Roman" panose="02020603050405020304" pitchFamily="18" charset="0"/>
                  <a:cs typeface="Courier New" panose="02070309020205020404" pitchFamily="49" charset="0"/>
                </a:rPr>
                <a:t>POST /api/employees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 — Add a new employee</a:t>
              </a:r>
            </a:p>
            <a:p>
              <a:pPr lvl="4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Symbol" panose="05050102010706020507" pitchFamily="18" charset="2"/>
                <a:buChar char=""/>
                <a:tabLst>
                  <a:tab pos="1371600" algn="l"/>
                </a:tabLst>
              </a:pPr>
              <a:r>
                <a:rPr lang="en-US" altLang="en-US" sz="3200" dirty="0">
                  <a:latin typeface="+mj-lt"/>
                  <a:ea typeface="Times New Roman" panose="02020603050405020304" pitchFamily="18" charset="0"/>
                  <a:cs typeface="Courier New" panose="02070309020205020404" pitchFamily="49" charset="0"/>
                </a:rPr>
                <a:t>PUT /api/employees/{id}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 — Update employee info</a:t>
              </a:r>
            </a:p>
            <a:p>
              <a:pPr lvl="4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Symbol" panose="05050102010706020507" pitchFamily="18" charset="2"/>
                <a:buChar char=""/>
                <a:tabLst>
                  <a:tab pos="1371600" algn="l"/>
                </a:tabLst>
              </a:pPr>
              <a:r>
                <a:rPr lang="en-US" altLang="en-US" sz="3200" dirty="0">
                  <a:latin typeface="+mj-lt"/>
                  <a:ea typeface="Times New Roman" panose="02020603050405020304" pitchFamily="18" charset="0"/>
                  <a:cs typeface="Courier New" panose="02070309020205020404" pitchFamily="49" charset="0"/>
                </a:rPr>
                <a:t>DELETE /api/employees/{id}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 — Delete an employee</a:t>
              </a:r>
            </a:p>
            <a:p>
              <a:pPr lvl="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  <a:tabLst>
                  <a:tab pos="1371600" algn="l"/>
                </a:tabLst>
              </a:pP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Use routing attributes to configure routes.</a:t>
              </a:r>
            </a:p>
            <a:p>
              <a:pPr lvl="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  <a:tabLst>
                  <a:tab pos="1371600" algn="l"/>
                </a:tabLst>
              </a:pP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Return appropriate HTTP status codes.</a:t>
              </a:r>
            </a:p>
            <a:p>
              <a:pPr lvl="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  <a:tabLst>
                  <a:tab pos="1371600" algn="l"/>
                </a:tabLst>
              </a:pP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Use a simple in-memory list for storage.</a:t>
              </a:r>
              <a:endParaRPr lang="en-US" altLang="en-US" sz="3200" dirty="0">
                <a:latin typeface="+mj-lt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5AEC590D-499D-40C9-B59D-157B4BFBDF90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80C38D0-7B1E-0865-9250-51F9C961AFE7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72AC96DB-C493-CB9F-FED2-F01A19DF19FB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F06315C-BC04-25BC-9641-7C31D6C957C6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E432114F-F165-050B-089B-79DE8B5DFBF3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D02DFC4C-0A02-0320-319A-1731CCFF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1459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B5950-8FA2-5869-34F4-7E241C15F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362049-348E-5653-40BB-2DFD290489D8}"/>
              </a:ext>
            </a:extLst>
          </p:cNvPr>
          <p:cNvSpPr/>
          <p:nvPr/>
        </p:nvSpPr>
        <p:spPr>
          <a:xfrm>
            <a:off x="-241610" y="-124853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56E6A3D-6CB7-6F8B-2797-FBB8D4944369}"/>
              </a:ext>
            </a:extLst>
          </p:cNvPr>
          <p:cNvGrpSpPr/>
          <p:nvPr/>
        </p:nvGrpSpPr>
        <p:grpSpPr>
          <a:xfrm>
            <a:off x="715879" y="1314672"/>
            <a:ext cx="13419586" cy="8787662"/>
            <a:chOff x="0" y="-208366"/>
            <a:chExt cx="15469261" cy="11716879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5AB193C-8B0B-40B1-AB77-DB5490EF0824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BD65D59-63FE-79B8-C878-0D0EDD6AB0D5}"/>
                </a:ext>
              </a:extLst>
            </p:cNvPr>
            <p:cNvSpPr txBox="1"/>
            <p:nvPr/>
          </p:nvSpPr>
          <p:spPr>
            <a:xfrm>
              <a:off x="129587" y="-208366"/>
              <a:ext cx="15339674" cy="117168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3200" b="1" dirty="0"/>
                <a:t>Output Format: </a:t>
              </a:r>
              <a:r>
                <a:rPr lang="en-IN" sz="3200" dirty="0"/>
                <a:t>(e.g., for GET /api/employees)</a:t>
              </a:r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456BE7E4-A418-E1CA-BFF1-5A1514C6C11E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10FF8EF-B754-6A61-2D1A-3E0F6D19DDDC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7A024B00-20F9-94F0-143C-62CA0F869232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A85AC98-2962-6524-F6D5-40AFDF4B21FB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D4D47561-4ECA-B28D-D083-F32E372C2A6C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EBC65F3-D73E-66F4-0906-2D049EAA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67B34A-C88D-A0F0-78A1-C250790176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296" y="2791326"/>
            <a:ext cx="12762473" cy="61810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9260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462747" y="533743"/>
            <a:ext cx="6368927" cy="228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234083" y="-1394325"/>
            <a:ext cx="6064405" cy="6138747"/>
            <a:chOff x="0" y="0"/>
            <a:chExt cx="14840029" cy="14840029"/>
          </a:xfrm>
        </p:grpSpPr>
        <p:sp>
          <p:nvSpPr>
            <p:cNvPr id="6" name="Freeform 6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85020" y="520357"/>
            <a:ext cx="2025393" cy="986011"/>
            <a:chOff x="0" y="114300"/>
            <a:chExt cx="2700524" cy="131468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300"/>
              <a:ext cx="2700524" cy="411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76639"/>
              <a:ext cx="2700524" cy="75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18607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7716" y="13070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1304" y="912703"/>
            <a:ext cx="134751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7758" y="9127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72323" y="-17471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1819" y="421328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8279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94642" y="2076564"/>
            <a:ext cx="12392605" cy="2265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endParaRPr lang="en-GB" sz="3200" dirty="0">
              <a:ea typeface="+mn-lt"/>
              <a:cs typeface="+mn-lt"/>
            </a:endParaRP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endParaRPr lang="en-GB" sz="3200" dirty="0">
              <a:ea typeface="+mn-lt"/>
              <a:cs typeface="+mn-lt"/>
            </a:endParaRPr>
          </a:p>
          <a:p>
            <a:pPr marL="323850" lvl="1" algn="just">
              <a:lnSpc>
                <a:spcPct val="150000"/>
              </a:lnSpc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D0538BD-B281-3C0B-F413-48312AD4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34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1CE75F-6295-B6C9-0F42-0C0E45A1C43E}"/>
              </a:ext>
            </a:extLst>
          </p:cNvPr>
          <p:cNvSpPr txBox="1"/>
          <p:nvPr/>
        </p:nvSpPr>
        <p:spPr>
          <a:xfrm>
            <a:off x="4872323" y="1745263"/>
            <a:ext cx="13465218" cy="8895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500" b="1" dirty="0"/>
              <a:t>Implement Filters in MVC</a:t>
            </a:r>
          </a:p>
          <a:p>
            <a:pPr lvl="1">
              <a:lnSpc>
                <a:spcPct val="150000"/>
              </a:lnSpc>
            </a:pPr>
            <a:r>
              <a:rPr lang="en-IN" sz="3500" dirty="0"/>
              <a:t>Objective: Use filters for authentication and logging.</a:t>
            </a:r>
          </a:p>
          <a:p>
            <a:pPr lvl="1">
              <a:lnSpc>
                <a:spcPct val="150000"/>
              </a:lnSpc>
            </a:pPr>
            <a:r>
              <a:rPr lang="en-IN" sz="3500" dirty="0"/>
              <a:t>Tasks: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/>
              <a:t>Create a custom authorization filter that restricts access to certain controller actions.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/>
              <a:t>Implement a logging filter that logs action execution time and details.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/>
              <a:t>Apply filters globally and on specific controller actions.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/>
              <a:t>Demonstrate filters working in an MVC app with at least two controllers.</a:t>
            </a:r>
          </a:p>
          <a:p>
            <a:pPr>
              <a:lnSpc>
                <a:spcPct val="150000"/>
              </a:lnSpc>
            </a:pPr>
            <a:endParaRPr lang="en-IN" sz="3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802D0-888C-EF3A-3A34-0AEC74E06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EEBE88-2565-EAFF-F510-49192DEB5B36}"/>
              </a:ext>
            </a:extLst>
          </p:cNvPr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D2D2B82-6B91-DC8A-F647-8D41894564B9}"/>
              </a:ext>
            </a:extLst>
          </p:cNvPr>
          <p:cNvSpPr txBox="1"/>
          <p:nvPr/>
        </p:nvSpPr>
        <p:spPr>
          <a:xfrm>
            <a:off x="11462747" y="533743"/>
            <a:ext cx="6368927" cy="228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D8488E98-C068-6F39-040D-F42F6ACC5DEE}"/>
              </a:ext>
            </a:extLst>
          </p:cNvPr>
          <p:cNvGrpSpPr>
            <a:grpSpLocks noChangeAspect="1"/>
          </p:cNvGrpSpPr>
          <p:nvPr/>
        </p:nvGrpSpPr>
        <p:grpSpPr>
          <a:xfrm>
            <a:off x="-1234083" y="-1394325"/>
            <a:ext cx="6064405" cy="6138747"/>
            <a:chOff x="0" y="0"/>
            <a:chExt cx="14840029" cy="148400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AA7374E-FD81-3C77-E6E2-C1E37BA6AAB4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BA4B3BA-B2B1-1790-37D4-5CDFC20DF9B0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275BD7C-652C-A6CB-39A7-B4A44D2959B8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6A06AA9-46FF-59DB-5D38-21BD4D21B1B9}"/>
              </a:ext>
            </a:extLst>
          </p:cNvPr>
          <p:cNvGrpSpPr/>
          <p:nvPr/>
        </p:nvGrpSpPr>
        <p:grpSpPr>
          <a:xfrm>
            <a:off x="5885020" y="520357"/>
            <a:ext cx="2025393" cy="986011"/>
            <a:chOff x="0" y="114300"/>
            <a:chExt cx="2700524" cy="1314681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222A58F-2252-1B41-1C22-320F4FA2031D}"/>
                </a:ext>
              </a:extLst>
            </p:cNvPr>
            <p:cNvSpPr txBox="1"/>
            <p:nvPr/>
          </p:nvSpPr>
          <p:spPr>
            <a:xfrm>
              <a:off x="0" y="114300"/>
              <a:ext cx="2700524" cy="411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BEEDEBA-1BD2-5F8C-FA1B-CC5313B5E336}"/>
                </a:ext>
              </a:extLst>
            </p:cNvPr>
            <p:cNvSpPr txBox="1"/>
            <p:nvPr/>
          </p:nvSpPr>
          <p:spPr>
            <a:xfrm>
              <a:off x="0" y="676639"/>
              <a:ext cx="2700524" cy="75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1891034D-E151-9E86-229A-1896AECC1EA5}"/>
              </a:ext>
            </a:extLst>
          </p:cNvPr>
          <p:cNvSpPr txBox="1"/>
          <p:nvPr/>
        </p:nvSpPr>
        <p:spPr>
          <a:xfrm>
            <a:off x="7118607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BE27EF1-C3D7-8CD9-3E64-3D79593CD8D1}"/>
              </a:ext>
            </a:extLst>
          </p:cNvPr>
          <p:cNvSpPr txBox="1"/>
          <p:nvPr/>
        </p:nvSpPr>
        <p:spPr>
          <a:xfrm>
            <a:off x="6897716" y="13070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CFBD6CA-C38C-2C83-002A-0670AF8125B3}"/>
              </a:ext>
            </a:extLst>
          </p:cNvPr>
          <p:cNvSpPr txBox="1"/>
          <p:nvPr/>
        </p:nvSpPr>
        <p:spPr>
          <a:xfrm>
            <a:off x="8131304" y="912703"/>
            <a:ext cx="134751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E69B132-6654-05F9-7CAB-13DAA0E68F3B}"/>
              </a:ext>
            </a:extLst>
          </p:cNvPr>
          <p:cNvSpPr txBox="1"/>
          <p:nvPr/>
        </p:nvSpPr>
        <p:spPr>
          <a:xfrm>
            <a:off x="4337758" y="9127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9B4C37E-5130-0A87-67D2-7836D019A2E4}"/>
              </a:ext>
            </a:extLst>
          </p:cNvPr>
          <p:cNvSpPr txBox="1"/>
          <p:nvPr/>
        </p:nvSpPr>
        <p:spPr>
          <a:xfrm>
            <a:off x="4872323" y="-17471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66B1EBA-EF96-A8E8-EF42-430F79BB4ED0}"/>
              </a:ext>
            </a:extLst>
          </p:cNvPr>
          <p:cNvSpPr txBox="1"/>
          <p:nvPr/>
        </p:nvSpPr>
        <p:spPr>
          <a:xfrm>
            <a:off x="3731819" y="421328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3028982-7D89-C6EC-EA1E-0261CB1B1D39}"/>
              </a:ext>
            </a:extLst>
          </p:cNvPr>
          <p:cNvSpPr txBox="1"/>
          <p:nvPr/>
        </p:nvSpPr>
        <p:spPr>
          <a:xfrm>
            <a:off x="9218279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197FA2D-3DE3-D1FF-8F58-2E16AED51044}"/>
              </a:ext>
            </a:extLst>
          </p:cNvPr>
          <p:cNvSpPr txBox="1"/>
          <p:nvPr/>
        </p:nvSpPr>
        <p:spPr>
          <a:xfrm>
            <a:off x="4994642" y="2076564"/>
            <a:ext cx="12392605" cy="2265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endParaRPr lang="en-GB" sz="3200" dirty="0">
              <a:ea typeface="+mn-lt"/>
              <a:cs typeface="+mn-lt"/>
            </a:endParaRP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endParaRPr lang="en-GB" sz="3200" dirty="0">
              <a:ea typeface="+mn-lt"/>
              <a:cs typeface="+mn-lt"/>
            </a:endParaRPr>
          </a:p>
          <a:p>
            <a:pPr marL="323850" lvl="1" algn="just">
              <a:lnSpc>
                <a:spcPct val="150000"/>
              </a:lnSpc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808E989-B718-8360-7F0F-A02DA4B10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35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B0C773-7A6A-30EF-A747-A83346345B2D}"/>
              </a:ext>
            </a:extLst>
          </p:cNvPr>
          <p:cNvSpPr txBox="1"/>
          <p:nvPr/>
        </p:nvSpPr>
        <p:spPr>
          <a:xfrm>
            <a:off x="4730138" y="2436429"/>
            <a:ext cx="13465218" cy="8018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500" b="1" dirty="0"/>
              <a:t>Output Format </a:t>
            </a:r>
            <a:r>
              <a:rPr lang="en-IN" sz="3200" dirty="0"/>
              <a:t>:</a:t>
            </a:r>
            <a:r>
              <a:rPr lang="en-IN" sz="3200" u="sng" dirty="0"/>
              <a:t>(e.g. for Authorization Filter)</a:t>
            </a:r>
            <a:endParaRPr lang="en-IN" sz="3200" dirty="0"/>
          </a:p>
          <a:p>
            <a:pPr>
              <a:lnSpc>
                <a:spcPct val="150000"/>
              </a:lnSpc>
            </a:pPr>
            <a:endParaRPr lang="en-IN" sz="3200" dirty="0"/>
          </a:p>
          <a:p>
            <a:pPr>
              <a:lnSpc>
                <a:spcPct val="150000"/>
              </a:lnSpc>
            </a:pPr>
            <a:endParaRPr lang="en-IN" sz="3500" dirty="0"/>
          </a:p>
          <a:p>
            <a:pPr>
              <a:lnSpc>
                <a:spcPct val="150000"/>
              </a:lnSpc>
            </a:pPr>
            <a:endParaRPr lang="en-IN" sz="3500" dirty="0"/>
          </a:p>
          <a:p>
            <a:pPr>
              <a:lnSpc>
                <a:spcPct val="150000"/>
              </a:lnSpc>
            </a:pPr>
            <a:endParaRPr lang="en-IN" sz="3500" dirty="0"/>
          </a:p>
          <a:p>
            <a:pPr>
              <a:lnSpc>
                <a:spcPct val="150000"/>
              </a:lnSpc>
            </a:pPr>
            <a:endParaRPr lang="en-IN" sz="3500" dirty="0"/>
          </a:p>
          <a:p>
            <a:pPr>
              <a:lnSpc>
                <a:spcPct val="150000"/>
              </a:lnSpc>
            </a:pPr>
            <a:endParaRPr lang="en-IN" sz="3500" dirty="0"/>
          </a:p>
          <a:p>
            <a:pPr>
              <a:lnSpc>
                <a:spcPct val="150000"/>
              </a:lnSpc>
            </a:pPr>
            <a:endParaRPr lang="en-IN" sz="3500" dirty="0"/>
          </a:p>
          <a:p>
            <a:pPr>
              <a:lnSpc>
                <a:spcPct val="150000"/>
              </a:lnSpc>
            </a:pPr>
            <a:endParaRPr lang="en-IN" sz="3500" dirty="0"/>
          </a:p>
          <a:p>
            <a:pPr>
              <a:lnSpc>
                <a:spcPct val="150000"/>
              </a:lnSpc>
            </a:pPr>
            <a:endParaRPr lang="en-IN" sz="35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ECEC199-1C27-6A84-E688-1AC9E9B97E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2030" y="4123341"/>
            <a:ext cx="13465218" cy="48566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49029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55775" y="864016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564950" y="1264050"/>
            <a:ext cx="7298383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References</a:t>
            </a:r>
            <a:endParaRPr lang="en-US" sz="9000" b="1" dirty="0">
              <a:solidFill>
                <a:srgbClr val="8D0A75"/>
              </a:solidFill>
              <a:latin typeface="Heebo Black"/>
              <a:ea typeface="Heebo Black"/>
              <a:cs typeface="Heeb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4662" y="819150"/>
            <a:ext cx="900625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📘 Official Resources (High-Quality &amp; Up-to-Date)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8727" y="1548652"/>
            <a:ext cx="12495415" cy="4487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GB" sz="3000" dirty="0">
                <a:solidFill>
                  <a:srgbClr val="000000"/>
                </a:solidFill>
                <a:ea typeface="+mn-lt"/>
                <a:cs typeface="+mn-lt"/>
                <a:sym typeface="Assistant Regular"/>
                <a:hlinkClick r:id="rId4"/>
              </a:rPr>
              <a:t>https://learn.microsoft.com/en-us/aspnet/core/web-api/?view=aspnetcore-7.0</a:t>
            </a:r>
            <a:endParaRPr lang="en-GB" sz="3000" dirty="0">
              <a:solidFill>
                <a:srgbClr val="000000"/>
              </a:solidFill>
              <a:ea typeface="+mn-lt"/>
              <a:cs typeface="+mn-lt"/>
              <a:sym typeface="Assistant Regular"/>
            </a:endParaRPr>
          </a:p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GB" sz="3000" dirty="0">
                <a:solidFill>
                  <a:srgbClr val="000000"/>
                </a:solidFill>
                <a:ea typeface="+mn-lt"/>
                <a:cs typeface="+mn-lt"/>
                <a:sym typeface="Assistant Regular"/>
                <a:hlinkClick r:id="rId5"/>
              </a:rPr>
              <a:t>https://learn.microsoft.com/en-us/aspnet/core/data/ef-mvc/crud?view=aspnetcore-7.0</a:t>
            </a:r>
            <a:endParaRPr lang="en-GB" sz="3000" dirty="0">
              <a:solidFill>
                <a:srgbClr val="000000"/>
              </a:solidFill>
              <a:ea typeface="+mn-lt"/>
              <a:cs typeface="+mn-lt"/>
              <a:sym typeface="Assistant Regular"/>
            </a:endParaRPr>
          </a:p>
          <a:p>
            <a:pPr marL="457200" indent="-457200">
              <a:lnSpc>
                <a:spcPct val="200000"/>
              </a:lnSpc>
              <a:buFont typeface="Wingdings"/>
              <a:buChar char="ü"/>
            </a:pPr>
            <a:endParaRPr lang="en-GB" sz="3000" dirty="0">
              <a:solidFill>
                <a:srgbClr val="000000"/>
              </a:solidFill>
              <a:ea typeface="+mn-lt"/>
              <a:cs typeface="+mn-lt"/>
              <a:sym typeface="Assistant Regular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203954-94E8-E177-2D54-36499D9C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GB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5649" y="4333875"/>
            <a:ext cx="895670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Thank you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169540-353F-AA0D-CE5D-9D92894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334A554D3A384490F35006611FA8EF" ma:contentTypeVersion="3" ma:contentTypeDescription="Create a new document." ma:contentTypeScope="" ma:versionID="d1c5e390780e0d38844ed75d3cc2b18b">
  <xsd:schema xmlns:xsd="http://www.w3.org/2001/XMLSchema" xmlns:xs="http://www.w3.org/2001/XMLSchema" xmlns:p="http://schemas.microsoft.com/office/2006/metadata/properties" xmlns:ns2="ad7d03b8-5160-4549-a356-269f90954506" targetNamespace="http://schemas.microsoft.com/office/2006/metadata/properties" ma:root="true" ma:fieldsID="39eb13f22fcc0a4b85956ff2d0548361" ns2:_="">
    <xsd:import namespace="ad7d03b8-5160-4549-a356-269f909545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7d03b8-5160-4549-a356-269f909545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0051B01-2044-426C-A166-B7287CF63E86}"/>
</file>

<file path=customXml/itemProps2.xml><?xml version="1.0" encoding="utf-8"?>
<ds:datastoreItem xmlns:ds="http://schemas.openxmlformats.org/officeDocument/2006/customXml" ds:itemID="{FB759E22-CF65-40F5-B1D2-D4807B33E735}"/>
</file>

<file path=customXml/itemProps3.xml><?xml version="1.0" encoding="utf-8"?>
<ds:datastoreItem xmlns:ds="http://schemas.openxmlformats.org/officeDocument/2006/customXml" ds:itemID="{19AB6B8C-B16D-4CFF-80A7-2447A6A38682}"/>
</file>

<file path=docProps/app.xml><?xml version="1.0" encoding="utf-8"?>
<Properties xmlns="http://schemas.openxmlformats.org/officeDocument/2006/extended-properties" xmlns:vt="http://schemas.openxmlformats.org/officeDocument/2006/docPropsVTypes">
  <TotalTime>7458</TotalTime>
  <Words>2232</Words>
  <Application>Microsoft Office PowerPoint</Application>
  <PresentationFormat>Custom</PresentationFormat>
  <Paragraphs>443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Calibri</vt:lpstr>
      <vt:lpstr>Arial</vt:lpstr>
      <vt:lpstr>Agrandir</vt:lpstr>
      <vt:lpstr>Heebo Black</vt:lpstr>
      <vt:lpstr>HK Modular</vt:lpstr>
      <vt:lpstr>Horizon</vt:lpstr>
      <vt:lpstr>Symbol</vt:lpstr>
      <vt:lpstr>Assistant Regular</vt:lpstr>
      <vt:lpstr>Aptos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sample presentation</dc:title>
  <cp:lastModifiedBy>Krishna Raj</cp:lastModifiedBy>
  <cp:revision>113</cp:revision>
  <dcterms:created xsi:type="dcterms:W3CDTF">2006-08-16T00:00:00Z</dcterms:created>
  <dcterms:modified xsi:type="dcterms:W3CDTF">2025-09-23T06:05:57Z</dcterms:modified>
  <dc:identifier>DAGpXxrSFgM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0x01010020334A554D3A384490F35006611FA8EF</vt:lpwstr>
  </property>
</Properties>
</file>