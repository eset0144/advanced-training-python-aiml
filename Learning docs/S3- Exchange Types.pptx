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slides/slide8.xml" ContentType="application/vnd.openxmlformats-officedocument.presentationml.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slides/slide21.xml" ContentType="application/vnd.openxmlformats-officedocument.presentationml.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sldIdLst>
    <p:sldId id="256" r:id="rId2"/>
    <p:sldId id="277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C1CC69-BECF-21CB-F906-7204BECFD282}" v="75" dt="2025-09-19T06:59:56.481"/>
    <p1510:client id="{9E1BD374-2B12-1A4E-375C-13472EB21B92}" v="252" dt="2025-09-19T11:26:43.354"/>
    <p1510:client id="{B865207F-C6B6-BE10-1A48-22758D293014}" v="3" dt="2025-09-19T10:44:36.6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Relationship Id="rId30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thik" userId="S::karthik@devappsys.com::553ba7c5-6cbd-47c3-ad4b-62e90f783592" providerId="AD" clId="Web-{B865207F-C6B6-BE10-1A48-22758D293014}"/>
    <pc:docChg chg="modSld">
      <pc:chgData name="Karthik" userId="S::karthik@devappsys.com::553ba7c5-6cbd-47c3-ad4b-62e90f783592" providerId="AD" clId="Web-{B865207F-C6B6-BE10-1A48-22758D293014}" dt="2025-09-19T10:44:36.617" v="2"/>
      <pc:docMkLst>
        <pc:docMk/>
      </pc:docMkLst>
      <pc:sldChg chg="addSp delSp modSp mod modClrScheme chgLayout">
        <pc:chgData name="Karthik" userId="S::karthik@devappsys.com::553ba7c5-6cbd-47c3-ad4b-62e90f783592" providerId="AD" clId="Web-{B865207F-C6B6-BE10-1A48-22758D293014}" dt="2025-09-19T10:44:36.617" v="2"/>
        <pc:sldMkLst>
          <pc:docMk/>
          <pc:sldMk cId="939962847" sldId="257"/>
        </pc:sldMkLst>
        <pc:spChg chg="add del mod">
          <ac:chgData name="Karthik" userId="S::karthik@devappsys.com::553ba7c5-6cbd-47c3-ad4b-62e90f783592" providerId="AD" clId="Web-{B865207F-C6B6-BE10-1A48-22758D293014}" dt="2025-09-19T10:44:35.382" v="1"/>
          <ac:spMkLst>
            <pc:docMk/>
            <pc:sldMk cId="939962847" sldId="257"/>
            <ac:spMk id="2" creationId="{2D0EA367-3B28-82FD-4294-076FB647AABD}"/>
          </ac:spMkLst>
        </pc:spChg>
        <pc:spChg chg="add del mod">
          <ac:chgData name="Karthik" userId="S::karthik@devappsys.com::553ba7c5-6cbd-47c3-ad4b-62e90f783592" providerId="AD" clId="Web-{B865207F-C6B6-BE10-1A48-22758D293014}" dt="2025-09-19T10:44:35.382" v="1"/>
          <ac:spMkLst>
            <pc:docMk/>
            <pc:sldMk cId="939962847" sldId="257"/>
            <ac:spMk id="3" creationId="{AF01AB98-EE65-7924-8228-68A2626D7F0A}"/>
          </ac:spMkLst>
        </pc:spChg>
        <pc:spChg chg="add">
          <ac:chgData name="Karthik" userId="S::karthik@devappsys.com::553ba7c5-6cbd-47c3-ad4b-62e90f783592" providerId="AD" clId="Web-{B865207F-C6B6-BE10-1A48-22758D293014}" dt="2025-09-19T10:44:36.617" v="2"/>
          <ac:spMkLst>
            <pc:docMk/>
            <pc:sldMk cId="939962847" sldId="257"/>
            <ac:spMk id="4" creationId="{9F63AA5A-E6E1-46DA-AB40-C58233393EDE}"/>
          </ac:spMkLst>
        </pc:spChg>
        <pc:spChg chg="add">
          <ac:chgData name="Karthik" userId="S::karthik@devappsys.com::553ba7c5-6cbd-47c3-ad4b-62e90f783592" providerId="AD" clId="Web-{B865207F-C6B6-BE10-1A48-22758D293014}" dt="2025-09-19T10:44:36.617" v="2"/>
          <ac:spMkLst>
            <pc:docMk/>
            <pc:sldMk cId="939962847" sldId="257"/>
            <ac:spMk id="5" creationId="{A10CCB2A-C7E0-54FA-B73C-B39DD8284BB3}"/>
          </ac:spMkLst>
        </pc:spChg>
        <pc:spChg chg="add">
          <ac:chgData name="Karthik" userId="S::karthik@devappsys.com::553ba7c5-6cbd-47c3-ad4b-62e90f783592" providerId="AD" clId="Web-{B865207F-C6B6-BE10-1A48-22758D293014}" dt="2025-09-19T10:44:36.617" v="2"/>
          <ac:spMkLst>
            <pc:docMk/>
            <pc:sldMk cId="939962847" sldId="257"/>
            <ac:spMk id="6" creationId="{4553EFD5-25B7-C51B-38F1-4E468DCCABB9}"/>
          </ac:spMkLst>
        </pc:spChg>
        <pc:spChg chg="add">
          <ac:chgData name="Karthik" userId="S::karthik@devappsys.com::553ba7c5-6cbd-47c3-ad4b-62e90f783592" providerId="AD" clId="Web-{B865207F-C6B6-BE10-1A48-22758D293014}" dt="2025-09-19T10:44:36.617" v="2"/>
          <ac:spMkLst>
            <pc:docMk/>
            <pc:sldMk cId="939962847" sldId="257"/>
            <ac:spMk id="8" creationId="{4AFD1719-8FB4-EEE0-7A6A-A066AA0DB56D}"/>
          </ac:spMkLst>
        </pc:spChg>
        <pc:spChg chg="add">
          <ac:chgData name="Karthik" userId="S::karthik@devappsys.com::553ba7c5-6cbd-47c3-ad4b-62e90f783592" providerId="AD" clId="Web-{B865207F-C6B6-BE10-1A48-22758D293014}" dt="2025-09-19T10:44:36.617" v="2"/>
          <ac:spMkLst>
            <pc:docMk/>
            <pc:sldMk cId="939962847" sldId="257"/>
            <ac:spMk id="9" creationId="{6E60389F-25DC-1EC0-EE64-FEB10F76CF72}"/>
          </ac:spMkLst>
        </pc:spChg>
        <pc:picChg chg="add">
          <ac:chgData name="Karthik" userId="S::karthik@devappsys.com::553ba7c5-6cbd-47c3-ad4b-62e90f783592" providerId="AD" clId="Web-{B865207F-C6B6-BE10-1A48-22758D293014}" dt="2025-09-19T10:44:36.617" v="2"/>
          <ac:picMkLst>
            <pc:docMk/>
            <pc:sldMk cId="939962847" sldId="257"/>
            <ac:picMk id="7" creationId="{0E5FE103-9E2C-5767-EC5A-B87D9A4DD7F2}"/>
          </ac:picMkLst>
        </pc:picChg>
      </pc:sldChg>
    </pc:docChg>
  </pc:docChgLst>
  <pc:docChgLst>
    <pc:chgData name="Karthik" userId="S::karthik@devappsys.com::553ba7c5-6cbd-47c3-ad4b-62e90f783592" providerId="AD" clId="Web-{53C1CC69-BECF-21CB-F906-7204BECFD282}"/>
    <pc:docChg chg="addSld modSld">
      <pc:chgData name="Karthik" userId="S::karthik@devappsys.com::553ba7c5-6cbd-47c3-ad4b-62e90f783592" providerId="AD" clId="Web-{53C1CC69-BECF-21CB-F906-7204BECFD282}" dt="2025-09-19T06:59:56.481" v="81"/>
      <pc:docMkLst>
        <pc:docMk/>
      </pc:docMkLst>
      <pc:sldChg chg="addSp delSp modSp mod modClrScheme chgLayout">
        <pc:chgData name="Karthik" userId="S::karthik@devappsys.com::553ba7c5-6cbd-47c3-ad4b-62e90f783592" providerId="AD" clId="Web-{53C1CC69-BECF-21CB-F906-7204BECFD282}" dt="2025-09-19T06:58:34.823" v="71" actId="20577"/>
        <pc:sldMkLst>
          <pc:docMk/>
          <pc:sldMk cId="109857222" sldId="256"/>
        </pc:sldMkLst>
        <pc:spChg chg="del">
          <ac:chgData name="Karthik" userId="S::karthik@devappsys.com::553ba7c5-6cbd-47c3-ad4b-62e90f783592" providerId="AD" clId="Web-{53C1CC69-BECF-21CB-F906-7204BECFD282}" dt="2025-09-19T06:53:20.410" v="0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Karthik" userId="S::karthik@devappsys.com::553ba7c5-6cbd-47c3-ad4b-62e90f783592" providerId="AD" clId="Web-{53C1CC69-BECF-21CB-F906-7204BECFD282}" dt="2025-09-19T06:53:20.410" v="0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Karthik" userId="S::karthik@devappsys.com::553ba7c5-6cbd-47c3-ad4b-62e90f783592" providerId="AD" clId="Web-{53C1CC69-BECF-21CB-F906-7204BECFD282}" dt="2025-09-19T06:53:22.175" v="1"/>
          <ac:spMkLst>
            <pc:docMk/>
            <pc:sldMk cId="109857222" sldId="256"/>
            <ac:spMk id="4" creationId="{6DBF50F6-DD88-4D9F-B7D3-79B989980940}"/>
          </ac:spMkLst>
        </pc:spChg>
        <pc:spChg chg="add">
          <ac:chgData name="Karthik" userId="S::karthik@devappsys.com::553ba7c5-6cbd-47c3-ad4b-62e90f783592" providerId="AD" clId="Web-{53C1CC69-BECF-21CB-F906-7204BECFD282}" dt="2025-09-19T06:53:22.175" v="1"/>
          <ac:spMkLst>
            <pc:docMk/>
            <pc:sldMk cId="109857222" sldId="256"/>
            <ac:spMk id="5" creationId="{916BBDC2-6929-469E-B7C4-A03E77BF94B0}"/>
          </ac:spMkLst>
        </pc:spChg>
        <pc:spChg chg="add mod">
          <ac:chgData name="Karthik" userId="S::karthik@devappsys.com::553ba7c5-6cbd-47c3-ad4b-62e90f783592" providerId="AD" clId="Web-{53C1CC69-BECF-21CB-F906-7204BECFD282}" dt="2025-09-19T06:58:34.823" v="71" actId="20577"/>
          <ac:spMkLst>
            <pc:docMk/>
            <pc:sldMk cId="109857222" sldId="256"/>
            <ac:spMk id="6" creationId="{6911BB26-CED3-4D51-AE79-5CC7ED45F274}"/>
          </ac:spMkLst>
        </pc:spChg>
        <pc:spChg chg="add">
          <ac:chgData name="Karthik" userId="S::karthik@devappsys.com::553ba7c5-6cbd-47c3-ad4b-62e90f783592" providerId="AD" clId="Web-{53C1CC69-BECF-21CB-F906-7204BECFD282}" dt="2025-09-19T06:53:22.175" v="1"/>
          <ac:spMkLst>
            <pc:docMk/>
            <pc:sldMk cId="109857222" sldId="256"/>
            <ac:spMk id="10" creationId="{60202872-FBB0-4F11-BC49-9FB400B212E7}"/>
          </ac:spMkLst>
        </pc:spChg>
        <pc:spChg chg="add">
          <ac:chgData name="Karthik" userId="S::karthik@devappsys.com::553ba7c5-6cbd-47c3-ad4b-62e90f783592" providerId="AD" clId="Web-{53C1CC69-BECF-21CB-F906-7204BECFD282}" dt="2025-09-19T06:53:22.175" v="1"/>
          <ac:spMkLst>
            <pc:docMk/>
            <pc:sldMk cId="109857222" sldId="256"/>
            <ac:spMk id="11" creationId="{0DEB2F40-D411-4D44-9638-AE0342C7F813}"/>
          </ac:spMkLst>
        </pc:spChg>
        <pc:spChg chg="add">
          <ac:chgData name="Karthik" userId="S::karthik@devappsys.com::553ba7c5-6cbd-47c3-ad4b-62e90f783592" providerId="AD" clId="Web-{53C1CC69-BECF-21CB-F906-7204BECFD282}" dt="2025-09-19T06:53:22.175" v="1"/>
          <ac:spMkLst>
            <pc:docMk/>
            <pc:sldMk cId="109857222" sldId="256"/>
            <ac:spMk id="13" creationId="{178739A9-E67C-40E5-9468-0A68AEC54E76}"/>
          </ac:spMkLst>
        </pc:spChg>
        <pc:spChg chg="add">
          <ac:chgData name="Karthik" userId="S::karthik@devappsys.com::553ba7c5-6cbd-47c3-ad4b-62e90f783592" providerId="AD" clId="Web-{53C1CC69-BECF-21CB-F906-7204BECFD282}" dt="2025-09-19T06:53:22.175" v="1"/>
          <ac:spMkLst>
            <pc:docMk/>
            <pc:sldMk cId="109857222" sldId="256"/>
            <ac:spMk id="14" creationId="{C90B0F8D-9E81-4DE8-95D5-1A26E9390D8D}"/>
          </ac:spMkLst>
        </pc:spChg>
        <pc:spChg chg="add">
          <ac:chgData name="Karthik" userId="S::karthik@devappsys.com::553ba7c5-6cbd-47c3-ad4b-62e90f783592" providerId="AD" clId="Web-{53C1CC69-BECF-21CB-F906-7204BECFD282}" dt="2025-09-19T06:53:22.175" v="1"/>
          <ac:spMkLst>
            <pc:docMk/>
            <pc:sldMk cId="109857222" sldId="256"/>
            <ac:spMk id="15" creationId="{830BA43A-83E9-4C67-92A6-F247FB3700A4}"/>
          </ac:spMkLst>
        </pc:spChg>
        <pc:spChg chg="add">
          <ac:chgData name="Karthik" userId="S::karthik@devappsys.com::553ba7c5-6cbd-47c3-ad4b-62e90f783592" providerId="AD" clId="Web-{53C1CC69-BECF-21CB-F906-7204BECFD282}" dt="2025-09-19T06:53:22.175" v="1"/>
          <ac:spMkLst>
            <pc:docMk/>
            <pc:sldMk cId="109857222" sldId="256"/>
            <ac:spMk id="16" creationId="{92F3A0CC-EBFE-405D-B0C0-27DE361ED523}"/>
          </ac:spMkLst>
        </pc:spChg>
        <pc:spChg chg="add">
          <ac:chgData name="Karthik" userId="S::karthik@devappsys.com::553ba7c5-6cbd-47c3-ad4b-62e90f783592" providerId="AD" clId="Web-{53C1CC69-BECF-21CB-F906-7204BECFD282}" dt="2025-09-19T06:53:22.175" v="1"/>
          <ac:spMkLst>
            <pc:docMk/>
            <pc:sldMk cId="109857222" sldId="256"/>
            <ac:spMk id="17" creationId="{DF2E853E-B55A-4FFD-B90E-6FB4F31BD5EE}"/>
          </ac:spMkLst>
        </pc:spChg>
      </pc:sldChg>
      <pc:sldChg chg="addSp delSp modSp new mod modClrScheme chgLayout">
        <pc:chgData name="Karthik" userId="S::karthik@devappsys.com::553ba7c5-6cbd-47c3-ad4b-62e90f783592" providerId="AD" clId="Web-{53C1CC69-BECF-21CB-F906-7204BECFD282}" dt="2025-09-19T06:59:56.481" v="81"/>
        <pc:sldMkLst>
          <pc:docMk/>
          <pc:sldMk cId="939962847" sldId="257"/>
        </pc:sldMkLst>
        <pc:spChg chg="add del mod ord">
          <ac:chgData name="Karthik" userId="S::karthik@devappsys.com::553ba7c5-6cbd-47c3-ad4b-62e90f783592" providerId="AD" clId="Web-{53C1CC69-BECF-21CB-F906-7204BECFD282}" dt="2025-09-19T06:59:38.824" v="79"/>
          <ac:spMkLst>
            <pc:docMk/>
            <pc:sldMk cId="939962847" sldId="257"/>
            <ac:spMk id="2" creationId="{5A6FE06A-6701-DA14-CBC1-E00AFC0C4190}"/>
          </ac:spMkLst>
        </pc:spChg>
        <pc:spChg chg="add del mod">
          <ac:chgData name="Karthik" userId="S::karthik@devappsys.com::553ba7c5-6cbd-47c3-ad4b-62e90f783592" providerId="AD" clId="Web-{53C1CC69-BECF-21CB-F906-7204BECFD282}" dt="2025-09-19T06:59:32.090" v="77"/>
          <ac:spMkLst>
            <pc:docMk/>
            <pc:sldMk cId="939962847" sldId="257"/>
            <ac:spMk id="3" creationId="{22833103-1042-A516-CACE-A33E16ABB419}"/>
          </ac:spMkLst>
        </pc:spChg>
        <pc:spChg chg="add del">
          <ac:chgData name="Karthik" userId="S::karthik@devappsys.com::553ba7c5-6cbd-47c3-ad4b-62e90f783592" providerId="AD" clId="Web-{53C1CC69-BECF-21CB-F906-7204BECFD282}" dt="2025-09-19T06:59:56.481" v="81"/>
          <ac:spMkLst>
            <pc:docMk/>
            <pc:sldMk cId="939962847" sldId="257"/>
            <ac:spMk id="4" creationId="{9F63AA5A-E6E1-46DA-AB40-C58233393EDE}"/>
          </ac:spMkLst>
        </pc:spChg>
        <pc:spChg chg="add del">
          <ac:chgData name="Karthik" userId="S::karthik@devappsys.com::553ba7c5-6cbd-47c3-ad4b-62e90f783592" providerId="AD" clId="Web-{53C1CC69-BECF-21CB-F906-7204BECFD282}" dt="2025-09-19T06:59:56.481" v="81"/>
          <ac:spMkLst>
            <pc:docMk/>
            <pc:sldMk cId="939962847" sldId="257"/>
            <ac:spMk id="5" creationId="{A10CCB2A-C7E0-54FA-B73C-B39DD8284BB3}"/>
          </ac:spMkLst>
        </pc:spChg>
        <pc:spChg chg="add del">
          <ac:chgData name="Karthik" userId="S::karthik@devappsys.com::553ba7c5-6cbd-47c3-ad4b-62e90f783592" providerId="AD" clId="Web-{53C1CC69-BECF-21CB-F906-7204BECFD282}" dt="2025-09-19T06:59:56.481" v="81"/>
          <ac:spMkLst>
            <pc:docMk/>
            <pc:sldMk cId="939962847" sldId="257"/>
            <ac:spMk id="6" creationId="{4553EFD5-25B7-C51B-38F1-4E468DCCABB9}"/>
          </ac:spMkLst>
        </pc:spChg>
        <pc:spChg chg="add del">
          <ac:chgData name="Karthik" userId="S::karthik@devappsys.com::553ba7c5-6cbd-47c3-ad4b-62e90f783592" providerId="AD" clId="Web-{53C1CC69-BECF-21CB-F906-7204BECFD282}" dt="2025-09-19T06:59:56.481" v="81"/>
          <ac:spMkLst>
            <pc:docMk/>
            <pc:sldMk cId="939962847" sldId="257"/>
            <ac:spMk id="8" creationId="{4AFD1719-8FB4-EEE0-7A6A-A066AA0DB56D}"/>
          </ac:spMkLst>
        </pc:spChg>
        <pc:spChg chg="add del">
          <ac:chgData name="Karthik" userId="S::karthik@devappsys.com::553ba7c5-6cbd-47c3-ad4b-62e90f783592" providerId="AD" clId="Web-{53C1CC69-BECF-21CB-F906-7204BECFD282}" dt="2025-09-19T06:59:56.481" v="81"/>
          <ac:spMkLst>
            <pc:docMk/>
            <pc:sldMk cId="939962847" sldId="257"/>
            <ac:spMk id="9" creationId="{6E60389F-25DC-1EC0-EE64-FEB10F76CF72}"/>
          </ac:spMkLst>
        </pc:spChg>
        <pc:picChg chg="add del">
          <ac:chgData name="Karthik" userId="S::karthik@devappsys.com::553ba7c5-6cbd-47c3-ad4b-62e90f783592" providerId="AD" clId="Web-{53C1CC69-BECF-21CB-F906-7204BECFD282}" dt="2025-09-19T06:59:56.481" v="81"/>
          <ac:picMkLst>
            <pc:docMk/>
            <pc:sldMk cId="939962847" sldId="257"/>
            <ac:picMk id="7" creationId="{0E5FE103-9E2C-5767-EC5A-B87D9A4DD7F2}"/>
          </ac:picMkLst>
        </pc:picChg>
      </pc:sldChg>
    </pc:docChg>
  </pc:docChgLst>
  <pc:docChgLst>
    <pc:chgData name="Karthik" userId="S::karthik@devappsys.com::553ba7c5-6cbd-47c3-ad4b-62e90f783592" providerId="AD" clId="Web-{9E1BD374-2B12-1A4E-375C-13472EB21B92}"/>
    <pc:docChg chg="mod addSld delSld modSld sldOrd modMainMaster">
      <pc:chgData name="Karthik" userId="S::karthik@devappsys.com::553ba7c5-6cbd-47c3-ad4b-62e90f783592" providerId="AD" clId="Web-{9E1BD374-2B12-1A4E-375C-13472EB21B92}" dt="2025-09-19T11:26:43.511" v="248"/>
      <pc:docMkLst>
        <pc:docMk/>
      </pc:docMkLst>
      <pc:sldChg chg="addSp modSp">
        <pc:chgData name="Karthik" userId="S::karthik@devappsys.com::553ba7c5-6cbd-47c3-ad4b-62e90f783592" providerId="AD" clId="Web-{9E1BD374-2B12-1A4E-375C-13472EB21B92}" dt="2025-09-19T11:05:01.384" v="149"/>
        <pc:sldMkLst>
          <pc:docMk/>
          <pc:sldMk cId="109857222" sldId="256"/>
        </pc:sldMkLst>
        <pc:spChg chg="add mod">
          <ac:chgData name="Karthik" userId="S::karthik@devappsys.com::553ba7c5-6cbd-47c3-ad4b-62e90f783592" providerId="AD" clId="Web-{9E1BD374-2B12-1A4E-375C-13472EB21B92}" dt="2025-09-19T11:05:01.384" v="149"/>
          <ac:spMkLst>
            <pc:docMk/>
            <pc:sldMk cId="109857222" sldId="256"/>
            <ac:spMk id="2" creationId="{F71E19FA-3484-8321-4DCB-41EC835B136A}"/>
          </ac:spMkLst>
        </pc:spChg>
        <pc:spChg chg="add mod">
          <ac:chgData name="Karthik" userId="S::karthik@devappsys.com::553ba7c5-6cbd-47c3-ad4b-62e90f783592" providerId="AD" clId="Web-{9E1BD374-2B12-1A4E-375C-13472EB21B92}" dt="2025-09-19T11:05:01.384" v="149"/>
          <ac:spMkLst>
            <pc:docMk/>
            <pc:sldMk cId="109857222" sldId="256"/>
            <ac:spMk id="3" creationId="{A0CB956F-0059-7E6B-C83D-A9EB0FAF5903}"/>
          </ac:spMkLst>
        </pc:spChg>
      </pc:sldChg>
      <pc:sldChg chg="addSp delSp modSp">
        <pc:chgData name="Karthik" userId="S::karthik@devappsys.com::553ba7c5-6cbd-47c3-ad4b-62e90f783592" providerId="AD" clId="Web-{9E1BD374-2B12-1A4E-375C-13472EB21B92}" dt="2025-09-19T11:06:41.666" v="165"/>
        <pc:sldMkLst>
          <pc:docMk/>
          <pc:sldMk cId="939962847" sldId="257"/>
        </pc:sldMkLst>
        <pc:spChg chg="add del mod">
          <ac:chgData name="Karthik" userId="S::karthik@devappsys.com::553ba7c5-6cbd-47c3-ad4b-62e90f783592" providerId="AD" clId="Web-{9E1BD374-2B12-1A4E-375C-13472EB21B92}" dt="2025-09-19T11:06:38.619" v="164"/>
          <ac:spMkLst>
            <pc:docMk/>
            <pc:sldMk cId="939962847" sldId="257"/>
            <ac:spMk id="2" creationId="{17E29B16-E37A-A017-2B95-DCB643A08E41}"/>
          </ac:spMkLst>
        </pc:spChg>
        <pc:spChg chg="add del mod">
          <ac:chgData name="Karthik" userId="S::karthik@devappsys.com::553ba7c5-6cbd-47c3-ad4b-62e90f783592" providerId="AD" clId="Web-{9E1BD374-2B12-1A4E-375C-13472EB21B92}" dt="2025-09-19T11:06:41.666" v="165"/>
          <ac:spMkLst>
            <pc:docMk/>
            <pc:sldMk cId="939962847" sldId="257"/>
            <ac:spMk id="3" creationId="{80560178-2B40-041E-FDC3-197EF508DCF1}"/>
          </ac:spMkLst>
        </pc:spChg>
      </pc:sldChg>
      <pc:sldChg chg="addSp delSp modSp new">
        <pc:chgData name="Karthik" userId="S::karthik@devappsys.com::553ba7c5-6cbd-47c3-ad4b-62e90f783592" providerId="AD" clId="Web-{9E1BD374-2B12-1A4E-375C-13472EB21B92}" dt="2025-09-19T11:05:17.462" v="151"/>
        <pc:sldMkLst>
          <pc:docMk/>
          <pc:sldMk cId="829530804" sldId="258"/>
        </pc:sldMkLst>
        <pc:spChg chg="add">
          <ac:chgData name="Karthik" userId="S::karthik@devappsys.com::553ba7c5-6cbd-47c3-ad4b-62e90f783592" providerId="AD" clId="Web-{9E1BD374-2B12-1A4E-375C-13472EB21B92}" dt="2025-09-19T10:46:54.116" v="1"/>
          <ac:spMkLst>
            <pc:docMk/>
            <pc:sldMk cId="829530804" sldId="258"/>
            <ac:spMk id="2" creationId="{5D3E2EEE-5E2B-473D-B932-CC1CB66592CD}"/>
          </ac:spMkLst>
        </pc:spChg>
        <pc:spChg chg="add">
          <ac:chgData name="Karthik" userId="S::karthik@devappsys.com::553ba7c5-6cbd-47c3-ad4b-62e90f783592" providerId="AD" clId="Web-{9E1BD374-2B12-1A4E-375C-13472EB21B92}" dt="2025-09-19T10:46:54.116" v="1"/>
          <ac:spMkLst>
            <pc:docMk/>
            <pc:sldMk cId="829530804" sldId="258"/>
            <ac:spMk id="3" creationId="{E5838067-C831-CD7F-7FD4-1EDF9545B3B8}"/>
          </ac:spMkLst>
        </pc:spChg>
        <pc:spChg chg="add">
          <ac:chgData name="Karthik" userId="S::karthik@devappsys.com::553ba7c5-6cbd-47c3-ad4b-62e90f783592" providerId="AD" clId="Web-{9E1BD374-2B12-1A4E-375C-13472EB21B92}" dt="2025-09-19T10:46:54.116" v="1"/>
          <ac:spMkLst>
            <pc:docMk/>
            <pc:sldMk cId="829530804" sldId="258"/>
            <ac:spMk id="4" creationId="{FD11AC0E-D75C-7453-405D-51033CBFD88F}"/>
          </ac:spMkLst>
        </pc:spChg>
        <pc:spChg chg="add">
          <ac:chgData name="Karthik" userId="S::karthik@devappsys.com::553ba7c5-6cbd-47c3-ad4b-62e90f783592" providerId="AD" clId="Web-{9E1BD374-2B12-1A4E-375C-13472EB21B92}" dt="2025-09-19T10:46:54.116" v="1"/>
          <ac:spMkLst>
            <pc:docMk/>
            <pc:sldMk cId="829530804" sldId="258"/>
            <ac:spMk id="5" creationId="{5CB85159-7E83-E8F9-CF5F-9923B5CFD44B}"/>
          </ac:spMkLst>
        </pc:spChg>
        <pc:spChg chg="add del mod">
          <ac:chgData name="Karthik" userId="S::karthik@devappsys.com::553ba7c5-6cbd-47c3-ad4b-62e90f783592" providerId="AD" clId="Web-{9E1BD374-2B12-1A4E-375C-13472EB21B92}" dt="2025-09-19T11:05:17.462" v="151"/>
          <ac:spMkLst>
            <pc:docMk/>
            <pc:sldMk cId="829530804" sldId="258"/>
            <ac:spMk id="23" creationId="{A9B7AB37-36EE-DB5B-8646-5EFCC6033EF5}"/>
          </ac:spMkLst>
        </pc:spChg>
        <pc:spChg chg="add mod">
          <ac:chgData name="Karthik" userId="S::karthik@devappsys.com::553ba7c5-6cbd-47c3-ad4b-62e90f783592" providerId="AD" clId="Web-{9E1BD374-2B12-1A4E-375C-13472EB21B92}" dt="2025-09-19T11:05:01.384" v="149"/>
          <ac:spMkLst>
            <pc:docMk/>
            <pc:sldMk cId="829530804" sldId="258"/>
            <ac:spMk id="24" creationId="{59CAABCD-E789-3B5E-4C1D-46132ED602AC}"/>
          </ac:spMkLst>
        </pc:spChg>
        <pc:graphicFrameChg chg="add">
          <ac:chgData name="Karthik" userId="S::karthik@devappsys.com::553ba7c5-6cbd-47c3-ad4b-62e90f783592" providerId="AD" clId="Web-{9E1BD374-2B12-1A4E-375C-13472EB21B92}" dt="2025-09-19T10:46:54.116" v="1"/>
          <ac:graphicFrameMkLst>
            <pc:docMk/>
            <pc:sldMk cId="829530804" sldId="258"/>
            <ac:graphicFrameMk id="6" creationId="{F10BCC02-EC17-2130-DFA1-017E400575E5}"/>
          </ac:graphicFrameMkLst>
        </pc:graphicFrameChg>
      </pc:sldChg>
      <pc:sldChg chg="addSp delSp modSp new mod modClrScheme chgLayout">
        <pc:chgData name="Karthik" userId="S::karthik@devappsys.com::553ba7c5-6cbd-47c3-ad4b-62e90f783592" providerId="AD" clId="Web-{9E1BD374-2B12-1A4E-375C-13472EB21B92}" dt="2025-09-19T11:05:01.384" v="149"/>
        <pc:sldMkLst>
          <pc:docMk/>
          <pc:sldMk cId="3723137579" sldId="259"/>
        </pc:sldMkLst>
        <pc:spChg chg="add mod">
          <ac:chgData name="Karthik" userId="S::karthik@devappsys.com::553ba7c5-6cbd-47c3-ad4b-62e90f783592" providerId="AD" clId="Web-{9E1BD374-2B12-1A4E-375C-13472EB21B92}" dt="2025-09-19T11:05:01.384" v="149"/>
          <ac:spMkLst>
            <pc:docMk/>
            <pc:sldMk cId="3723137579" sldId="259"/>
            <ac:spMk id="2" creationId="{93658CDA-79F3-A6E4-79B7-30F66EBB0603}"/>
          </ac:spMkLst>
        </pc:spChg>
        <pc:spChg chg="add del">
          <ac:chgData name="Karthik" userId="S::karthik@devappsys.com::553ba7c5-6cbd-47c3-ad4b-62e90f783592" providerId="AD" clId="Web-{9E1BD374-2B12-1A4E-375C-13472EB21B92}" dt="2025-09-19T10:47:53.227" v="4"/>
          <ac:spMkLst>
            <pc:docMk/>
            <pc:sldMk cId="3723137579" sldId="259"/>
            <ac:spMk id="2" creationId="{B999F7C0-EA0A-5943-082F-45007A6EADED}"/>
          </ac:spMkLst>
        </pc:spChg>
        <pc:spChg chg="add mod">
          <ac:chgData name="Karthik" userId="S::karthik@devappsys.com::553ba7c5-6cbd-47c3-ad4b-62e90f783592" providerId="AD" clId="Web-{9E1BD374-2B12-1A4E-375C-13472EB21B92}" dt="2025-09-19T11:05:01.384" v="149"/>
          <ac:spMkLst>
            <pc:docMk/>
            <pc:sldMk cId="3723137579" sldId="259"/>
            <ac:spMk id="3" creationId="{8EBF2938-A349-852F-C0E3-8A2D70D122F6}"/>
          </ac:spMkLst>
        </pc:spChg>
        <pc:spChg chg="add del">
          <ac:chgData name="Karthik" userId="S::karthik@devappsys.com::553ba7c5-6cbd-47c3-ad4b-62e90f783592" providerId="AD" clId="Web-{9E1BD374-2B12-1A4E-375C-13472EB21B92}" dt="2025-09-19T10:47:53.227" v="4"/>
          <ac:spMkLst>
            <pc:docMk/>
            <pc:sldMk cId="3723137579" sldId="259"/>
            <ac:spMk id="3" creationId="{A765362B-68BD-F54D-D4AD-A990A8380F76}"/>
          </ac:spMkLst>
        </pc:spChg>
        <pc:spChg chg="add del">
          <ac:chgData name="Karthik" userId="S::karthik@devappsys.com::553ba7c5-6cbd-47c3-ad4b-62e90f783592" providerId="AD" clId="Web-{9E1BD374-2B12-1A4E-375C-13472EB21B92}" dt="2025-09-19T10:47:53.227" v="4"/>
          <ac:spMkLst>
            <pc:docMk/>
            <pc:sldMk cId="3723137579" sldId="259"/>
            <ac:spMk id="4" creationId="{4B6C46B4-0108-F8C9-4680-1B23D177F4B2}"/>
          </ac:spMkLst>
        </pc:spChg>
        <pc:spChg chg="add del">
          <ac:chgData name="Karthik" userId="S::karthik@devappsys.com::553ba7c5-6cbd-47c3-ad4b-62e90f783592" providerId="AD" clId="Web-{9E1BD374-2B12-1A4E-375C-13472EB21B92}" dt="2025-09-19T10:48:03.727" v="6"/>
          <ac:spMkLst>
            <pc:docMk/>
            <pc:sldMk cId="3723137579" sldId="259"/>
            <ac:spMk id="5" creationId="{B999F7C0-EA0A-5943-082F-45007A6EADED}"/>
          </ac:spMkLst>
        </pc:spChg>
        <pc:spChg chg="add del">
          <ac:chgData name="Karthik" userId="S::karthik@devappsys.com::553ba7c5-6cbd-47c3-ad4b-62e90f783592" providerId="AD" clId="Web-{9E1BD374-2B12-1A4E-375C-13472EB21B92}" dt="2025-09-19T10:48:03.727" v="6"/>
          <ac:spMkLst>
            <pc:docMk/>
            <pc:sldMk cId="3723137579" sldId="259"/>
            <ac:spMk id="6" creationId="{A765362B-68BD-F54D-D4AD-A990A8380F76}"/>
          </ac:spMkLst>
        </pc:spChg>
        <pc:spChg chg="add del">
          <ac:chgData name="Karthik" userId="S::karthik@devappsys.com::553ba7c5-6cbd-47c3-ad4b-62e90f783592" providerId="AD" clId="Web-{9E1BD374-2B12-1A4E-375C-13472EB21B92}" dt="2025-09-19T10:48:03.727" v="6"/>
          <ac:spMkLst>
            <pc:docMk/>
            <pc:sldMk cId="3723137579" sldId="259"/>
            <ac:spMk id="7" creationId="{4B6C46B4-0108-F8C9-4680-1B23D177F4B2}"/>
          </ac:spMkLst>
        </pc:spChg>
        <pc:spChg chg="add mod">
          <ac:chgData name="Karthik" userId="S::karthik@devappsys.com::553ba7c5-6cbd-47c3-ad4b-62e90f783592" providerId="AD" clId="Web-{9E1BD374-2B12-1A4E-375C-13472EB21B92}" dt="2025-09-19T10:48:25.258" v="10" actId="20577"/>
          <ac:spMkLst>
            <pc:docMk/>
            <pc:sldMk cId="3723137579" sldId="259"/>
            <ac:spMk id="8" creationId="{48682365-816F-3736-AAF3-D0D0BD42688B}"/>
          </ac:spMkLst>
        </pc:spChg>
        <pc:spChg chg="add del mod">
          <ac:chgData name="Karthik" userId="S::karthik@devappsys.com::553ba7c5-6cbd-47c3-ad4b-62e90f783592" providerId="AD" clId="Web-{9E1BD374-2B12-1A4E-375C-13472EB21B92}" dt="2025-09-19T10:48:26.883" v="11"/>
          <ac:spMkLst>
            <pc:docMk/>
            <pc:sldMk cId="3723137579" sldId="259"/>
            <ac:spMk id="9" creationId="{B1D6B434-1BE6-E8C6-341C-C338126F813F}"/>
          </ac:spMkLst>
        </pc:spChg>
        <pc:graphicFrameChg chg="add mod ord modGraphic">
          <ac:chgData name="Karthik" userId="S::karthik@devappsys.com::553ba7c5-6cbd-47c3-ad4b-62e90f783592" providerId="AD" clId="Web-{9E1BD374-2B12-1A4E-375C-13472EB21B92}" dt="2025-09-19T10:48:26.883" v="11"/>
          <ac:graphicFrameMkLst>
            <pc:docMk/>
            <pc:sldMk cId="3723137579" sldId="259"/>
            <ac:graphicFrameMk id="11" creationId="{2793941D-369B-6252-4C12-E56D3AF29773}"/>
          </ac:graphicFrameMkLst>
        </pc:graphicFrameChg>
      </pc:sldChg>
      <pc:sldChg chg="modSp new del">
        <pc:chgData name="Karthik" userId="S::karthik@devappsys.com::553ba7c5-6cbd-47c3-ad4b-62e90f783592" providerId="AD" clId="Web-{9E1BD374-2B12-1A4E-375C-13472EB21B92}" dt="2025-09-19T11:01:20.115" v="137"/>
        <pc:sldMkLst>
          <pc:docMk/>
          <pc:sldMk cId="2006859349" sldId="260"/>
        </pc:sldMkLst>
        <pc:spChg chg="mod">
          <ac:chgData name="Karthik" userId="S::karthik@devappsys.com::553ba7c5-6cbd-47c3-ad4b-62e90f783592" providerId="AD" clId="Web-{9E1BD374-2B12-1A4E-375C-13472EB21B92}" dt="2025-09-19T10:49:22.322" v="29" actId="20577"/>
          <ac:spMkLst>
            <pc:docMk/>
            <pc:sldMk cId="2006859349" sldId="260"/>
            <ac:spMk id="2" creationId="{1FD4D5E8-4DBC-5703-3D0C-B32C2E03ACFD}"/>
          </ac:spMkLst>
        </pc:spChg>
      </pc:sldChg>
      <pc:sldChg chg="addSp delSp modSp new">
        <pc:chgData name="Karthik" userId="S::karthik@devappsys.com::553ba7c5-6cbd-47c3-ad4b-62e90f783592" providerId="AD" clId="Web-{9E1BD374-2B12-1A4E-375C-13472EB21B92}" dt="2025-09-19T11:05:01.384" v="149"/>
        <pc:sldMkLst>
          <pc:docMk/>
          <pc:sldMk cId="4008533812" sldId="261"/>
        </pc:sldMkLst>
        <pc:spChg chg="mod">
          <ac:chgData name="Karthik" userId="S::karthik@devappsys.com::553ba7c5-6cbd-47c3-ad4b-62e90f783592" providerId="AD" clId="Web-{9E1BD374-2B12-1A4E-375C-13472EB21B92}" dt="2025-09-19T10:49:43.744" v="33" actId="20577"/>
          <ac:spMkLst>
            <pc:docMk/>
            <pc:sldMk cId="4008533812" sldId="261"/>
            <ac:spMk id="2" creationId="{A450ADE2-BA8B-169F-AC59-7D2096A5195A}"/>
          </ac:spMkLst>
        </pc:spChg>
        <pc:spChg chg="mod">
          <ac:chgData name="Karthik" userId="S::karthik@devappsys.com::553ba7c5-6cbd-47c3-ad4b-62e90f783592" providerId="AD" clId="Web-{9E1BD374-2B12-1A4E-375C-13472EB21B92}" dt="2025-09-19T10:50:31.167" v="42" actId="20577"/>
          <ac:spMkLst>
            <pc:docMk/>
            <pc:sldMk cId="4008533812" sldId="261"/>
            <ac:spMk id="3" creationId="{6500529F-34A8-7666-2228-9EC834EA6059}"/>
          </ac:spMkLst>
        </pc:spChg>
        <pc:spChg chg="add mod">
          <ac:chgData name="Karthik" userId="S::karthik@devappsys.com::553ba7c5-6cbd-47c3-ad4b-62e90f783592" providerId="AD" clId="Web-{9E1BD374-2B12-1A4E-375C-13472EB21B92}" dt="2025-09-19T11:05:01.384" v="149"/>
          <ac:spMkLst>
            <pc:docMk/>
            <pc:sldMk cId="4008533812" sldId="261"/>
            <ac:spMk id="11" creationId="{E2CE8766-9B3F-6754-40B8-D3E2B4EDB5BA}"/>
          </ac:spMkLst>
        </pc:spChg>
        <pc:spChg chg="add mod">
          <ac:chgData name="Karthik" userId="S::karthik@devappsys.com::553ba7c5-6cbd-47c3-ad4b-62e90f783592" providerId="AD" clId="Web-{9E1BD374-2B12-1A4E-375C-13472EB21B92}" dt="2025-09-19T11:05:01.384" v="149"/>
          <ac:spMkLst>
            <pc:docMk/>
            <pc:sldMk cId="4008533812" sldId="261"/>
            <ac:spMk id="12" creationId="{4C24DCCC-3974-CF01-7745-7DA73E5985A6}"/>
          </ac:spMkLst>
        </pc:spChg>
        <pc:graphicFrameChg chg="add del">
          <ac:chgData name="Karthik" userId="S::karthik@devappsys.com::553ba7c5-6cbd-47c3-ad4b-62e90f783592" providerId="AD" clId="Web-{9E1BD374-2B12-1A4E-375C-13472EB21B92}" dt="2025-09-19T10:49:52.822" v="35"/>
          <ac:graphicFrameMkLst>
            <pc:docMk/>
            <pc:sldMk cId="4008533812" sldId="261"/>
            <ac:graphicFrameMk id="4" creationId="{604861B3-F773-25D4-EB76-06D98F2555FE}"/>
          </ac:graphicFrameMkLst>
        </pc:graphicFrameChg>
        <pc:graphicFrameChg chg="add del">
          <ac:chgData name="Karthik" userId="S::karthik@devappsys.com::553ba7c5-6cbd-47c3-ad4b-62e90f783592" providerId="AD" clId="Web-{9E1BD374-2B12-1A4E-375C-13472EB21B92}" dt="2025-09-19T10:50:03.182" v="37"/>
          <ac:graphicFrameMkLst>
            <pc:docMk/>
            <pc:sldMk cId="4008533812" sldId="261"/>
            <ac:graphicFrameMk id="12" creationId="{95F34D1B-4613-9DA1-ED9B-11B366B6D809}"/>
          </ac:graphicFrameMkLst>
        </pc:graphicFrameChg>
        <pc:graphicFrameChg chg="add del">
          <ac:chgData name="Karthik" userId="S::karthik@devappsys.com::553ba7c5-6cbd-47c3-ad4b-62e90f783592" providerId="AD" clId="Web-{9E1BD374-2B12-1A4E-375C-13472EB21B92}" dt="2025-09-19T10:50:25.526" v="41"/>
          <ac:graphicFrameMkLst>
            <pc:docMk/>
            <pc:sldMk cId="4008533812" sldId="261"/>
            <ac:graphicFrameMk id="20" creationId="{3905E024-37F5-1C50-3A66-D14FA3EA1949}"/>
          </ac:graphicFrameMkLst>
        </pc:graphicFrameChg>
        <pc:graphicFrameChg chg="add">
          <ac:chgData name="Karthik" userId="S::karthik@devappsys.com::553ba7c5-6cbd-47c3-ad4b-62e90f783592" providerId="AD" clId="Web-{9E1BD374-2B12-1A4E-375C-13472EB21B92}" dt="2025-09-19T10:50:32.964" v="43"/>
          <ac:graphicFrameMkLst>
            <pc:docMk/>
            <pc:sldMk cId="4008533812" sldId="261"/>
            <ac:graphicFrameMk id="35" creationId="{FD74C920-0FF0-462A-091C-F2A96594208A}"/>
          </ac:graphicFrameMkLst>
        </pc:graphicFrameChg>
      </pc:sldChg>
      <pc:sldChg chg="addSp delSp modSp new mod modClrScheme chgLayout">
        <pc:chgData name="Karthik" userId="S::karthik@devappsys.com::553ba7c5-6cbd-47c3-ad4b-62e90f783592" providerId="AD" clId="Web-{9E1BD374-2B12-1A4E-375C-13472EB21B92}" dt="2025-09-19T11:05:01.384" v="149"/>
        <pc:sldMkLst>
          <pc:docMk/>
          <pc:sldMk cId="1071058498" sldId="262"/>
        </pc:sldMkLst>
        <pc:spChg chg="add mod">
          <ac:chgData name="Karthik" userId="S::karthik@devappsys.com::553ba7c5-6cbd-47c3-ad4b-62e90f783592" providerId="AD" clId="Web-{9E1BD374-2B12-1A4E-375C-13472EB21B92}" dt="2025-09-19T11:05:01.384" v="149"/>
          <ac:spMkLst>
            <pc:docMk/>
            <pc:sldMk cId="1071058498" sldId="262"/>
            <ac:spMk id="2" creationId="{07032AE9-DAE9-1B02-FC05-3A1EA7943C82}"/>
          </ac:spMkLst>
        </pc:spChg>
        <pc:spChg chg="del">
          <ac:chgData name="Karthik" userId="S::karthik@devappsys.com::553ba7c5-6cbd-47c3-ad4b-62e90f783592" providerId="AD" clId="Web-{9E1BD374-2B12-1A4E-375C-13472EB21B92}" dt="2025-09-19T10:50:55.651" v="45"/>
          <ac:spMkLst>
            <pc:docMk/>
            <pc:sldMk cId="1071058498" sldId="262"/>
            <ac:spMk id="2" creationId="{8EB88FF8-92B5-D15A-5789-9373B43EA152}"/>
          </ac:spMkLst>
        </pc:spChg>
        <pc:spChg chg="add mod">
          <ac:chgData name="Karthik" userId="S::karthik@devappsys.com::553ba7c5-6cbd-47c3-ad4b-62e90f783592" providerId="AD" clId="Web-{9E1BD374-2B12-1A4E-375C-13472EB21B92}" dt="2025-09-19T11:05:01.384" v="149"/>
          <ac:spMkLst>
            <pc:docMk/>
            <pc:sldMk cId="1071058498" sldId="262"/>
            <ac:spMk id="3" creationId="{3D172664-80E8-71AF-47FE-CEE6C623CF88}"/>
          </ac:spMkLst>
        </pc:spChg>
        <pc:spChg chg="del">
          <ac:chgData name="Karthik" userId="S::karthik@devappsys.com::553ba7c5-6cbd-47c3-ad4b-62e90f783592" providerId="AD" clId="Web-{9E1BD374-2B12-1A4E-375C-13472EB21B92}" dt="2025-09-19T10:50:55.651" v="45"/>
          <ac:spMkLst>
            <pc:docMk/>
            <pc:sldMk cId="1071058498" sldId="262"/>
            <ac:spMk id="3" creationId="{C02D11EC-DBC3-8875-1C87-21BCAEE475B8}"/>
          </ac:spMkLst>
        </pc:spChg>
        <pc:picChg chg="add mod">
          <ac:chgData name="Karthik" userId="S::karthik@devappsys.com::553ba7c5-6cbd-47c3-ad4b-62e90f783592" providerId="AD" clId="Web-{9E1BD374-2B12-1A4E-375C-13472EB21B92}" dt="2025-09-19T10:50:57.730" v="46"/>
          <ac:picMkLst>
            <pc:docMk/>
            <pc:sldMk cId="1071058498" sldId="262"/>
            <ac:picMk id="4" creationId="{37B730BC-A762-3CA0-0B27-5A5194774182}"/>
          </ac:picMkLst>
        </pc:picChg>
      </pc:sldChg>
      <pc:sldChg chg="addSp delSp modSp new mod modClrScheme chgLayout">
        <pc:chgData name="Karthik" userId="S::karthik@devappsys.com::553ba7c5-6cbd-47c3-ad4b-62e90f783592" providerId="AD" clId="Web-{9E1BD374-2B12-1A4E-375C-13472EB21B92}" dt="2025-09-19T11:05:01.384" v="149"/>
        <pc:sldMkLst>
          <pc:docMk/>
          <pc:sldMk cId="476931971" sldId="263"/>
        </pc:sldMkLst>
        <pc:spChg chg="add mod">
          <ac:chgData name="Karthik" userId="S::karthik@devappsys.com::553ba7c5-6cbd-47c3-ad4b-62e90f783592" providerId="AD" clId="Web-{9E1BD374-2B12-1A4E-375C-13472EB21B92}" dt="2025-09-19T10:51:32.511" v="51" actId="20577"/>
          <ac:spMkLst>
            <pc:docMk/>
            <pc:sldMk cId="476931971" sldId="263"/>
            <ac:spMk id="2" creationId="{79DE2745-41A2-A02B-F2B4-88A2CA4D56DB}"/>
          </ac:spMkLst>
        </pc:spChg>
        <pc:spChg chg="add del mod">
          <ac:chgData name="Karthik" userId="S::karthik@devappsys.com::553ba7c5-6cbd-47c3-ad4b-62e90f783592" providerId="AD" clId="Web-{9E1BD374-2B12-1A4E-375C-13472EB21B92}" dt="2025-09-19T10:51:52.762" v="66"/>
          <ac:spMkLst>
            <pc:docMk/>
            <pc:sldMk cId="476931971" sldId="263"/>
            <ac:spMk id="3" creationId="{0A282EBA-F465-3353-F7BC-EC527F1B3952}"/>
          </ac:spMkLst>
        </pc:spChg>
        <pc:spChg chg="add mod">
          <ac:chgData name="Karthik" userId="S::karthik@devappsys.com::553ba7c5-6cbd-47c3-ad4b-62e90f783592" providerId="AD" clId="Web-{9E1BD374-2B12-1A4E-375C-13472EB21B92}" dt="2025-09-19T11:05:01.384" v="149"/>
          <ac:spMkLst>
            <pc:docMk/>
            <pc:sldMk cId="476931971" sldId="263"/>
            <ac:spMk id="10" creationId="{81C6D1E9-4B5F-9E8A-64EE-BA1F0F8A2718}"/>
          </ac:spMkLst>
        </pc:spChg>
        <pc:spChg chg="add mod">
          <ac:chgData name="Karthik" userId="S::karthik@devappsys.com::553ba7c5-6cbd-47c3-ad4b-62e90f783592" providerId="AD" clId="Web-{9E1BD374-2B12-1A4E-375C-13472EB21B92}" dt="2025-09-19T11:05:01.384" v="149"/>
          <ac:spMkLst>
            <pc:docMk/>
            <pc:sldMk cId="476931971" sldId="263"/>
            <ac:spMk id="11" creationId="{2A61C106-79AB-B7A1-3C22-495344A052AE}"/>
          </ac:spMkLst>
        </pc:spChg>
        <pc:graphicFrameChg chg="add del">
          <ac:chgData name="Karthik" userId="S::karthik@devappsys.com::553ba7c5-6cbd-47c3-ad4b-62e90f783592" providerId="AD" clId="Web-{9E1BD374-2B12-1A4E-375C-13472EB21B92}" dt="2025-09-19T10:51:35.965" v="53"/>
          <ac:graphicFrameMkLst>
            <pc:docMk/>
            <pc:sldMk cId="476931971" sldId="263"/>
            <ac:graphicFrameMk id="4" creationId="{BAE111B2-CE57-5414-9F9C-459A2ED0939F}"/>
          </ac:graphicFrameMkLst>
        </pc:graphicFrameChg>
        <pc:graphicFrameChg chg="add del">
          <ac:chgData name="Karthik" userId="S::karthik@devappsys.com::553ba7c5-6cbd-47c3-ad4b-62e90f783592" providerId="AD" clId="Web-{9E1BD374-2B12-1A4E-375C-13472EB21B92}" dt="2025-09-19T10:51:47.527" v="63"/>
          <ac:graphicFrameMkLst>
            <pc:docMk/>
            <pc:sldMk cId="476931971" sldId="263"/>
            <ac:graphicFrameMk id="12" creationId="{F0DE09FF-9DD1-D4EA-2972-87690616FADE}"/>
          </ac:graphicFrameMkLst>
        </pc:graphicFrameChg>
        <pc:graphicFrameChg chg="add">
          <ac:chgData name="Karthik" userId="S::karthik@devappsys.com::553ba7c5-6cbd-47c3-ad4b-62e90f783592" providerId="AD" clId="Web-{9E1BD374-2B12-1A4E-375C-13472EB21B92}" dt="2025-09-19T10:51:53.824" v="67"/>
          <ac:graphicFrameMkLst>
            <pc:docMk/>
            <pc:sldMk cId="476931971" sldId="263"/>
            <ac:graphicFrameMk id="20" creationId="{2897FAA7-5609-092B-6DAF-104C992CDE8F}"/>
          </ac:graphicFrameMkLst>
        </pc:graphicFrameChg>
      </pc:sldChg>
      <pc:sldChg chg="addSp delSp modSp new mod modClrScheme chgLayout">
        <pc:chgData name="Karthik" userId="S::karthik@devappsys.com::553ba7c5-6cbd-47c3-ad4b-62e90f783592" providerId="AD" clId="Web-{9E1BD374-2B12-1A4E-375C-13472EB21B92}" dt="2025-09-19T11:05:01.384" v="149"/>
        <pc:sldMkLst>
          <pc:docMk/>
          <pc:sldMk cId="3432099617" sldId="264"/>
        </pc:sldMkLst>
        <pc:spChg chg="del">
          <ac:chgData name="Karthik" userId="S::karthik@devappsys.com::553ba7c5-6cbd-47c3-ad4b-62e90f783592" providerId="AD" clId="Web-{9E1BD374-2B12-1A4E-375C-13472EB21B92}" dt="2025-09-19T10:52:13.262" v="69"/>
          <ac:spMkLst>
            <pc:docMk/>
            <pc:sldMk cId="3432099617" sldId="264"/>
            <ac:spMk id="2" creationId="{5592B1D4-BB2B-6251-B657-99324C419C12}"/>
          </ac:spMkLst>
        </pc:spChg>
        <pc:spChg chg="add mod">
          <ac:chgData name="Karthik" userId="S::karthik@devappsys.com::553ba7c5-6cbd-47c3-ad4b-62e90f783592" providerId="AD" clId="Web-{9E1BD374-2B12-1A4E-375C-13472EB21B92}" dt="2025-09-19T11:05:01.384" v="149"/>
          <ac:spMkLst>
            <pc:docMk/>
            <pc:sldMk cId="3432099617" sldId="264"/>
            <ac:spMk id="2" creationId="{DDFE8F3D-148C-D4C9-1C5F-D0AFA82A57C9}"/>
          </ac:spMkLst>
        </pc:spChg>
        <pc:spChg chg="del">
          <ac:chgData name="Karthik" userId="S::karthik@devappsys.com::553ba7c5-6cbd-47c3-ad4b-62e90f783592" providerId="AD" clId="Web-{9E1BD374-2B12-1A4E-375C-13472EB21B92}" dt="2025-09-19T10:52:13.262" v="69"/>
          <ac:spMkLst>
            <pc:docMk/>
            <pc:sldMk cId="3432099617" sldId="264"/>
            <ac:spMk id="3" creationId="{15DF82E6-6A9B-1DE1-2D3E-8FDA66330DF8}"/>
          </ac:spMkLst>
        </pc:spChg>
        <pc:spChg chg="add mod">
          <ac:chgData name="Karthik" userId="S::karthik@devappsys.com::553ba7c5-6cbd-47c3-ad4b-62e90f783592" providerId="AD" clId="Web-{9E1BD374-2B12-1A4E-375C-13472EB21B92}" dt="2025-09-19T11:05:01.384" v="149"/>
          <ac:spMkLst>
            <pc:docMk/>
            <pc:sldMk cId="3432099617" sldId="264"/>
            <ac:spMk id="3" creationId="{CDB14211-A5E6-5AE0-BD28-32791316088E}"/>
          </ac:spMkLst>
        </pc:spChg>
        <pc:picChg chg="add mod">
          <ac:chgData name="Karthik" userId="S::karthik@devappsys.com::553ba7c5-6cbd-47c3-ad4b-62e90f783592" providerId="AD" clId="Web-{9E1BD374-2B12-1A4E-375C-13472EB21B92}" dt="2025-09-19T10:52:15.387" v="70"/>
          <ac:picMkLst>
            <pc:docMk/>
            <pc:sldMk cId="3432099617" sldId="264"/>
            <ac:picMk id="4" creationId="{549CE119-4134-0D2D-DD83-8E000D193AC7}"/>
          </ac:picMkLst>
        </pc:picChg>
      </pc:sldChg>
      <pc:sldChg chg="addSp modSp new mod modClrScheme chgLayout">
        <pc:chgData name="Karthik" userId="S::karthik@devappsys.com::553ba7c5-6cbd-47c3-ad4b-62e90f783592" providerId="AD" clId="Web-{9E1BD374-2B12-1A4E-375C-13472EB21B92}" dt="2025-09-19T11:05:01.384" v="149"/>
        <pc:sldMkLst>
          <pc:docMk/>
          <pc:sldMk cId="3861827907" sldId="265"/>
        </pc:sldMkLst>
        <pc:spChg chg="add mod">
          <ac:chgData name="Karthik" userId="S::karthik@devappsys.com::553ba7c5-6cbd-47c3-ad4b-62e90f783592" providerId="AD" clId="Web-{9E1BD374-2B12-1A4E-375C-13472EB21B92}" dt="2025-09-19T10:52:55.950" v="80" actId="14100"/>
          <ac:spMkLst>
            <pc:docMk/>
            <pc:sldMk cId="3861827907" sldId="265"/>
            <ac:spMk id="2" creationId="{87DEE219-2D0E-0DAD-F5D1-8521AC9195F0}"/>
          </ac:spMkLst>
        </pc:spChg>
        <pc:spChg chg="add mod">
          <ac:chgData name="Karthik" userId="S::karthik@devappsys.com::553ba7c5-6cbd-47c3-ad4b-62e90f783592" providerId="AD" clId="Web-{9E1BD374-2B12-1A4E-375C-13472EB21B92}" dt="2025-09-19T11:01:37.631" v="140" actId="20577"/>
          <ac:spMkLst>
            <pc:docMk/>
            <pc:sldMk cId="3861827907" sldId="265"/>
            <ac:spMk id="3" creationId="{EA126EC9-65F2-CA42-428A-25AD523A9751}"/>
          </ac:spMkLst>
        </pc:spChg>
        <pc:spChg chg="add mod">
          <ac:chgData name="Karthik" userId="S::karthik@devappsys.com::553ba7c5-6cbd-47c3-ad4b-62e90f783592" providerId="AD" clId="Web-{9E1BD374-2B12-1A4E-375C-13472EB21B92}" dt="2025-09-19T11:05:01.384" v="149"/>
          <ac:spMkLst>
            <pc:docMk/>
            <pc:sldMk cId="3861827907" sldId="265"/>
            <ac:spMk id="4" creationId="{A39D66B4-A855-8BF4-0D8E-C38E01BA68FB}"/>
          </ac:spMkLst>
        </pc:spChg>
        <pc:spChg chg="add mod">
          <ac:chgData name="Karthik" userId="S::karthik@devappsys.com::553ba7c5-6cbd-47c3-ad4b-62e90f783592" providerId="AD" clId="Web-{9E1BD374-2B12-1A4E-375C-13472EB21B92}" dt="2025-09-19T11:05:01.384" v="149"/>
          <ac:spMkLst>
            <pc:docMk/>
            <pc:sldMk cId="3861827907" sldId="265"/>
            <ac:spMk id="5" creationId="{8D420887-16C3-8912-D224-1534D7C7ED3D}"/>
          </ac:spMkLst>
        </pc:spChg>
      </pc:sldChg>
      <pc:sldChg chg="addSp delSp modSp new mod modClrScheme chgLayout">
        <pc:chgData name="Karthik" userId="S::karthik@devappsys.com::553ba7c5-6cbd-47c3-ad4b-62e90f783592" providerId="AD" clId="Web-{9E1BD374-2B12-1A4E-375C-13472EB21B92}" dt="2025-09-19T11:05:01.384" v="149"/>
        <pc:sldMkLst>
          <pc:docMk/>
          <pc:sldMk cId="3450493968" sldId="266"/>
        </pc:sldMkLst>
        <pc:spChg chg="del">
          <ac:chgData name="Karthik" userId="S::karthik@devappsys.com::553ba7c5-6cbd-47c3-ad4b-62e90f783592" providerId="AD" clId="Web-{9E1BD374-2B12-1A4E-375C-13472EB21B92}" dt="2025-09-19T10:53:23.560" v="86"/>
          <ac:spMkLst>
            <pc:docMk/>
            <pc:sldMk cId="3450493968" sldId="266"/>
            <ac:spMk id="2" creationId="{33A36165-16E1-F39D-014B-82BB258E0426}"/>
          </ac:spMkLst>
        </pc:spChg>
        <pc:spChg chg="add mod">
          <ac:chgData name="Karthik" userId="S::karthik@devappsys.com::553ba7c5-6cbd-47c3-ad4b-62e90f783592" providerId="AD" clId="Web-{9E1BD374-2B12-1A4E-375C-13472EB21B92}" dt="2025-09-19T11:05:01.384" v="149"/>
          <ac:spMkLst>
            <pc:docMk/>
            <pc:sldMk cId="3450493968" sldId="266"/>
            <ac:spMk id="2" creationId="{5471A717-29EC-E7A7-B6C0-F2F189A65CC8}"/>
          </ac:spMkLst>
        </pc:spChg>
        <pc:spChg chg="del">
          <ac:chgData name="Karthik" userId="S::karthik@devappsys.com::553ba7c5-6cbd-47c3-ad4b-62e90f783592" providerId="AD" clId="Web-{9E1BD374-2B12-1A4E-375C-13472EB21B92}" dt="2025-09-19T10:53:23.560" v="86"/>
          <ac:spMkLst>
            <pc:docMk/>
            <pc:sldMk cId="3450493968" sldId="266"/>
            <ac:spMk id="3" creationId="{04149E77-8A95-5C98-EF71-F35E2F44371D}"/>
          </ac:spMkLst>
        </pc:spChg>
        <pc:spChg chg="add mod">
          <ac:chgData name="Karthik" userId="S::karthik@devappsys.com::553ba7c5-6cbd-47c3-ad4b-62e90f783592" providerId="AD" clId="Web-{9E1BD374-2B12-1A4E-375C-13472EB21B92}" dt="2025-09-19T11:05:01.384" v="149"/>
          <ac:spMkLst>
            <pc:docMk/>
            <pc:sldMk cId="3450493968" sldId="266"/>
            <ac:spMk id="3" creationId="{2505D4C4-83C5-1A11-E4C3-985FA546953F}"/>
          </ac:spMkLst>
        </pc:spChg>
        <pc:picChg chg="add mod">
          <ac:chgData name="Karthik" userId="S::karthik@devappsys.com::553ba7c5-6cbd-47c3-ad4b-62e90f783592" providerId="AD" clId="Web-{9E1BD374-2B12-1A4E-375C-13472EB21B92}" dt="2025-09-19T10:53:25.200" v="87"/>
          <ac:picMkLst>
            <pc:docMk/>
            <pc:sldMk cId="3450493968" sldId="266"/>
            <ac:picMk id="4" creationId="{89882275-63BB-3028-5F78-021E9869BC76}"/>
          </ac:picMkLst>
        </pc:picChg>
      </pc:sldChg>
      <pc:sldChg chg="addSp modSp new mod modClrScheme chgLayout">
        <pc:chgData name="Karthik" userId="S::karthik@devappsys.com::553ba7c5-6cbd-47c3-ad4b-62e90f783592" providerId="AD" clId="Web-{9E1BD374-2B12-1A4E-375C-13472EB21B92}" dt="2025-09-19T11:05:01.384" v="149"/>
        <pc:sldMkLst>
          <pc:docMk/>
          <pc:sldMk cId="2068246574" sldId="267"/>
        </pc:sldMkLst>
        <pc:spChg chg="add mod">
          <ac:chgData name="Karthik" userId="S::karthik@devappsys.com::553ba7c5-6cbd-47c3-ad4b-62e90f783592" providerId="AD" clId="Web-{9E1BD374-2B12-1A4E-375C-13472EB21B92}" dt="2025-09-19T10:53:53.482" v="92" actId="20577"/>
          <ac:spMkLst>
            <pc:docMk/>
            <pc:sldMk cId="2068246574" sldId="267"/>
            <ac:spMk id="2" creationId="{CE2B5541-951D-C6E5-CFEF-7CB37C8FFA78}"/>
          </ac:spMkLst>
        </pc:spChg>
        <pc:spChg chg="add mod">
          <ac:chgData name="Karthik" userId="S::karthik@devappsys.com::553ba7c5-6cbd-47c3-ad4b-62e90f783592" providerId="AD" clId="Web-{9E1BD374-2B12-1A4E-375C-13472EB21B92}" dt="2025-09-19T10:54:17.388" v="101" actId="14100"/>
          <ac:spMkLst>
            <pc:docMk/>
            <pc:sldMk cId="2068246574" sldId="267"/>
            <ac:spMk id="3" creationId="{6AE9BC15-478D-3B1E-D10F-3DA30CA78321}"/>
          </ac:spMkLst>
        </pc:spChg>
        <pc:spChg chg="add mod">
          <ac:chgData name="Karthik" userId="S::karthik@devappsys.com::553ba7c5-6cbd-47c3-ad4b-62e90f783592" providerId="AD" clId="Web-{9E1BD374-2B12-1A4E-375C-13472EB21B92}" dt="2025-09-19T11:05:01.384" v="149"/>
          <ac:spMkLst>
            <pc:docMk/>
            <pc:sldMk cId="2068246574" sldId="267"/>
            <ac:spMk id="4" creationId="{83311AC1-0BA8-8ED3-88B8-427939D0C005}"/>
          </ac:spMkLst>
        </pc:spChg>
        <pc:spChg chg="add mod">
          <ac:chgData name="Karthik" userId="S::karthik@devappsys.com::553ba7c5-6cbd-47c3-ad4b-62e90f783592" providerId="AD" clId="Web-{9E1BD374-2B12-1A4E-375C-13472EB21B92}" dt="2025-09-19T11:05:01.384" v="149"/>
          <ac:spMkLst>
            <pc:docMk/>
            <pc:sldMk cId="2068246574" sldId="267"/>
            <ac:spMk id="5" creationId="{B12E0022-1C7C-F055-939A-76F671DD1B42}"/>
          </ac:spMkLst>
        </pc:spChg>
      </pc:sldChg>
      <pc:sldChg chg="addSp delSp modSp new mod modClrScheme chgLayout">
        <pc:chgData name="Karthik" userId="S::karthik@devappsys.com::553ba7c5-6cbd-47c3-ad4b-62e90f783592" providerId="AD" clId="Web-{9E1BD374-2B12-1A4E-375C-13472EB21B92}" dt="2025-09-19T11:05:01.384" v="149"/>
        <pc:sldMkLst>
          <pc:docMk/>
          <pc:sldMk cId="1399775895" sldId="268"/>
        </pc:sldMkLst>
        <pc:spChg chg="del">
          <ac:chgData name="Karthik" userId="S::karthik@devappsys.com::553ba7c5-6cbd-47c3-ad4b-62e90f783592" providerId="AD" clId="Web-{9E1BD374-2B12-1A4E-375C-13472EB21B92}" dt="2025-09-19T10:54:31.748" v="103"/>
          <ac:spMkLst>
            <pc:docMk/>
            <pc:sldMk cId="1399775895" sldId="268"/>
            <ac:spMk id="2" creationId="{A2FCB231-C018-44B2-5A73-EA57E2B95B34}"/>
          </ac:spMkLst>
        </pc:spChg>
        <pc:spChg chg="add mod">
          <ac:chgData name="Karthik" userId="S::karthik@devappsys.com::553ba7c5-6cbd-47c3-ad4b-62e90f783592" providerId="AD" clId="Web-{9E1BD374-2B12-1A4E-375C-13472EB21B92}" dt="2025-09-19T11:05:01.384" v="149"/>
          <ac:spMkLst>
            <pc:docMk/>
            <pc:sldMk cId="1399775895" sldId="268"/>
            <ac:spMk id="2" creationId="{AB22BC53-5CC3-D213-DCC8-C061BE5E0A37}"/>
          </ac:spMkLst>
        </pc:spChg>
        <pc:spChg chg="del">
          <ac:chgData name="Karthik" userId="S::karthik@devappsys.com::553ba7c5-6cbd-47c3-ad4b-62e90f783592" providerId="AD" clId="Web-{9E1BD374-2B12-1A4E-375C-13472EB21B92}" dt="2025-09-19T10:54:31.748" v="103"/>
          <ac:spMkLst>
            <pc:docMk/>
            <pc:sldMk cId="1399775895" sldId="268"/>
            <ac:spMk id="3" creationId="{33A134F2-7594-8D3C-946F-8D821B46BCB7}"/>
          </ac:spMkLst>
        </pc:spChg>
        <pc:spChg chg="add mod">
          <ac:chgData name="Karthik" userId="S::karthik@devappsys.com::553ba7c5-6cbd-47c3-ad4b-62e90f783592" providerId="AD" clId="Web-{9E1BD374-2B12-1A4E-375C-13472EB21B92}" dt="2025-09-19T11:05:01.384" v="149"/>
          <ac:spMkLst>
            <pc:docMk/>
            <pc:sldMk cId="1399775895" sldId="268"/>
            <ac:spMk id="3" creationId="{96498C35-36B5-492B-F2B3-094F17A658A0}"/>
          </ac:spMkLst>
        </pc:spChg>
        <pc:picChg chg="add mod">
          <ac:chgData name="Karthik" userId="S::karthik@devappsys.com::553ba7c5-6cbd-47c3-ad4b-62e90f783592" providerId="AD" clId="Web-{9E1BD374-2B12-1A4E-375C-13472EB21B92}" dt="2025-09-19T10:54:33.264" v="104"/>
          <ac:picMkLst>
            <pc:docMk/>
            <pc:sldMk cId="1399775895" sldId="268"/>
            <ac:picMk id="4" creationId="{245FB06A-1D5B-A815-7C67-8AADD8066392}"/>
          </ac:picMkLst>
        </pc:picChg>
      </pc:sldChg>
      <pc:sldChg chg="addSp modSp new mod modClrScheme chgLayout">
        <pc:chgData name="Karthik" userId="S::karthik@devappsys.com::553ba7c5-6cbd-47c3-ad4b-62e90f783592" providerId="AD" clId="Web-{9E1BD374-2B12-1A4E-375C-13472EB21B92}" dt="2025-09-19T11:05:01.384" v="149"/>
        <pc:sldMkLst>
          <pc:docMk/>
          <pc:sldMk cId="2079602215" sldId="269"/>
        </pc:sldMkLst>
        <pc:spChg chg="add mod">
          <ac:chgData name="Karthik" userId="S::karthik@devappsys.com::553ba7c5-6cbd-47c3-ad4b-62e90f783592" providerId="AD" clId="Web-{9E1BD374-2B12-1A4E-375C-13472EB21B92}" dt="2025-09-19T10:55:19.577" v="109" actId="20577"/>
          <ac:spMkLst>
            <pc:docMk/>
            <pc:sldMk cId="2079602215" sldId="269"/>
            <ac:spMk id="2" creationId="{2DCCCADE-F7A5-7082-9D18-E891462A5D3C}"/>
          </ac:spMkLst>
        </pc:spChg>
        <pc:spChg chg="add mod">
          <ac:chgData name="Karthik" userId="S::karthik@devappsys.com::553ba7c5-6cbd-47c3-ad4b-62e90f783592" providerId="AD" clId="Web-{9E1BD374-2B12-1A4E-375C-13472EB21B92}" dt="2025-09-19T10:55:39.312" v="118" actId="20577"/>
          <ac:spMkLst>
            <pc:docMk/>
            <pc:sldMk cId="2079602215" sldId="269"/>
            <ac:spMk id="3" creationId="{C8921866-E0F3-4687-CEDE-E78E4A8BE6BB}"/>
          </ac:spMkLst>
        </pc:spChg>
        <pc:spChg chg="add mod">
          <ac:chgData name="Karthik" userId="S::karthik@devappsys.com::553ba7c5-6cbd-47c3-ad4b-62e90f783592" providerId="AD" clId="Web-{9E1BD374-2B12-1A4E-375C-13472EB21B92}" dt="2025-09-19T11:05:01.384" v="149"/>
          <ac:spMkLst>
            <pc:docMk/>
            <pc:sldMk cId="2079602215" sldId="269"/>
            <ac:spMk id="4" creationId="{F83A9712-947F-A9A1-FADF-8C231CD6E4BD}"/>
          </ac:spMkLst>
        </pc:spChg>
        <pc:spChg chg="add mod">
          <ac:chgData name="Karthik" userId="S::karthik@devappsys.com::553ba7c5-6cbd-47c3-ad4b-62e90f783592" providerId="AD" clId="Web-{9E1BD374-2B12-1A4E-375C-13472EB21B92}" dt="2025-09-19T11:05:01.384" v="149"/>
          <ac:spMkLst>
            <pc:docMk/>
            <pc:sldMk cId="2079602215" sldId="269"/>
            <ac:spMk id="5" creationId="{9BCE879C-DE63-2582-BE95-FA7F783D23D2}"/>
          </ac:spMkLst>
        </pc:spChg>
      </pc:sldChg>
      <pc:sldChg chg="addSp delSp modSp new">
        <pc:chgData name="Karthik" userId="S::karthik@devappsys.com::553ba7c5-6cbd-47c3-ad4b-62e90f783592" providerId="AD" clId="Web-{9E1BD374-2B12-1A4E-375C-13472EB21B92}" dt="2025-09-19T11:05:01.384" v="149"/>
        <pc:sldMkLst>
          <pc:docMk/>
          <pc:sldMk cId="1338856057" sldId="270"/>
        </pc:sldMkLst>
        <pc:spChg chg="mod">
          <ac:chgData name="Karthik" userId="S::karthik@devappsys.com::553ba7c5-6cbd-47c3-ad4b-62e90f783592" providerId="AD" clId="Web-{9E1BD374-2B12-1A4E-375C-13472EB21B92}" dt="2025-09-19T10:55:57.796" v="121" actId="20577"/>
          <ac:spMkLst>
            <pc:docMk/>
            <pc:sldMk cId="1338856057" sldId="270"/>
            <ac:spMk id="2" creationId="{B0204319-D092-AD28-32C1-485854E49C5D}"/>
          </ac:spMkLst>
        </pc:spChg>
        <pc:spChg chg="del">
          <ac:chgData name="Karthik" userId="S::karthik@devappsys.com::553ba7c5-6cbd-47c3-ad4b-62e90f783592" providerId="AD" clId="Web-{9E1BD374-2B12-1A4E-375C-13472EB21B92}" dt="2025-09-19T10:56:08.218" v="122"/>
          <ac:spMkLst>
            <pc:docMk/>
            <pc:sldMk cId="1338856057" sldId="270"/>
            <ac:spMk id="3" creationId="{7C684315-E8A6-CD66-BB80-E81C8825BC2C}"/>
          </ac:spMkLst>
        </pc:spChg>
        <pc:spChg chg="add mod">
          <ac:chgData name="Karthik" userId="S::karthik@devappsys.com::553ba7c5-6cbd-47c3-ad4b-62e90f783592" providerId="AD" clId="Web-{9E1BD374-2B12-1A4E-375C-13472EB21B92}" dt="2025-09-19T11:05:01.384" v="149"/>
          <ac:spMkLst>
            <pc:docMk/>
            <pc:sldMk cId="1338856057" sldId="270"/>
            <ac:spMk id="11" creationId="{0569E09E-751E-0D22-C146-ED87C8CAA37D}"/>
          </ac:spMkLst>
        </pc:spChg>
        <pc:spChg chg="add mod">
          <ac:chgData name="Karthik" userId="S::karthik@devappsys.com::553ba7c5-6cbd-47c3-ad4b-62e90f783592" providerId="AD" clId="Web-{9E1BD374-2B12-1A4E-375C-13472EB21B92}" dt="2025-09-19T11:05:01.384" v="149"/>
          <ac:spMkLst>
            <pc:docMk/>
            <pc:sldMk cId="1338856057" sldId="270"/>
            <ac:spMk id="12" creationId="{028863F1-A978-F763-000D-F4CE556B914D}"/>
          </ac:spMkLst>
        </pc:spChg>
        <pc:graphicFrameChg chg="add">
          <ac:chgData name="Karthik" userId="S::karthik@devappsys.com::553ba7c5-6cbd-47c3-ad4b-62e90f783592" providerId="AD" clId="Web-{9E1BD374-2B12-1A4E-375C-13472EB21B92}" dt="2025-09-19T10:56:22.750" v="123"/>
          <ac:graphicFrameMkLst>
            <pc:docMk/>
            <pc:sldMk cId="1338856057" sldId="270"/>
            <ac:graphicFrameMk id="4" creationId="{12DE7AEC-58DF-D88E-4ADB-F69A6B792509}"/>
          </ac:graphicFrameMkLst>
        </pc:graphicFrameChg>
      </pc:sldChg>
      <pc:sldChg chg="addSp delSp modSp new mod modClrScheme chgLayout">
        <pc:chgData name="Karthik" userId="S::karthik@devappsys.com::553ba7c5-6cbd-47c3-ad4b-62e90f783592" providerId="AD" clId="Web-{9E1BD374-2B12-1A4E-375C-13472EB21B92}" dt="2025-09-19T11:05:38.165" v="153"/>
        <pc:sldMkLst>
          <pc:docMk/>
          <pc:sldMk cId="1833724768" sldId="271"/>
        </pc:sldMkLst>
        <pc:spChg chg="del">
          <ac:chgData name="Karthik" userId="S::karthik@devappsys.com::553ba7c5-6cbd-47c3-ad4b-62e90f783592" providerId="AD" clId="Web-{9E1BD374-2B12-1A4E-375C-13472EB21B92}" dt="2025-09-19T10:57:40.767" v="125"/>
          <ac:spMkLst>
            <pc:docMk/>
            <pc:sldMk cId="1833724768" sldId="271"/>
            <ac:spMk id="2" creationId="{80C6294F-F29A-89E4-4680-9419B66ABC77}"/>
          </ac:spMkLst>
        </pc:spChg>
        <pc:spChg chg="add del mod">
          <ac:chgData name="Karthik" userId="S::karthik@devappsys.com::553ba7c5-6cbd-47c3-ad4b-62e90f783592" providerId="AD" clId="Web-{9E1BD374-2B12-1A4E-375C-13472EB21B92}" dt="2025-09-19T11:05:34.931" v="152"/>
          <ac:spMkLst>
            <pc:docMk/>
            <pc:sldMk cId="1833724768" sldId="271"/>
            <ac:spMk id="2" creationId="{92FF248F-6EC0-393F-811A-E959C964C278}"/>
          </ac:spMkLst>
        </pc:spChg>
        <pc:spChg chg="add del mod">
          <ac:chgData name="Karthik" userId="S::karthik@devappsys.com::553ba7c5-6cbd-47c3-ad4b-62e90f783592" providerId="AD" clId="Web-{9E1BD374-2B12-1A4E-375C-13472EB21B92}" dt="2025-09-19T11:05:38.165" v="153"/>
          <ac:spMkLst>
            <pc:docMk/>
            <pc:sldMk cId="1833724768" sldId="271"/>
            <ac:spMk id="3" creationId="{0B044835-DF3E-5714-D058-FF4C9DEF32A8}"/>
          </ac:spMkLst>
        </pc:spChg>
        <pc:spChg chg="del">
          <ac:chgData name="Karthik" userId="S::karthik@devappsys.com::553ba7c5-6cbd-47c3-ad4b-62e90f783592" providerId="AD" clId="Web-{9E1BD374-2B12-1A4E-375C-13472EB21B92}" dt="2025-09-19T10:57:40.767" v="125"/>
          <ac:spMkLst>
            <pc:docMk/>
            <pc:sldMk cId="1833724768" sldId="271"/>
            <ac:spMk id="3" creationId="{3123F337-B8BF-C5E4-C16B-CC9370CBFE74}"/>
          </ac:spMkLst>
        </pc:spChg>
        <pc:spChg chg="add">
          <ac:chgData name="Karthik" userId="S::karthik@devappsys.com::553ba7c5-6cbd-47c3-ad4b-62e90f783592" providerId="AD" clId="Web-{9E1BD374-2B12-1A4E-375C-13472EB21B92}" dt="2025-09-19T10:57:42.267" v="126"/>
          <ac:spMkLst>
            <pc:docMk/>
            <pc:sldMk cId="1833724768" sldId="271"/>
            <ac:spMk id="4" creationId="{8E81B84C-D166-5882-81A1-8644BA7C6DCA}"/>
          </ac:spMkLst>
        </pc:spChg>
        <pc:spChg chg="add">
          <ac:chgData name="Karthik" userId="S::karthik@devappsys.com::553ba7c5-6cbd-47c3-ad4b-62e90f783592" providerId="AD" clId="Web-{9E1BD374-2B12-1A4E-375C-13472EB21B92}" dt="2025-09-19T10:57:42.267" v="126"/>
          <ac:spMkLst>
            <pc:docMk/>
            <pc:sldMk cId="1833724768" sldId="271"/>
            <ac:spMk id="5" creationId="{14B9F77E-2968-9C99-1E70-B0629AE7E7E0}"/>
          </ac:spMkLst>
        </pc:spChg>
        <pc:spChg chg="add">
          <ac:chgData name="Karthik" userId="S::karthik@devappsys.com::553ba7c5-6cbd-47c3-ad4b-62e90f783592" providerId="AD" clId="Web-{9E1BD374-2B12-1A4E-375C-13472EB21B92}" dt="2025-09-19T10:57:42.267" v="126"/>
          <ac:spMkLst>
            <pc:docMk/>
            <pc:sldMk cId="1833724768" sldId="271"/>
            <ac:spMk id="6" creationId="{CE210BA4-8786-412E-FD3B-80B4CF3FBE06}"/>
          </ac:spMkLst>
        </pc:spChg>
        <pc:spChg chg="add">
          <ac:chgData name="Karthik" userId="S::karthik@devappsys.com::553ba7c5-6cbd-47c3-ad4b-62e90f783592" providerId="AD" clId="Web-{9E1BD374-2B12-1A4E-375C-13472EB21B92}" dt="2025-09-19T10:57:42.267" v="126"/>
          <ac:spMkLst>
            <pc:docMk/>
            <pc:sldMk cId="1833724768" sldId="271"/>
            <ac:spMk id="7" creationId="{669FC7E0-F8C1-76F2-6307-53CE44CE9410}"/>
          </ac:spMkLst>
        </pc:spChg>
      </pc:sldChg>
      <pc:sldChg chg="addSp delSp modSp new">
        <pc:chgData name="Karthik" userId="S::karthik@devappsys.com::553ba7c5-6cbd-47c3-ad4b-62e90f783592" providerId="AD" clId="Web-{9E1BD374-2B12-1A4E-375C-13472EB21B92}" dt="2025-09-19T11:05:49.618" v="155"/>
        <pc:sldMkLst>
          <pc:docMk/>
          <pc:sldMk cId="2423440502" sldId="272"/>
        </pc:sldMkLst>
        <pc:spChg chg="add">
          <ac:chgData name="Karthik" userId="S::karthik@devappsys.com::553ba7c5-6cbd-47c3-ad4b-62e90f783592" providerId="AD" clId="Web-{9E1BD374-2B12-1A4E-375C-13472EB21B92}" dt="2025-09-19T10:59:04.065" v="128"/>
          <ac:spMkLst>
            <pc:docMk/>
            <pc:sldMk cId="2423440502" sldId="272"/>
            <ac:spMk id="2" creationId="{7BF52DB1-F212-4D74-D34D-4544AD85B221}"/>
          </ac:spMkLst>
        </pc:spChg>
        <pc:spChg chg="add">
          <ac:chgData name="Karthik" userId="S::karthik@devappsys.com::553ba7c5-6cbd-47c3-ad4b-62e90f783592" providerId="AD" clId="Web-{9E1BD374-2B12-1A4E-375C-13472EB21B92}" dt="2025-09-19T10:59:04.065" v="128"/>
          <ac:spMkLst>
            <pc:docMk/>
            <pc:sldMk cId="2423440502" sldId="272"/>
            <ac:spMk id="3" creationId="{9BE1B6A4-CAEA-6276-C8E7-B0B30F80C9D2}"/>
          </ac:spMkLst>
        </pc:spChg>
        <pc:spChg chg="add">
          <ac:chgData name="Karthik" userId="S::karthik@devappsys.com::553ba7c5-6cbd-47c3-ad4b-62e90f783592" providerId="AD" clId="Web-{9E1BD374-2B12-1A4E-375C-13472EB21B92}" dt="2025-09-19T10:59:04.065" v="128"/>
          <ac:spMkLst>
            <pc:docMk/>
            <pc:sldMk cId="2423440502" sldId="272"/>
            <ac:spMk id="4" creationId="{5CB359FA-6712-7CE0-CAAC-EA25D9D0D24C}"/>
          </ac:spMkLst>
        </pc:spChg>
        <pc:spChg chg="add">
          <ac:chgData name="Karthik" userId="S::karthik@devappsys.com::553ba7c5-6cbd-47c3-ad4b-62e90f783592" providerId="AD" clId="Web-{9E1BD374-2B12-1A4E-375C-13472EB21B92}" dt="2025-09-19T10:59:04.065" v="128"/>
          <ac:spMkLst>
            <pc:docMk/>
            <pc:sldMk cId="2423440502" sldId="272"/>
            <ac:spMk id="5" creationId="{3BA62516-312E-A568-5859-48B4240ADDCF}"/>
          </ac:spMkLst>
        </pc:spChg>
        <pc:spChg chg="add del mod">
          <ac:chgData name="Karthik" userId="S::karthik@devappsys.com::553ba7c5-6cbd-47c3-ad4b-62e90f783592" providerId="AD" clId="Web-{9E1BD374-2B12-1A4E-375C-13472EB21B92}" dt="2025-09-19T11:05:46.009" v="154"/>
          <ac:spMkLst>
            <pc:docMk/>
            <pc:sldMk cId="2423440502" sldId="272"/>
            <ac:spMk id="6" creationId="{0CBC5B34-09D9-3656-C9C4-3EF484F574B8}"/>
          </ac:spMkLst>
        </pc:spChg>
        <pc:spChg chg="add del mod">
          <ac:chgData name="Karthik" userId="S::karthik@devappsys.com::553ba7c5-6cbd-47c3-ad4b-62e90f783592" providerId="AD" clId="Web-{9E1BD374-2B12-1A4E-375C-13472EB21B92}" dt="2025-09-19T11:05:49.618" v="155"/>
          <ac:spMkLst>
            <pc:docMk/>
            <pc:sldMk cId="2423440502" sldId="272"/>
            <ac:spMk id="7" creationId="{685182D5-7AAD-F8E8-2C24-9534D7493831}"/>
          </ac:spMkLst>
        </pc:spChg>
      </pc:sldChg>
      <pc:sldChg chg="addSp delSp modSp new">
        <pc:chgData name="Karthik" userId="S::karthik@devappsys.com::553ba7c5-6cbd-47c3-ad4b-62e90f783592" providerId="AD" clId="Web-{9E1BD374-2B12-1A4E-375C-13472EB21B92}" dt="2025-09-19T11:05:58.415" v="157"/>
        <pc:sldMkLst>
          <pc:docMk/>
          <pc:sldMk cId="3653065107" sldId="273"/>
        </pc:sldMkLst>
        <pc:spChg chg="add">
          <ac:chgData name="Karthik" userId="S::karthik@devappsys.com::553ba7c5-6cbd-47c3-ad4b-62e90f783592" providerId="AD" clId="Web-{9E1BD374-2B12-1A4E-375C-13472EB21B92}" dt="2025-09-19T10:59:58.379" v="130"/>
          <ac:spMkLst>
            <pc:docMk/>
            <pc:sldMk cId="3653065107" sldId="273"/>
            <ac:spMk id="2" creationId="{E59F2F83-4E12-44DD-8E0F-14F71496BC9C}"/>
          </ac:spMkLst>
        </pc:spChg>
        <pc:spChg chg="add">
          <ac:chgData name="Karthik" userId="S::karthik@devappsys.com::553ba7c5-6cbd-47c3-ad4b-62e90f783592" providerId="AD" clId="Web-{9E1BD374-2B12-1A4E-375C-13472EB21B92}" dt="2025-09-19T10:59:58.379" v="130"/>
          <ac:spMkLst>
            <pc:docMk/>
            <pc:sldMk cId="3653065107" sldId="273"/>
            <ac:spMk id="3" creationId="{476EB752-1B7A-3535-967B-D5045F23CE31}"/>
          </ac:spMkLst>
        </pc:spChg>
        <pc:spChg chg="add">
          <ac:chgData name="Karthik" userId="S::karthik@devappsys.com::553ba7c5-6cbd-47c3-ad4b-62e90f783592" providerId="AD" clId="Web-{9E1BD374-2B12-1A4E-375C-13472EB21B92}" dt="2025-09-19T10:59:58.379" v="130"/>
          <ac:spMkLst>
            <pc:docMk/>
            <pc:sldMk cId="3653065107" sldId="273"/>
            <ac:spMk id="4" creationId="{DE0A95C8-2D0C-7979-A44E-D345218BF477}"/>
          </ac:spMkLst>
        </pc:spChg>
        <pc:spChg chg="add">
          <ac:chgData name="Karthik" userId="S::karthik@devappsys.com::553ba7c5-6cbd-47c3-ad4b-62e90f783592" providerId="AD" clId="Web-{9E1BD374-2B12-1A4E-375C-13472EB21B92}" dt="2025-09-19T10:59:58.379" v="130"/>
          <ac:spMkLst>
            <pc:docMk/>
            <pc:sldMk cId="3653065107" sldId="273"/>
            <ac:spMk id="5" creationId="{1FD3D7AF-C4DB-C4DB-9032-9E0E77810CB6}"/>
          </ac:spMkLst>
        </pc:spChg>
        <pc:spChg chg="add del mod">
          <ac:chgData name="Karthik" userId="S::karthik@devappsys.com::553ba7c5-6cbd-47c3-ad4b-62e90f783592" providerId="AD" clId="Web-{9E1BD374-2B12-1A4E-375C-13472EB21B92}" dt="2025-09-19T11:05:55.587" v="156"/>
          <ac:spMkLst>
            <pc:docMk/>
            <pc:sldMk cId="3653065107" sldId="273"/>
            <ac:spMk id="6" creationId="{02BBD8C4-1086-07ED-A898-BD05F64C704C}"/>
          </ac:spMkLst>
        </pc:spChg>
        <pc:spChg chg="add del mod">
          <ac:chgData name="Karthik" userId="S::karthik@devappsys.com::553ba7c5-6cbd-47c3-ad4b-62e90f783592" providerId="AD" clId="Web-{9E1BD374-2B12-1A4E-375C-13472EB21B92}" dt="2025-09-19T11:05:58.415" v="157"/>
          <ac:spMkLst>
            <pc:docMk/>
            <pc:sldMk cId="3653065107" sldId="273"/>
            <ac:spMk id="7" creationId="{EB9D4EDB-0006-2E89-0FC3-7402E7424A9D}"/>
          </ac:spMkLst>
        </pc:spChg>
      </pc:sldChg>
      <pc:sldChg chg="addSp delSp modSp new">
        <pc:chgData name="Karthik" userId="S::karthik@devappsys.com::553ba7c5-6cbd-47c3-ad4b-62e90f783592" providerId="AD" clId="Web-{9E1BD374-2B12-1A4E-375C-13472EB21B92}" dt="2025-09-19T11:06:10.306" v="159"/>
        <pc:sldMkLst>
          <pc:docMk/>
          <pc:sldMk cId="2711885729" sldId="274"/>
        </pc:sldMkLst>
        <pc:spChg chg="add">
          <ac:chgData name="Karthik" userId="S::karthik@devappsys.com::553ba7c5-6cbd-47c3-ad4b-62e90f783592" providerId="AD" clId="Web-{9E1BD374-2B12-1A4E-375C-13472EB21B92}" dt="2025-09-19T11:00:22.129" v="132"/>
          <ac:spMkLst>
            <pc:docMk/>
            <pc:sldMk cId="2711885729" sldId="274"/>
            <ac:spMk id="2" creationId="{D8378718-B398-AD33-08C1-C8BCC0CDAD72}"/>
          </ac:spMkLst>
        </pc:spChg>
        <pc:spChg chg="add">
          <ac:chgData name="Karthik" userId="S::karthik@devappsys.com::553ba7c5-6cbd-47c3-ad4b-62e90f783592" providerId="AD" clId="Web-{9E1BD374-2B12-1A4E-375C-13472EB21B92}" dt="2025-09-19T11:00:22.129" v="132"/>
          <ac:spMkLst>
            <pc:docMk/>
            <pc:sldMk cId="2711885729" sldId="274"/>
            <ac:spMk id="3" creationId="{AB67FE01-4513-EE47-E1E6-C02D0BE16373}"/>
          </ac:spMkLst>
        </pc:spChg>
        <pc:spChg chg="add">
          <ac:chgData name="Karthik" userId="S::karthik@devappsys.com::553ba7c5-6cbd-47c3-ad4b-62e90f783592" providerId="AD" clId="Web-{9E1BD374-2B12-1A4E-375C-13472EB21B92}" dt="2025-09-19T11:00:22.129" v="132"/>
          <ac:spMkLst>
            <pc:docMk/>
            <pc:sldMk cId="2711885729" sldId="274"/>
            <ac:spMk id="4" creationId="{13A8CD98-1C3A-07A1-2DB5-E5C92CC0FCD6}"/>
          </ac:spMkLst>
        </pc:spChg>
        <pc:spChg chg="add">
          <ac:chgData name="Karthik" userId="S::karthik@devappsys.com::553ba7c5-6cbd-47c3-ad4b-62e90f783592" providerId="AD" clId="Web-{9E1BD374-2B12-1A4E-375C-13472EB21B92}" dt="2025-09-19T11:00:22.129" v="132"/>
          <ac:spMkLst>
            <pc:docMk/>
            <pc:sldMk cId="2711885729" sldId="274"/>
            <ac:spMk id="5" creationId="{ED78DB93-FB71-B5CE-380E-5B3C0106F57D}"/>
          </ac:spMkLst>
        </pc:spChg>
        <pc:spChg chg="add del mod">
          <ac:chgData name="Karthik" userId="S::karthik@devappsys.com::553ba7c5-6cbd-47c3-ad4b-62e90f783592" providerId="AD" clId="Web-{9E1BD374-2B12-1A4E-375C-13472EB21B92}" dt="2025-09-19T11:06:07.353" v="158"/>
          <ac:spMkLst>
            <pc:docMk/>
            <pc:sldMk cId="2711885729" sldId="274"/>
            <ac:spMk id="6" creationId="{93497F51-7EDE-996C-6F0E-A77863564075}"/>
          </ac:spMkLst>
        </pc:spChg>
        <pc:spChg chg="add del mod">
          <ac:chgData name="Karthik" userId="S::karthik@devappsys.com::553ba7c5-6cbd-47c3-ad4b-62e90f783592" providerId="AD" clId="Web-{9E1BD374-2B12-1A4E-375C-13472EB21B92}" dt="2025-09-19T11:06:10.306" v="159"/>
          <ac:spMkLst>
            <pc:docMk/>
            <pc:sldMk cId="2711885729" sldId="274"/>
            <ac:spMk id="7" creationId="{7C78A47E-42DC-98E0-5969-BAE93DF287E4}"/>
          </ac:spMkLst>
        </pc:spChg>
      </pc:sldChg>
      <pc:sldChg chg="addSp delSp modSp new">
        <pc:chgData name="Karthik" userId="S::karthik@devappsys.com::553ba7c5-6cbd-47c3-ad4b-62e90f783592" providerId="AD" clId="Web-{9E1BD374-2B12-1A4E-375C-13472EB21B92}" dt="2025-09-19T11:06:21.150" v="161"/>
        <pc:sldMkLst>
          <pc:docMk/>
          <pc:sldMk cId="3335730222" sldId="275"/>
        </pc:sldMkLst>
        <pc:spChg chg="add">
          <ac:chgData name="Karthik" userId="S::karthik@devappsys.com::553ba7c5-6cbd-47c3-ad4b-62e90f783592" providerId="AD" clId="Web-{9E1BD374-2B12-1A4E-375C-13472EB21B92}" dt="2025-09-19T11:00:55.130" v="134"/>
          <ac:spMkLst>
            <pc:docMk/>
            <pc:sldMk cId="3335730222" sldId="275"/>
            <ac:spMk id="2" creationId="{5D3E2EEE-5E2B-473D-B932-CC1CB66592CD}"/>
          </ac:spMkLst>
        </pc:spChg>
        <pc:spChg chg="add">
          <ac:chgData name="Karthik" userId="S::karthik@devappsys.com::553ba7c5-6cbd-47c3-ad4b-62e90f783592" providerId="AD" clId="Web-{9E1BD374-2B12-1A4E-375C-13472EB21B92}" dt="2025-09-19T11:00:55.130" v="134"/>
          <ac:spMkLst>
            <pc:docMk/>
            <pc:sldMk cId="3335730222" sldId="275"/>
            <ac:spMk id="3" creationId="{5B7BC82E-75A4-DE61-E781-725F3F8238C5}"/>
          </ac:spMkLst>
        </pc:spChg>
        <pc:spChg chg="add">
          <ac:chgData name="Karthik" userId="S::karthik@devappsys.com::553ba7c5-6cbd-47c3-ad4b-62e90f783592" providerId="AD" clId="Web-{9E1BD374-2B12-1A4E-375C-13472EB21B92}" dt="2025-09-19T11:00:55.130" v="134"/>
          <ac:spMkLst>
            <pc:docMk/>
            <pc:sldMk cId="3335730222" sldId="275"/>
            <ac:spMk id="4" creationId="{D03E45B5-7117-0109-4D12-B8D167ED7239}"/>
          </ac:spMkLst>
        </pc:spChg>
        <pc:spChg chg="add">
          <ac:chgData name="Karthik" userId="S::karthik@devappsys.com::553ba7c5-6cbd-47c3-ad4b-62e90f783592" providerId="AD" clId="Web-{9E1BD374-2B12-1A4E-375C-13472EB21B92}" dt="2025-09-19T11:00:55.130" v="134"/>
          <ac:spMkLst>
            <pc:docMk/>
            <pc:sldMk cId="3335730222" sldId="275"/>
            <ac:spMk id="5" creationId="{15009BF6-F09E-7AC0-686F-0469C320C34C}"/>
          </ac:spMkLst>
        </pc:spChg>
        <pc:spChg chg="add del mod">
          <ac:chgData name="Karthik" userId="S::karthik@devappsys.com::553ba7c5-6cbd-47c3-ad4b-62e90f783592" providerId="AD" clId="Web-{9E1BD374-2B12-1A4E-375C-13472EB21B92}" dt="2025-09-19T11:06:14.712" v="160"/>
          <ac:spMkLst>
            <pc:docMk/>
            <pc:sldMk cId="3335730222" sldId="275"/>
            <ac:spMk id="20" creationId="{9BBB1C68-2AAD-62F2-15AA-B460C645090D}"/>
          </ac:spMkLst>
        </pc:spChg>
        <pc:spChg chg="add del mod">
          <ac:chgData name="Karthik" userId="S::karthik@devappsys.com::553ba7c5-6cbd-47c3-ad4b-62e90f783592" providerId="AD" clId="Web-{9E1BD374-2B12-1A4E-375C-13472EB21B92}" dt="2025-09-19T11:06:21.150" v="161"/>
          <ac:spMkLst>
            <pc:docMk/>
            <pc:sldMk cId="3335730222" sldId="275"/>
            <ac:spMk id="21" creationId="{2A558E79-E2CA-03AB-3DDD-C8CDF2B07945}"/>
          </ac:spMkLst>
        </pc:spChg>
        <pc:graphicFrameChg chg="add">
          <ac:chgData name="Karthik" userId="S::karthik@devappsys.com::553ba7c5-6cbd-47c3-ad4b-62e90f783592" providerId="AD" clId="Web-{9E1BD374-2B12-1A4E-375C-13472EB21B92}" dt="2025-09-19T11:00:55.130" v="134"/>
          <ac:graphicFrameMkLst>
            <pc:docMk/>
            <pc:sldMk cId="3335730222" sldId="275"/>
            <ac:graphicFrameMk id="6" creationId="{7FE77917-C794-635F-55A3-C1655A4E9AF1}"/>
          </ac:graphicFrameMkLst>
        </pc:graphicFrameChg>
      </pc:sldChg>
      <pc:sldChg chg="addSp delSp modSp new">
        <pc:chgData name="Karthik" userId="S::karthik@devappsys.com::553ba7c5-6cbd-47c3-ad4b-62e90f783592" providerId="AD" clId="Web-{9E1BD374-2B12-1A4E-375C-13472EB21B92}" dt="2025-09-19T11:06:32.447" v="163"/>
        <pc:sldMkLst>
          <pc:docMk/>
          <pc:sldMk cId="1003965280" sldId="276"/>
        </pc:sldMkLst>
        <pc:spChg chg="add">
          <ac:chgData name="Karthik" userId="S::karthik@devappsys.com::553ba7c5-6cbd-47c3-ad4b-62e90f783592" providerId="AD" clId="Web-{9E1BD374-2B12-1A4E-375C-13472EB21B92}" dt="2025-09-19T11:01:11.771" v="136"/>
          <ac:spMkLst>
            <pc:docMk/>
            <pc:sldMk cId="1003965280" sldId="276"/>
            <ac:spMk id="2" creationId="{DB212A1D-ED5D-FCD2-359B-156B3CF5DE50}"/>
          </ac:spMkLst>
        </pc:spChg>
        <pc:spChg chg="add">
          <ac:chgData name="Karthik" userId="S::karthik@devappsys.com::553ba7c5-6cbd-47c3-ad4b-62e90f783592" providerId="AD" clId="Web-{9E1BD374-2B12-1A4E-375C-13472EB21B92}" dt="2025-09-19T11:01:11.771" v="136"/>
          <ac:spMkLst>
            <pc:docMk/>
            <pc:sldMk cId="1003965280" sldId="276"/>
            <ac:spMk id="3" creationId="{FF4EE277-B210-F8C9-0505-14D01DB44F7C}"/>
          </ac:spMkLst>
        </pc:spChg>
        <pc:spChg chg="add">
          <ac:chgData name="Karthik" userId="S::karthik@devappsys.com::553ba7c5-6cbd-47c3-ad4b-62e90f783592" providerId="AD" clId="Web-{9E1BD374-2B12-1A4E-375C-13472EB21B92}" dt="2025-09-19T11:01:11.771" v="136"/>
          <ac:spMkLst>
            <pc:docMk/>
            <pc:sldMk cId="1003965280" sldId="276"/>
            <ac:spMk id="4" creationId="{EC79AEEC-169E-FF66-8ADD-F0C0B509E899}"/>
          </ac:spMkLst>
        </pc:spChg>
        <pc:spChg chg="add">
          <ac:chgData name="Karthik" userId="S::karthik@devappsys.com::553ba7c5-6cbd-47c3-ad4b-62e90f783592" providerId="AD" clId="Web-{9E1BD374-2B12-1A4E-375C-13472EB21B92}" dt="2025-09-19T11:01:11.771" v="136"/>
          <ac:spMkLst>
            <pc:docMk/>
            <pc:sldMk cId="1003965280" sldId="276"/>
            <ac:spMk id="5" creationId="{5230C054-3D30-D404-BE51-881F7EDE82D9}"/>
          </ac:spMkLst>
        </pc:spChg>
        <pc:spChg chg="add del mod">
          <ac:chgData name="Karthik" userId="S::karthik@devappsys.com::553ba7c5-6cbd-47c3-ad4b-62e90f783592" providerId="AD" clId="Web-{9E1BD374-2B12-1A4E-375C-13472EB21B92}" dt="2025-09-19T11:06:29.103" v="162"/>
          <ac:spMkLst>
            <pc:docMk/>
            <pc:sldMk cId="1003965280" sldId="276"/>
            <ac:spMk id="6" creationId="{3621995C-0041-00F7-E7C3-A00D257D1E08}"/>
          </ac:spMkLst>
        </pc:spChg>
        <pc:spChg chg="add del mod">
          <ac:chgData name="Karthik" userId="S::karthik@devappsys.com::553ba7c5-6cbd-47c3-ad4b-62e90f783592" providerId="AD" clId="Web-{9E1BD374-2B12-1A4E-375C-13472EB21B92}" dt="2025-09-19T11:06:32.447" v="163"/>
          <ac:spMkLst>
            <pc:docMk/>
            <pc:sldMk cId="1003965280" sldId="276"/>
            <ac:spMk id="7" creationId="{5D4C9E17-7739-BAED-73B1-0DBE9BBAD770}"/>
          </ac:spMkLst>
        </pc:spChg>
      </pc:sldChg>
      <pc:sldChg chg="addSp delSp modSp new mod ord setBg modClrScheme chgLayout">
        <pc:chgData name="Karthik" userId="S::karthik@devappsys.com::553ba7c5-6cbd-47c3-ad4b-62e90f783592" providerId="AD" clId="Web-{9E1BD374-2B12-1A4E-375C-13472EB21B92}" dt="2025-09-19T11:26:43.511" v="248"/>
        <pc:sldMkLst>
          <pc:docMk/>
          <pc:sldMk cId="2346713725" sldId="277"/>
        </pc:sldMkLst>
        <pc:spChg chg="mod ord">
          <ac:chgData name="Karthik" userId="S::karthik@devappsys.com::553ba7c5-6cbd-47c3-ad4b-62e90f783592" providerId="AD" clId="Web-{9E1BD374-2B12-1A4E-375C-13472EB21B92}" dt="2025-09-19T11:26:43.511" v="248"/>
          <ac:spMkLst>
            <pc:docMk/>
            <pc:sldMk cId="2346713725" sldId="277"/>
            <ac:spMk id="2" creationId="{394F164F-0367-4986-A918-EBF318387715}"/>
          </ac:spMkLst>
        </pc:spChg>
        <pc:spChg chg="mod ord">
          <ac:chgData name="Karthik" userId="S::karthik@devappsys.com::553ba7c5-6cbd-47c3-ad4b-62e90f783592" providerId="AD" clId="Web-{9E1BD374-2B12-1A4E-375C-13472EB21B92}" dt="2025-09-19T11:26:43.511" v="248"/>
          <ac:spMkLst>
            <pc:docMk/>
            <pc:sldMk cId="2346713725" sldId="277"/>
            <ac:spMk id="3" creationId="{0FB79B9D-2295-942B-8370-A252C01EC101}"/>
          </ac:spMkLst>
        </pc:spChg>
        <pc:spChg chg="add mod ord">
          <ac:chgData name="Karthik" userId="S::karthik@devappsys.com::553ba7c5-6cbd-47c3-ad4b-62e90f783592" providerId="AD" clId="Web-{9E1BD374-2B12-1A4E-375C-13472EB21B92}" dt="2025-09-19T11:26:43.511" v="248"/>
          <ac:spMkLst>
            <pc:docMk/>
            <pc:sldMk cId="2346713725" sldId="277"/>
            <ac:spMk id="4" creationId="{0FEF6F64-A96F-96A9-2506-AE3D42F6285C}"/>
          </ac:spMkLst>
        </pc:spChg>
        <pc:spChg chg="add del mod ord">
          <ac:chgData name="Karthik" userId="S::karthik@devappsys.com::553ba7c5-6cbd-47c3-ad4b-62e90f783592" providerId="AD" clId="Web-{9E1BD374-2B12-1A4E-375C-13472EB21B92}" dt="2025-09-19T11:26:43.511" v="248"/>
          <ac:spMkLst>
            <pc:docMk/>
            <pc:sldMk cId="2346713725" sldId="277"/>
            <ac:spMk id="5" creationId="{F9DD3695-BC3F-4CB1-CCF4-FA4D526DDE6E}"/>
          </ac:spMkLst>
        </pc:spChg>
        <pc:spChg chg="add">
          <ac:chgData name="Karthik" userId="S::karthik@devappsys.com::553ba7c5-6cbd-47c3-ad4b-62e90f783592" providerId="AD" clId="Web-{9E1BD374-2B12-1A4E-375C-13472EB21B92}" dt="2025-09-19T11:26:43.511" v="248"/>
          <ac:spMkLst>
            <pc:docMk/>
            <pc:sldMk cId="2346713725" sldId="277"/>
            <ac:spMk id="11" creationId="{D9A7F3BF-8763-4074-AD77-92790AF314D1}"/>
          </ac:spMkLst>
        </pc:spChg>
        <pc:grpChg chg="add">
          <ac:chgData name="Karthik" userId="S::karthik@devappsys.com::553ba7c5-6cbd-47c3-ad4b-62e90f783592" providerId="AD" clId="Web-{9E1BD374-2B12-1A4E-375C-13472EB21B92}" dt="2025-09-19T11:26:43.511" v="248"/>
          <ac:grpSpMkLst>
            <pc:docMk/>
            <pc:sldMk cId="2346713725" sldId="277"/>
            <ac:grpSpMk id="13" creationId="{7A9648D6-B41B-42D0-A817-AE2607B0B5B8}"/>
          </ac:grpSpMkLst>
        </pc:grpChg>
        <pc:graphicFrameChg chg="add">
          <ac:chgData name="Karthik" userId="S::karthik@devappsys.com::553ba7c5-6cbd-47c3-ad4b-62e90f783592" providerId="AD" clId="Web-{9E1BD374-2B12-1A4E-375C-13472EB21B92}" dt="2025-09-19T11:26:43.511" v="248"/>
          <ac:graphicFrameMkLst>
            <pc:docMk/>
            <pc:sldMk cId="2346713725" sldId="277"/>
            <ac:graphicFrameMk id="7" creationId="{6EA5CFB0-FE28-4578-5EE4-EF4FB994130E}"/>
          </ac:graphicFrameMkLst>
        </pc:graphicFrameChg>
        <pc:cxnChg chg="add">
          <ac:chgData name="Karthik" userId="S::karthik@devappsys.com::553ba7c5-6cbd-47c3-ad4b-62e90f783592" providerId="AD" clId="Web-{9E1BD374-2B12-1A4E-375C-13472EB21B92}" dt="2025-09-19T11:26:43.511" v="248"/>
          <ac:cxnSpMkLst>
            <pc:docMk/>
            <pc:sldMk cId="2346713725" sldId="277"/>
            <ac:cxnSpMk id="18" creationId="{C49DA8F6-BCC1-4447-B54C-57856834B94B}"/>
          </ac:cxnSpMkLst>
        </pc:cxnChg>
      </pc:sldChg>
      <pc:sldMasterChg chg="modSp mod modSldLayout">
        <pc:chgData name="Karthik" userId="S::karthik@devappsys.com::553ba7c5-6cbd-47c3-ad4b-62e90f783592" providerId="AD" clId="Web-{9E1BD374-2B12-1A4E-375C-13472EB21B92}" dt="2025-09-19T11:05:01.384" v="149"/>
        <pc:sldMasterMkLst>
          <pc:docMk/>
          <pc:sldMasterMk cId="2460954070" sldId="2147483660"/>
        </pc:sldMasterMkLst>
        <pc:spChg chg="mod">
          <ac:chgData name="Karthik" userId="S::karthik@devappsys.com::553ba7c5-6cbd-47c3-ad4b-62e90f783592" providerId="AD" clId="Web-{9E1BD374-2B12-1A4E-375C-13472EB21B92}" dt="2025-09-19T11:05:01.384" v="149"/>
          <ac:spMkLst>
            <pc:docMk/>
            <pc:sldMasterMk cId="2460954070" sldId="2147483660"/>
            <ac:spMk id="5" creationId="{00000000-0000-0000-0000-000000000000}"/>
          </ac:spMkLst>
        </pc:spChg>
        <pc:sldLayoutChg chg="modSp mod">
          <pc:chgData name="Karthik" userId="S::karthik@devappsys.com::553ba7c5-6cbd-47c3-ad4b-62e90f783592" providerId="AD" clId="Web-{9E1BD374-2B12-1A4E-375C-13472EB21B92}" dt="2025-09-19T11:05:01.384" v="149"/>
          <pc:sldLayoutMkLst>
            <pc:docMk/>
            <pc:sldMasterMk cId="2460954070" sldId="2147483660"/>
            <pc:sldLayoutMk cId="2385387890" sldId="2147483661"/>
          </pc:sldLayoutMkLst>
          <pc:spChg chg="mod">
            <ac:chgData name="Karthik" userId="S::karthik@devappsys.com::553ba7c5-6cbd-47c3-ad4b-62e90f783592" providerId="AD" clId="Web-{9E1BD374-2B12-1A4E-375C-13472EB21B92}" dt="2025-09-19T11:05:01.384" v="149"/>
            <ac:spMkLst>
              <pc:docMk/>
              <pc:sldMasterMk cId="2460954070" sldId="2147483660"/>
              <pc:sldLayoutMk cId="2385387890" sldId="2147483661"/>
              <ac:spMk id="5" creationId="{00000000-0000-0000-0000-000000000000}"/>
            </ac:spMkLst>
          </pc:spChg>
        </pc:sldLayoutChg>
        <pc:sldLayoutChg chg="modSp mod">
          <pc:chgData name="Karthik" userId="S::karthik@devappsys.com::553ba7c5-6cbd-47c3-ad4b-62e90f783592" providerId="AD" clId="Web-{9E1BD374-2B12-1A4E-375C-13472EB21B92}" dt="2025-09-19T11:05:01.384" v="149"/>
          <pc:sldLayoutMkLst>
            <pc:docMk/>
            <pc:sldMasterMk cId="2460954070" sldId="2147483660"/>
            <pc:sldLayoutMk cId="949138452" sldId="2147483662"/>
          </pc:sldLayoutMkLst>
          <pc:spChg chg="mod">
            <ac:chgData name="Karthik" userId="S::karthik@devappsys.com::553ba7c5-6cbd-47c3-ad4b-62e90f783592" providerId="AD" clId="Web-{9E1BD374-2B12-1A4E-375C-13472EB21B92}" dt="2025-09-19T11:05:01.384" v="149"/>
            <ac:spMkLst>
              <pc:docMk/>
              <pc:sldMasterMk cId="2460954070" sldId="2147483660"/>
              <pc:sldLayoutMk cId="949138452" sldId="2147483662"/>
              <ac:spMk id="5" creationId="{00000000-0000-0000-0000-000000000000}"/>
            </ac:spMkLst>
          </pc:spChg>
        </pc:sldLayoutChg>
        <pc:sldLayoutChg chg="modSp mod">
          <pc:chgData name="Karthik" userId="S::karthik@devappsys.com::553ba7c5-6cbd-47c3-ad4b-62e90f783592" providerId="AD" clId="Web-{9E1BD374-2B12-1A4E-375C-13472EB21B92}" dt="2025-09-19T11:05:01.384" v="149"/>
          <pc:sldLayoutMkLst>
            <pc:docMk/>
            <pc:sldMasterMk cId="2460954070" sldId="2147483660"/>
            <pc:sldLayoutMk cId="2591524520" sldId="2147483663"/>
          </pc:sldLayoutMkLst>
          <pc:spChg chg="mod">
            <ac:chgData name="Karthik" userId="S::karthik@devappsys.com::553ba7c5-6cbd-47c3-ad4b-62e90f783592" providerId="AD" clId="Web-{9E1BD374-2B12-1A4E-375C-13472EB21B92}" dt="2025-09-19T11:05:01.384" v="149"/>
            <ac:spMkLst>
              <pc:docMk/>
              <pc:sldMasterMk cId="2460954070" sldId="2147483660"/>
              <pc:sldLayoutMk cId="2591524520" sldId="2147483663"/>
              <ac:spMk id="5" creationId="{00000000-0000-0000-0000-000000000000}"/>
            </ac:spMkLst>
          </pc:spChg>
        </pc:sldLayoutChg>
        <pc:sldLayoutChg chg="modSp mod">
          <pc:chgData name="Karthik" userId="S::karthik@devappsys.com::553ba7c5-6cbd-47c3-ad4b-62e90f783592" providerId="AD" clId="Web-{9E1BD374-2B12-1A4E-375C-13472EB21B92}" dt="2025-09-19T11:05:01.384" v="149"/>
          <pc:sldLayoutMkLst>
            <pc:docMk/>
            <pc:sldMasterMk cId="2460954070" sldId="2147483660"/>
            <pc:sldLayoutMk cId="1203092039" sldId="2147483664"/>
          </pc:sldLayoutMkLst>
          <pc:spChg chg="mod">
            <ac:chgData name="Karthik" userId="S::karthik@devappsys.com::553ba7c5-6cbd-47c3-ad4b-62e90f783592" providerId="AD" clId="Web-{9E1BD374-2B12-1A4E-375C-13472EB21B92}" dt="2025-09-19T11:05:01.384" v="149"/>
            <ac:spMkLst>
              <pc:docMk/>
              <pc:sldMasterMk cId="2460954070" sldId="2147483660"/>
              <pc:sldLayoutMk cId="1203092039" sldId="2147483664"/>
              <ac:spMk id="6" creationId="{00000000-0000-0000-0000-000000000000}"/>
            </ac:spMkLst>
          </pc:spChg>
        </pc:sldLayoutChg>
        <pc:sldLayoutChg chg="modSp mod">
          <pc:chgData name="Karthik" userId="S::karthik@devappsys.com::553ba7c5-6cbd-47c3-ad4b-62e90f783592" providerId="AD" clId="Web-{9E1BD374-2B12-1A4E-375C-13472EB21B92}" dt="2025-09-19T11:05:01.384" v="149"/>
          <pc:sldLayoutMkLst>
            <pc:docMk/>
            <pc:sldMasterMk cId="2460954070" sldId="2147483660"/>
            <pc:sldLayoutMk cId="3733172339" sldId="2147483665"/>
          </pc:sldLayoutMkLst>
          <pc:spChg chg="mod">
            <ac:chgData name="Karthik" userId="S::karthik@devappsys.com::553ba7c5-6cbd-47c3-ad4b-62e90f783592" providerId="AD" clId="Web-{9E1BD374-2B12-1A4E-375C-13472EB21B92}" dt="2025-09-19T11:05:01.384" v="149"/>
            <ac:spMkLst>
              <pc:docMk/>
              <pc:sldMasterMk cId="2460954070" sldId="2147483660"/>
              <pc:sldLayoutMk cId="3733172339" sldId="2147483665"/>
              <ac:spMk id="8" creationId="{00000000-0000-0000-0000-000000000000}"/>
            </ac:spMkLst>
          </pc:spChg>
        </pc:sldLayoutChg>
        <pc:sldLayoutChg chg="modSp mod">
          <pc:chgData name="Karthik" userId="S::karthik@devappsys.com::553ba7c5-6cbd-47c3-ad4b-62e90f783592" providerId="AD" clId="Web-{9E1BD374-2B12-1A4E-375C-13472EB21B92}" dt="2025-09-19T11:05:01.384" v="149"/>
          <pc:sldLayoutMkLst>
            <pc:docMk/>
            <pc:sldMasterMk cId="2460954070" sldId="2147483660"/>
            <pc:sldLayoutMk cId="3210312558" sldId="2147483666"/>
          </pc:sldLayoutMkLst>
          <pc:spChg chg="mod">
            <ac:chgData name="Karthik" userId="S::karthik@devappsys.com::553ba7c5-6cbd-47c3-ad4b-62e90f783592" providerId="AD" clId="Web-{9E1BD374-2B12-1A4E-375C-13472EB21B92}" dt="2025-09-19T11:05:01.384" v="149"/>
            <ac:spMkLst>
              <pc:docMk/>
              <pc:sldMasterMk cId="2460954070" sldId="2147483660"/>
              <pc:sldLayoutMk cId="3210312558" sldId="2147483666"/>
              <ac:spMk id="4" creationId="{00000000-0000-0000-0000-000000000000}"/>
            </ac:spMkLst>
          </pc:spChg>
        </pc:sldLayoutChg>
        <pc:sldLayoutChg chg="modSp mod">
          <pc:chgData name="Karthik" userId="S::karthik@devappsys.com::553ba7c5-6cbd-47c3-ad4b-62e90f783592" providerId="AD" clId="Web-{9E1BD374-2B12-1A4E-375C-13472EB21B92}" dt="2025-09-19T11:05:01.384" v="149"/>
          <pc:sldLayoutMkLst>
            <pc:docMk/>
            <pc:sldMasterMk cId="2460954070" sldId="2147483660"/>
            <pc:sldLayoutMk cId="3146388984" sldId="2147483667"/>
          </pc:sldLayoutMkLst>
          <pc:spChg chg="mod">
            <ac:chgData name="Karthik" userId="S::karthik@devappsys.com::553ba7c5-6cbd-47c3-ad4b-62e90f783592" providerId="AD" clId="Web-{9E1BD374-2B12-1A4E-375C-13472EB21B92}" dt="2025-09-19T11:05:01.384" v="149"/>
            <ac:spMkLst>
              <pc:docMk/>
              <pc:sldMasterMk cId="2460954070" sldId="2147483660"/>
              <pc:sldLayoutMk cId="3146388984" sldId="2147483667"/>
              <ac:spMk id="3" creationId="{00000000-0000-0000-0000-000000000000}"/>
            </ac:spMkLst>
          </pc:spChg>
        </pc:sldLayoutChg>
        <pc:sldLayoutChg chg="modSp mod">
          <pc:chgData name="Karthik" userId="S::karthik@devappsys.com::553ba7c5-6cbd-47c3-ad4b-62e90f783592" providerId="AD" clId="Web-{9E1BD374-2B12-1A4E-375C-13472EB21B92}" dt="2025-09-19T11:05:01.384" v="149"/>
          <pc:sldLayoutMkLst>
            <pc:docMk/>
            <pc:sldMasterMk cId="2460954070" sldId="2147483660"/>
            <pc:sldLayoutMk cId="3171841454" sldId="2147483668"/>
          </pc:sldLayoutMkLst>
          <pc:spChg chg="mod">
            <ac:chgData name="Karthik" userId="S::karthik@devappsys.com::553ba7c5-6cbd-47c3-ad4b-62e90f783592" providerId="AD" clId="Web-{9E1BD374-2B12-1A4E-375C-13472EB21B92}" dt="2025-09-19T11:05:01.384" v="149"/>
            <ac:spMkLst>
              <pc:docMk/>
              <pc:sldMasterMk cId="2460954070" sldId="2147483660"/>
              <pc:sldLayoutMk cId="3171841454" sldId="2147483668"/>
              <ac:spMk id="6" creationId="{00000000-0000-0000-0000-000000000000}"/>
            </ac:spMkLst>
          </pc:spChg>
        </pc:sldLayoutChg>
        <pc:sldLayoutChg chg="modSp mod">
          <pc:chgData name="Karthik" userId="S::karthik@devappsys.com::553ba7c5-6cbd-47c3-ad4b-62e90f783592" providerId="AD" clId="Web-{9E1BD374-2B12-1A4E-375C-13472EB21B92}" dt="2025-09-19T11:05:01.384" v="149"/>
          <pc:sldLayoutMkLst>
            <pc:docMk/>
            <pc:sldMasterMk cId="2460954070" sldId="2147483660"/>
            <pc:sldLayoutMk cId="1718958274" sldId="2147483669"/>
          </pc:sldLayoutMkLst>
          <pc:spChg chg="mod">
            <ac:chgData name="Karthik" userId="S::karthik@devappsys.com::553ba7c5-6cbd-47c3-ad4b-62e90f783592" providerId="AD" clId="Web-{9E1BD374-2B12-1A4E-375C-13472EB21B92}" dt="2025-09-19T11:05:01.384" v="149"/>
            <ac:spMkLst>
              <pc:docMk/>
              <pc:sldMasterMk cId="2460954070" sldId="2147483660"/>
              <pc:sldLayoutMk cId="1718958274" sldId="2147483669"/>
              <ac:spMk id="6" creationId="{00000000-0000-0000-0000-000000000000}"/>
            </ac:spMkLst>
          </pc:spChg>
        </pc:sldLayoutChg>
        <pc:sldLayoutChg chg="modSp mod">
          <pc:chgData name="Karthik" userId="S::karthik@devappsys.com::553ba7c5-6cbd-47c3-ad4b-62e90f783592" providerId="AD" clId="Web-{9E1BD374-2B12-1A4E-375C-13472EB21B92}" dt="2025-09-19T11:05:01.384" v="149"/>
          <pc:sldLayoutMkLst>
            <pc:docMk/>
            <pc:sldMasterMk cId="2460954070" sldId="2147483660"/>
            <pc:sldLayoutMk cId="2202905451" sldId="2147483670"/>
          </pc:sldLayoutMkLst>
          <pc:spChg chg="mod">
            <ac:chgData name="Karthik" userId="S::karthik@devappsys.com::553ba7c5-6cbd-47c3-ad4b-62e90f783592" providerId="AD" clId="Web-{9E1BD374-2B12-1A4E-375C-13472EB21B92}" dt="2025-09-19T11:05:01.384" v="149"/>
            <ac:spMkLst>
              <pc:docMk/>
              <pc:sldMasterMk cId="2460954070" sldId="2147483660"/>
              <pc:sldLayoutMk cId="2202905451" sldId="2147483670"/>
              <ac:spMk id="5" creationId="{00000000-0000-0000-0000-000000000000}"/>
            </ac:spMkLst>
          </pc:spChg>
        </pc:sldLayoutChg>
        <pc:sldLayoutChg chg="modSp mod">
          <pc:chgData name="Karthik" userId="S::karthik@devappsys.com::553ba7c5-6cbd-47c3-ad4b-62e90f783592" providerId="AD" clId="Web-{9E1BD374-2B12-1A4E-375C-13472EB21B92}" dt="2025-09-19T11:05:01.384" v="149"/>
          <pc:sldLayoutMkLst>
            <pc:docMk/>
            <pc:sldMasterMk cId="2460954070" sldId="2147483660"/>
            <pc:sldLayoutMk cId="3479445657" sldId="2147483671"/>
          </pc:sldLayoutMkLst>
          <pc:spChg chg="mod">
            <ac:chgData name="Karthik" userId="S::karthik@devappsys.com::553ba7c5-6cbd-47c3-ad4b-62e90f783592" providerId="AD" clId="Web-{9E1BD374-2B12-1A4E-375C-13472EB21B92}" dt="2025-09-19T11:05:01.384" v="149"/>
            <ac:spMkLst>
              <pc:docMk/>
              <pc:sldMasterMk cId="2460954070" sldId="2147483660"/>
              <pc:sldLayoutMk cId="3479445657" sldId="2147483671"/>
              <ac:spMk id="5" creationId="{00000000-0000-0000-0000-000000000000}"/>
            </ac:spMkLst>
          </pc:spChg>
        </pc:sldLayoutChg>
      </pc:sldMaster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19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19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76AF958-0AA5-49F9-969A-8386CB68F384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AA2088B-94B0-4C7E-863B-1863C01752A8}">
      <dgm:prSet/>
      <dgm:spPr/>
      <dgm:t>
        <a:bodyPr/>
        <a:lstStyle/>
        <a:p>
          <a:r>
            <a:rPr lang="en-US"/>
            <a:t>What is an Exchange</a:t>
          </a:r>
        </a:p>
      </dgm:t>
    </dgm:pt>
    <dgm:pt modelId="{9F1557FB-0C89-40F9-91A7-0186D8886134}" type="parTrans" cxnId="{E5460881-7129-47A6-99D6-F363E20D598A}">
      <dgm:prSet/>
      <dgm:spPr/>
      <dgm:t>
        <a:bodyPr/>
        <a:lstStyle/>
        <a:p>
          <a:endParaRPr lang="en-US"/>
        </a:p>
      </dgm:t>
    </dgm:pt>
    <dgm:pt modelId="{BF8A9B8D-7F8E-40DC-A601-AD34EE1EF0D1}" type="sibTrans" cxnId="{E5460881-7129-47A6-99D6-F363E20D598A}">
      <dgm:prSet/>
      <dgm:spPr/>
      <dgm:t>
        <a:bodyPr/>
        <a:lstStyle/>
        <a:p>
          <a:endParaRPr lang="en-US"/>
        </a:p>
      </dgm:t>
    </dgm:pt>
    <dgm:pt modelId="{BAA607FB-3B07-415B-A1DB-56E76C94C6F5}">
      <dgm:prSet/>
      <dgm:spPr/>
      <dgm:t>
        <a:bodyPr/>
        <a:lstStyle/>
        <a:p>
          <a:r>
            <a:rPr lang="en-US"/>
            <a:t>Direct Exchange</a:t>
          </a:r>
        </a:p>
      </dgm:t>
    </dgm:pt>
    <dgm:pt modelId="{9B5C68F5-A6E2-4707-BE45-B7743AF71554}" type="parTrans" cxnId="{942B5C04-F708-4435-AE90-12CD0ED0BAF3}">
      <dgm:prSet/>
      <dgm:spPr/>
      <dgm:t>
        <a:bodyPr/>
        <a:lstStyle/>
        <a:p>
          <a:endParaRPr lang="en-US"/>
        </a:p>
      </dgm:t>
    </dgm:pt>
    <dgm:pt modelId="{D32F9FF0-719E-405E-98BA-BB5102BC81C7}" type="sibTrans" cxnId="{942B5C04-F708-4435-AE90-12CD0ED0BAF3}">
      <dgm:prSet/>
      <dgm:spPr/>
      <dgm:t>
        <a:bodyPr/>
        <a:lstStyle/>
        <a:p>
          <a:endParaRPr lang="en-US"/>
        </a:p>
      </dgm:t>
    </dgm:pt>
    <dgm:pt modelId="{BB2BEC66-D5A7-40EB-A2D1-CA630B1B47A0}">
      <dgm:prSet/>
      <dgm:spPr/>
      <dgm:t>
        <a:bodyPr/>
        <a:lstStyle/>
        <a:p>
          <a:r>
            <a:rPr lang="en-US"/>
            <a:t>Fanout Exchange</a:t>
          </a:r>
        </a:p>
      </dgm:t>
    </dgm:pt>
    <dgm:pt modelId="{4C3770D2-DFDA-4603-B78F-3CE0C5ED0FBA}" type="parTrans" cxnId="{4D76F158-6C1F-4E67-B54D-9426D9D270FF}">
      <dgm:prSet/>
      <dgm:spPr/>
      <dgm:t>
        <a:bodyPr/>
        <a:lstStyle/>
        <a:p>
          <a:endParaRPr lang="en-US"/>
        </a:p>
      </dgm:t>
    </dgm:pt>
    <dgm:pt modelId="{EE5DA3CB-81FA-4848-B5CD-58AC2328223C}" type="sibTrans" cxnId="{4D76F158-6C1F-4E67-B54D-9426D9D270FF}">
      <dgm:prSet/>
      <dgm:spPr/>
      <dgm:t>
        <a:bodyPr/>
        <a:lstStyle/>
        <a:p>
          <a:endParaRPr lang="en-US"/>
        </a:p>
      </dgm:t>
    </dgm:pt>
    <dgm:pt modelId="{6F410CEF-A88B-4144-8416-7D7162AE6A8C}">
      <dgm:prSet/>
      <dgm:spPr/>
      <dgm:t>
        <a:bodyPr/>
        <a:lstStyle/>
        <a:p>
          <a:r>
            <a:rPr lang="en-US"/>
            <a:t>Topic Exchange</a:t>
          </a:r>
        </a:p>
      </dgm:t>
    </dgm:pt>
    <dgm:pt modelId="{7F6BD489-46B3-4F5D-97FB-F2376C2B30FE}" type="parTrans" cxnId="{BD0DC38B-F19A-4FCF-9031-61F5B354F442}">
      <dgm:prSet/>
      <dgm:spPr/>
      <dgm:t>
        <a:bodyPr/>
        <a:lstStyle/>
        <a:p>
          <a:endParaRPr lang="en-US"/>
        </a:p>
      </dgm:t>
    </dgm:pt>
    <dgm:pt modelId="{94F0027B-F0DB-4578-8F3C-CA0B87D0FE8E}" type="sibTrans" cxnId="{BD0DC38B-F19A-4FCF-9031-61F5B354F442}">
      <dgm:prSet/>
      <dgm:spPr/>
      <dgm:t>
        <a:bodyPr/>
        <a:lstStyle/>
        <a:p>
          <a:endParaRPr lang="en-US"/>
        </a:p>
      </dgm:t>
    </dgm:pt>
    <dgm:pt modelId="{8C7324D6-75CB-4EF4-B4FB-5D249F8B52DE}">
      <dgm:prSet/>
      <dgm:spPr/>
      <dgm:t>
        <a:bodyPr/>
        <a:lstStyle/>
        <a:p>
          <a:r>
            <a:rPr lang="en-US"/>
            <a:t>Header Exchange</a:t>
          </a:r>
        </a:p>
      </dgm:t>
    </dgm:pt>
    <dgm:pt modelId="{2E323B28-2256-4F13-BE97-DD701852CAAF}" type="parTrans" cxnId="{95328C73-3005-4203-92E8-F2149121B25E}">
      <dgm:prSet/>
      <dgm:spPr/>
      <dgm:t>
        <a:bodyPr/>
        <a:lstStyle/>
        <a:p>
          <a:endParaRPr lang="en-US"/>
        </a:p>
      </dgm:t>
    </dgm:pt>
    <dgm:pt modelId="{10267958-5063-435A-8284-BDD6B9A462CB}" type="sibTrans" cxnId="{95328C73-3005-4203-92E8-F2149121B25E}">
      <dgm:prSet/>
      <dgm:spPr/>
      <dgm:t>
        <a:bodyPr/>
        <a:lstStyle/>
        <a:p>
          <a:endParaRPr lang="en-US"/>
        </a:p>
      </dgm:t>
    </dgm:pt>
    <dgm:pt modelId="{DD096F2A-BDF2-4DDA-91C7-42AFF2F6BA40}">
      <dgm:prSet/>
      <dgm:spPr/>
      <dgm:t>
        <a:bodyPr/>
        <a:lstStyle/>
        <a:p>
          <a:r>
            <a:rPr lang="en-US"/>
            <a:t>What is Queue</a:t>
          </a:r>
        </a:p>
      </dgm:t>
    </dgm:pt>
    <dgm:pt modelId="{36301D8F-5BAA-4487-A4E4-09619C62F011}" type="parTrans" cxnId="{C0B810DC-8985-4A17-9075-2DE636EDE2C5}">
      <dgm:prSet/>
      <dgm:spPr/>
      <dgm:t>
        <a:bodyPr/>
        <a:lstStyle/>
        <a:p>
          <a:endParaRPr lang="en-US"/>
        </a:p>
      </dgm:t>
    </dgm:pt>
    <dgm:pt modelId="{CEF98C96-957C-415A-983B-287FE8C91492}" type="sibTrans" cxnId="{C0B810DC-8985-4A17-9075-2DE636EDE2C5}">
      <dgm:prSet/>
      <dgm:spPr/>
      <dgm:t>
        <a:bodyPr/>
        <a:lstStyle/>
        <a:p>
          <a:endParaRPr lang="en-US"/>
        </a:p>
      </dgm:t>
    </dgm:pt>
    <dgm:pt modelId="{51684C45-772E-48C8-8657-D3900F1C611A}">
      <dgm:prSet/>
      <dgm:spPr/>
      <dgm:t>
        <a:bodyPr/>
        <a:lstStyle/>
        <a:p>
          <a:r>
            <a:rPr lang="en-US"/>
            <a:t>Types of Queue</a:t>
          </a:r>
        </a:p>
      </dgm:t>
    </dgm:pt>
    <dgm:pt modelId="{065C876B-95B1-4B38-A120-9210EE7CC451}" type="parTrans" cxnId="{6EAE0332-A729-42EA-B0DB-E6CF480CFD42}">
      <dgm:prSet/>
      <dgm:spPr/>
      <dgm:t>
        <a:bodyPr/>
        <a:lstStyle/>
        <a:p>
          <a:endParaRPr lang="en-US"/>
        </a:p>
      </dgm:t>
    </dgm:pt>
    <dgm:pt modelId="{E96741EC-2FF5-4FF0-9089-EE2781D63804}" type="sibTrans" cxnId="{6EAE0332-A729-42EA-B0DB-E6CF480CFD42}">
      <dgm:prSet/>
      <dgm:spPr/>
      <dgm:t>
        <a:bodyPr/>
        <a:lstStyle/>
        <a:p>
          <a:endParaRPr lang="en-US"/>
        </a:p>
      </dgm:t>
    </dgm:pt>
    <dgm:pt modelId="{69BBAD20-B1B8-4F64-8695-724DE3EAEB0D}">
      <dgm:prSet/>
      <dgm:spPr/>
      <dgm:t>
        <a:bodyPr/>
        <a:lstStyle/>
        <a:p>
          <a:r>
            <a:rPr lang="en-US"/>
            <a:t>Queue Durability</a:t>
          </a:r>
        </a:p>
      </dgm:t>
    </dgm:pt>
    <dgm:pt modelId="{378FF5D0-C413-4051-805D-A6A466FCCDDB}" type="parTrans" cxnId="{629F308C-D3EF-427C-A664-E8AB6877F924}">
      <dgm:prSet/>
      <dgm:spPr/>
      <dgm:t>
        <a:bodyPr/>
        <a:lstStyle/>
        <a:p>
          <a:endParaRPr lang="en-US"/>
        </a:p>
      </dgm:t>
    </dgm:pt>
    <dgm:pt modelId="{D5BEC562-FC35-4D58-886F-9C897C3B8A40}" type="sibTrans" cxnId="{629F308C-D3EF-427C-A664-E8AB6877F924}">
      <dgm:prSet/>
      <dgm:spPr/>
      <dgm:t>
        <a:bodyPr/>
        <a:lstStyle/>
        <a:p>
          <a:endParaRPr lang="en-US"/>
        </a:p>
      </dgm:t>
    </dgm:pt>
    <dgm:pt modelId="{32EBBA62-138A-4E71-9F89-1F0FE615985F}" type="pres">
      <dgm:prSet presAssocID="{376AF958-0AA5-49F9-969A-8386CB68F384}" presName="diagram" presStyleCnt="0">
        <dgm:presLayoutVars>
          <dgm:dir/>
          <dgm:resizeHandles val="exact"/>
        </dgm:presLayoutVars>
      </dgm:prSet>
      <dgm:spPr/>
    </dgm:pt>
    <dgm:pt modelId="{A12CCC81-D6A6-446E-9CB3-A1FC75B30526}" type="pres">
      <dgm:prSet presAssocID="{0AA2088B-94B0-4C7E-863B-1863C01752A8}" presName="node" presStyleLbl="node1" presStyleIdx="0" presStyleCnt="8">
        <dgm:presLayoutVars>
          <dgm:bulletEnabled val="1"/>
        </dgm:presLayoutVars>
      </dgm:prSet>
      <dgm:spPr/>
    </dgm:pt>
    <dgm:pt modelId="{A8946E00-625C-4516-8914-0F6AE46E9FC3}" type="pres">
      <dgm:prSet presAssocID="{BF8A9B8D-7F8E-40DC-A601-AD34EE1EF0D1}" presName="sibTrans" presStyleCnt="0"/>
      <dgm:spPr/>
    </dgm:pt>
    <dgm:pt modelId="{C88AFE23-6977-4AB2-A549-75C36A604864}" type="pres">
      <dgm:prSet presAssocID="{BAA607FB-3B07-415B-A1DB-56E76C94C6F5}" presName="node" presStyleLbl="node1" presStyleIdx="1" presStyleCnt="8">
        <dgm:presLayoutVars>
          <dgm:bulletEnabled val="1"/>
        </dgm:presLayoutVars>
      </dgm:prSet>
      <dgm:spPr/>
    </dgm:pt>
    <dgm:pt modelId="{3CDAD769-1D9F-4119-9358-7AB580D14C71}" type="pres">
      <dgm:prSet presAssocID="{D32F9FF0-719E-405E-98BA-BB5102BC81C7}" presName="sibTrans" presStyleCnt="0"/>
      <dgm:spPr/>
    </dgm:pt>
    <dgm:pt modelId="{7E3392A9-8B64-4CB4-A5E8-B16FE6A021F4}" type="pres">
      <dgm:prSet presAssocID="{BB2BEC66-D5A7-40EB-A2D1-CA630B1B47A0}" presName="node" presStyleLbl="node1" presStyleIdx="2" presStyleCnt="8">
        <dgm:presLayoutVars>
          <dgm:bulletEnabled val="1"/>
        </dgm:presLayoutVars>
      </dgm:prSet>
      <dgm:spPr/>
    </dgm:pt>
    <dgm:pt modelId="{E60A9689-DAA3-4E36-8CE2-8A1739E7F195}" type="pres">
      <dgm:prSet presAssocID="{EE5DA3CB-81FA-4848-B5CD-58AC2328223C}" presName="sibTrans" presStyleCnt="0"/>
      <dgm:spPr/>
    </dgm:pt>
    <dgm:pt modelId="{3DD6CFBC-C24C-4DBB-A972-D4EE0A1586CD}" type="pres">
      <dgm:prSet presAssocID="{6F410CEF-A88B-4144-8416-7D7162AE6A8C}" presName="node" presStyleLbl="node1" presStyleIdx="3" presStyleCnt="8">
        <dgm:presLayoutVars>
          <dgm:bulletEnabled val="1"/>
        </dgm:presLayoutVars>
      </dgm:prSet>
      <dgm:spPr/>
    </dgm:pt>
    <dgm:pt modelId="{74830609-B8EA-4442-A48A-6C7D85B59093}" type="pres">
      <dgm:prSet presAssocID="{94F0027B-F0DB-4578-8F3C-CA0B87D0FE8E}" presName="sibTrans" presStyleCnt="0"/>
      <dgm:spPr/>
    </dgm:pt>
    <dgm:pt modelId="{6AB9E5C6-2C57-470E-B0FF-A0CBA7BD307F}" type="pres">
      <dgm:prSet presAssocID="{8C7324D6-75CB-4EF4-B4FB-5D249F8B52DE}" presName="node" presStyleLbl="node1" presStyleIdx="4" presStyleCnt="8">
        <dgm:presLayoutVars>
          <dgm:bulletEnabled val="1"/>
        </dgm:presLayoutVars>
      </dgm:prSet>
      <dgm:spPr/>
    </dgm:pt>
    <dgm:pt modelId="{4DF7679E-F0F3-4A28-B9D7-E5B95087CD04}" type="pres">
      <dgm:prSet presAssocID="{10267958-5063-435A-8284-BDD6B9A462CB}" presName="sibTrans" presStyleCnt="0"/>
      <dgm:spPr/>
    </dgm:pt>
    <dgm:pt modelId="{8397FEAD-7FAE-4BE9-AB9E-4DB5B5DA8CA9}" type="pres">
      <dgm:prSet presAssocID="{DD096F2A-BDF2-4DDA-91C7-42AFF2F6BA40}" presName="node" presStyleLbl="node1" presStyleIdx="5" presStyleCnt="8">
        <dgm:presLayoutVars>
          <dgm:bulletEnabled val="1"/>
        </dgm:presLayoutVars>
      </dgm:prSet>
      <dgm:spPr/>
    </dgm:pt>
    <dgm:pt modelId="{1A32A3DC-EDC5-4A13-AA92-3506001CDEB6}" type="pres">
      <dgm:prSet presAssocID="{CEF98C96-957C-415A-983B-287FE8C91492}" presName="sibTrans" presStyleCnt="0"/>
      <dgm:spPr/>
    </dgm:pt>
    <dgm:pt modelId="{5A07F837-6C51-4E06-AA9A-9D458402016F}" type="pres">
      <dgm:prSet presAssocID="{51684C45-772E-48C8-8657-D3900F1C611A}" presName="node" presStyleLbl="node1" presStyleIdx="6" presStyleCnt="8">
        <dgm:presLayoutVars>
          <dgm:bulletEnabled val="1"/>
        </dgm:presLayoutVars>
      </dgm:prSet>
      <dgm:spPr/>
    </dgm:pt>
    <dgm:pt modelId="{DFE346D7-65A2-4ACA-8D2A-D26952779028}" type="pres">
      <dgm:prSet presAssocID="{E96741EC-2FF5-4FF0-9089-EE2781D63804}" presName="sibTrans" presStyleCnt="0"/>
      <dgm:spPr/>
    </dgm:pt>
    <dgm:pt modelId="{22A30CDA-9567-4E32-834E-6F6BD352612F}" type="pres">
      <dgm:prSet presAssocID="{69BBAD20-B1B8-4F64-8695-724DE3EAEB0D}" presName="node" presStyleLbl="node1" presStyleIdx="7" presStyleCnt="8">
        <dgm:presLayoutVars>
          <dgm:bulletEnabled val="1"/>
        </dgm:presLayoutVars>
      </dgm:prSet>
      <dgm:spPr/>
    </dgm:pt>
  </dgm:ptLst>
  <dgm:cxnLst>
    <dgm:cxn modelId="{66F55701-7F98-4345-90A3-FD6A692C32DE}" type="presOf" srcId="{BB2BEC66-D5A7-40EB-A2D1-CA630B1B47A0}" destId="{7E3392A9-8B64-4CB4-A5E8-B16FE6A021F4}" srcOrd="0" destOrd="0" presId="urn:microsoft.com/office/officeart/2005/8/layout/default"/>
    <dgm:cxn modelId="{942B5C04-F708-4435-AE90-12CD0ED0BAF3}" srcId="{376AF958-0AA5-49F9-969A-8386CB68F384}" destId="{BAA607FB-3B07-415B-A1DB-56E76C94C6F5}" srcOrd="1" destOrd="0" parTransId="{9B5C68F5-A6E2-4707-BE45-B7743AF71554}" sibTransId="{D32F9FF0-719E-405E-98BA-BB5102BC81C7}"/>
    <dgm:cxn modelId="{6EAE0332-A729-42EA-B0DB-E6CF480CFD42}" srcId="{376AF958-0AA5-49F9-969A-8386CB68F384}" destId="{51684C45-772E-48C8-8657-D3900F1C611A}" srcOrd="6" destOrd="0" parTransId="{065C876B-95B1-4B38-A120-9210EE7CC451}" sibTransId="{E96741EC-2FF5-4FF0-9089-EE2781D63804}"/>
    <dgm:cxn modelId="{A3B1B960-45F1-44A7-ABFE-02D0F60981C4}" type="presOf" srcId="{0AA2088B-94B0-4C7E-863B-1863C01752A8}" destId="{A12CCC81-D6A6-446E-9CB3-A1FC75B30526}" srcOrd="0" destOrd="0" presId="urn:microsoft.com/office/officeart/2005/8/layout/default"/>
    <dgm:cxn modelId="{E1E2244B-96FF-4DE6-9A34-BF5AF0E03166}" type="presOf" srcId="{51684C45-772E-48C8-8657-D3900F1C611A}" destId="{5A07F837-6C51-4E06-AA9A-9D458402016F}" srcOrd="0" destOrd="0" presId="urn:microsoft.com/office/officeart/2005/8/layout/default"/>
    <dgm:cxn modelId="{95328C73-3005-4203-92E8-F2149121B25E}" srcId="{376AF958-0AA5-49F9-969A-8386CB68F384}" destId="{8C7324D6-75CB-4EF4-B4FB-5D249F8B52DE}" srcOrd="4" destOrd="0" parTransId="{2E323B28-2256-4F13-BE97-DD701852CAAF}" sibTransId="{10267958-5063-435A-8284-BDD6B9A462CB}"/>
    <dgm:cxn modelId="{4D76F158-6C1F-4E67-B54D-9426D9D270FF}" srcId="{376AF958-0AA5-49F9-969A-8386CB68F384}" destId="{BB2BEC66-D5A7-40EB-A2D1-CA630B1B47A0}" srcOrd="2" destOrd="0" parTransId="{4C3770D2-DFDA-4603-B78F-3CE0C5ED0FBA}" sibTransId="{EE5DA3CB-81FA-4848-B5CD-58AC2328223C}"/>
    <dgm:cxn modelId="{E5460881-7129-47A6-99D6-F363E20D598A}" srcId="{376AF958-0AA5-49F9-969A-8386CB68F384}" destId="{0AA2088B-94B0-4C7E-863B-1863C01752A8}" srcOrd="0" destOrd="0" parTransId="{9F1557FB-0C89-40F9-91A7-0186D8886134}" sibTransId="{BF8A9B8D-7F8E-40DC-A601-AD34EE1EF0D1}"/>
    <dgm:cxn modelId="{BD0DC38B-F19A-4FCF-9031-61F5B354F442}" srcId="{376AF958-0AA5-49F9-969A-8386CB68F384}" destId="{6F410CEF-A88B-4144-8416-7D7162AE6A8C}" srcOrd="3" destOrd="0" parTransId="{7F6BD489-46B3-4F5D-97FB-F2376C2B30FE}" sibTransId="{94F0027B-F0DB-4578-8F3C-CA0B87D0FE8E}"/>
    <dgm:cxn modelId="{629F308C-D3EF-427C-A664-E8AB6877F924}" srcId="{376AF958-0AA5-49F9-969A-8386CB68F384}" destId="{69BBAD20-B1B8-4F64-8695-724DE3EAEB0D}" srcOrd="7" destOrd="0" parTransId="{378FF5D0-C413-4051-805D-A6A466FCCDDB}" sibTransId="{D5BEC562-FC35-4D58-886F-9C897C3B8A40}"/>
    <dgm:cxn modelId="{DDEDAF8C-CEF1-4D1B-9A1D-9A26E7534070}" type="presOf" srcId="{6F410CEF-A88B-4144-8416-7D7162AE6A8C}" destId="{3DD6CFBC-C24C-4DBB-A972-D4EE0A1586CD}" srcOrd="0" destOrd="0" presId="urn:microsoft.com/office/officeart/2005/8/layout/default"/>
    <dgm:cxn modelId="{D15D7DD4-48AE-4B04-B59E-63C7482C8C6F}" type="presOf" srcId="{DD096F2A-BDF2-4DDA-91C7-42AFF2F6BA40}" destId="{8397FEAD-7FAE-4BE9-AB9E-4DB5B5DA8CA9}" srcOrd="0" destOrd="0" presId="urn:microsoft.com/office/officeart/2005/8/layout/default"/>
    <dgm:cxn modelId="{C63A5AD7-1D19-4318-91DA-C3AC94C30203}" type="presOf" srcId="{BAA607FB-3B07-415B-A1DB-56E76C94C6F5}" destId="{C88AFE23-6977-4AB2-A549-75C36A604864}" srcOrd="0" destOrd="0" presId="urn:microsoft.com/office/officeart/2005/8/layout/default"/>
    <dgm:cxn modelId="{C0B810DC-8985-4A17-9075-2DE636EDE2C5}" srcId="{376AF958-0AA5-49F9-969A-8386CB68F384}" destId="{DD096F2A-BDF2-4DDA-91C7-42AFF2F6BA40}" srcOrd="5" destOrd="0" parTransId="{36301D8F-5BAA-4487-A4E4-09619C62F011}" sibTransId="{CEF98C96-957C-415A-983B-287FE8C91492}"/>
    <dgm:cxn modelId="{C4C797E2-9A06-4C5D-8BE3-8009AF79B4EC}" type="presOf" srcId="{376AF958-0AA5-49F9-969A-8386CB68F384}" destId="{32EBBA62-138A-4E71-9F89-1F0FE615985F}" srcOrd="0" destOrd="0" presId="urn:microsoft.com/office/officeart/2005/8/layout/default"/>
    <dgm:cxn modelId="{D334CBE7-2377-4F24-B28F-1AF60F03BFBC}" type="presOf" srcId="{69BBAD20-B1B8-4F64-8695-724DE3EAEB0D}" destId="{22A30CDA-9567-4E32-834E-6F6BD352612F}" srcOrd="0" destOrd="0" presId="urn:microsoft.com/office/officeart/2005/8/layout/default"/>
    <dgm:cxn modelId="{5C8F00ED-95B0-4E3B-A804-0F07856689F5}" type="presOf" srcId="{8C7324D6-75CB-4EF4-B4FB-5D249F8B52DE}" destId="{6AB9E5C6-2C57-470E-B0FF-A0CBA7BD307F}" srcOrd="0" destOrd="0" presId="urn:microsoft.com/office/officeart/2005/8/layout/default"/>
    <dgm:cxn modelId="{8A236906-D3D3-49B5-B18E-C56145F7E144}" type="presParOf" srcId="{32EBBA62-138A-4E71-9F89-1F0FE615985F}" destId="{A12CCC81-D6A6-446E-9CB3-A1FC75B30526}" srcOrd="0" destOrd="0" presId="urn:microsoft.com/office/officeart/2005/8/layout/default"/>
    <dgm:cxn modelId="{DC4F98DE-89F9-4544-B1A9-1ECE69D730B1}" type="presParOf" srcId="{32EBBA62-138A-4E71-9F89-1F0FE615985F}" destId="{A8946E00-625C-4516-8914-0F6AE46E9FC3}" srcOrd="1" destOrd="0" presId="urn:microsoft.com/office/officeart/2005/8/layout/default"/>
    <dgm:cxn modelId="{208A242A-6E18-4310-8E4D-7C36AD991A38}" type="presParOf" srcId="{32EBBA62-138A-4E71-9F89-1F0FE615985F}" destId="{C88AFE23-6977-4AB2-A549-75C36A604864}" srcOrd="2" destOrd="0" presId="urn:microsoft.com/office/officeart/2005/8/layout/default"/>
    <dgm:cxn modelId="{FA8AF5DD-52C1-41AC-8A83-9E32C0FF0DDA}" type="presParOf" srcId="{32EBBA62-138A-4E71-9F89-1F0FE615985F}" destId="{3CDAD769-1D9F-4119-9358-7AB580D14C71}" srcOrd="3" destOrd="0" presId="urn:microsoft.com/office/officeart/2005/8/layout/default"/>
    <dgm:cxn modelId="{698B42D0-882A-40F4-8B13-2B3881095439}" type="presParOf" srcId="{32EBBA62-138A-4E71-9F89-1F0FE615985F}" destId="{7E3392A9-8B64-4CB4-A5E8-B16FE6A021F4}" srcOrd="4" destOrd="0" presId="urn:microsoft.com/office/officeart/2005/8/layout/default"/>
    <dgm:cxn modelId="{18758110-8020-4942-BD09-41565940C146}" type="presParOf" srcId="{32EBBA62-138A-4E71-9F89-1F0FE615985F}" destId="{E60A9689-DAA3-4E36-8CE2-8A1739E7F195}" srcOrd="5" destOrd="0" presId="urn:microsoft.com/office/officeart/2005/8/layout/default"/>
    <dgm:cxn modelId="{11BB3BF9-9486-4522-9886-701323F4FFD2}" type="presParOf" srcId="{32EBBA62-138A-4E71-9F89-1F0FE615985F}" destId="{3DD6CFBC-C24C-4DBB-A972-D4EE0A1586CD}" srcOrd="6" destOrd="0" presId="urn:microsoft.com/office/officeart/2005/8/layout/default"/>
    <dgm:cxn modelId="{63A968F1-821C-440D-9CC4-9AD69B68FADA}" type="presParOf" srcId="{32EBBA62-138A-4E71-9F89-1F0FE615985F}" destId="{74830609-B8EA-4442-A48A-6C7D85B59093}" srcOrd="7" destOrd="0" presId="urn:microsoft.com/office/officeart/2005/8/layout/default"/>
    <dgm:cxn modelId="{60BFBA3C-BBEB-4876-81F2-F41A5678E24F}" type="presParOf" srcId="{32EBBA62-138A-4E71-9F89-1F0FE615985F}" destId="{6AB9E5C6-2C57-470E-B0FF-A0CBA7BD307F}" srcOrd="8" destOrd="0" presId="urn:microsoft.com/office/officeart/2005/8/layout/default"/>
    <dgm:cxn modelId="{1A23D714-1E2A-4766-8730-BC86D436B43A}" type="presParOf" srcId="{32EBBA62-138A-4E71-9F89-1F0FE615985F}" destId="{4DF7679E-F0F3-4A28-B9D7-E5B95087CD04}" srcOrd="9" destOrd="0" presId="urn:microsoft.com/office/officeart/2005/8/layout/default"/>
    <dgm:cxn modelId="{16D6FBB4-AFA9-45B3-B4D8-703ECB900F0E}" type="presParOf" srcId="{32EBBA62-138A-4E71-9F89-1F0FE615985F}" destId="{8397FEAD-7FAE-4BE9-AB9E-4DB5B5DA8CA9}" srcOrd="10" destOrd="0" presId="urn:microsoft.com/office/officeart/2005/8/layout/default"/>
    <dgm:cxn modelId="{54DB338E-A14A-48B1-8633-01B5E7BD5844}" type="presParOf" srcId="{32EBBA62-138A-4E71-9F89-1F0FE615985F}" destId="{1A32A3DC-EDC5-4A13-AA92-3506001CDEB6}" srcOrd="11" destOrd="0" presId="urn:microsoft.com/office/officeart/2005/8/layout/default"/>
    <dgm:cxn modelId="{FC750D0B-C573-4137-88FE-C51F2A138511}" type="presParOf" srcId="{32EBBA62-138A-4E71-9F89-1F0FE615985F}" destId="{5A07F837-6C51-4E06-AA9A-9D458402016F}" srcOrd="12" destOrd="0" presId="urn:microsoft.com/office/officeart/2005/8/layout/default"/>
    <dgm:cxn modelId="{58DA77BB-B694-48BC-BB2B-8717EBBE3B88}" type="presParOf" srcId="{32EBBA62-138A-4E71-9F89-1F0FE615985F}" destId="{DFE346D7-65A2-4ACA-8D2A-D26952779028}" srcOrd="13" destOrd="0" presId="urn:microsoft.com/office/officeart/2005/8/layout/default"/>
    <dgm:cxn modelId="{79129F33-2E79-4F28-A52A-615BE11937A3}" type="presParOf" srcId="{32EBBA62-138A-4E71-9F89-1F0FE615985F}" destId="{22A30CDA-9567-4E32-834E-6F6BD352612F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FC4436-9AF9-4D19-A928-89E59F52DBD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D13F3CB-25D5-4FB0-AB30-BE4683C667E8}">
      <dgm:prSet/>
      <dgm:spPr/>
      <dgm:t>
        <a:bodyPr/>
        <a:lstStyle/>
        <a:p>
          <a:r>
            <a:rPr lang="en-US" b="1"/>
            <a:t>Producer publishes to an exchange:</a:t>
          </a:r>
          <a:r>
            <a:rPr lang="en-US"/>
            <a:t> A producer application sends a message to a specific exchange, optionally including a "routing key" and other message headers.</a:t>
          </a:r>
        </a:p>
      </dgm:t>
    </dgm:pt>
    <dgm:pt modelId="{B3BA1C77-7D6D-4E69-B300-02D3ABB7A0B2}" type="parTrans" cxnId="{3E6AB1F6-56CC-4A59-BBA8-3D5EB52B002D}">
      <dgm:prSet/>
      <dgm:spPr/>
      <dgm:t>
        <a:bodyPr/>
        <a:lstStyle/>
        <a:p>
          <a:endParaRPr lang="en-US"/>
        </a:p>
      </dgm:t>
    </dgm:pt>
    <dgm:pt modelId="{BF0A1AA3-A10C-4E3E-9297-697F1CDCBF49}" type="sibTrans" cxnId="{3E6AB1F6-56CC-4A59-BBA8-3D5EB52B002D}">
      <dgm:prSet/>
      <dgm:spPr/>
      <dgm:t>
        <a:bodyPr/>
        <a:lstStyle/>
        <a:p>
          <a:endParaRPr lang="en-US"/>
        </a:p>
      </dgm:t>
    </dgm:pt>
    <dgm:pt modelId="{6D170FDF-8904-4533-A2C8-6E10AB210456}">
      <dgm:prSet/>
      <dgm:spPr/>
      <dgm:t>
        <a:bodyPr/>
        <a:lstStyle/>
        <a:p>
          <a:r>
            <a:rPr lang="en-US" b="1"/>
            <a:t>Exchange receives the message:</a:t>
          </a:r>
          <a:r>
            <a:rPr lang="en-US"/>
            <a:t> The exchange gets the message from the producer.</a:t>
          </a:r>
        </a:p>
      </dgm:t>
    </dgm:pt>
    <dgm:pt modelId="{30F02FAC-6A02-45A1-8EA0-F04B0E43E721}" type="parTrans" cxnId="{4EAA8FC1-7DEF-4D21-956F-32B1D5B0EE79}">
      <dgm:prSet/>
      <dgm:spPr/>
      <dgm:t>
        <a:bodyPr/>
        <a:lstStyle/>
        <a:p>
          <a:endParaRPr lang="en-US"/>
        </a:p>
      </dgm:t>
    </dgm:pt>
    <dgm:pt modelId="{8451F9FB-E210-4CA5-9A88-D08185863A40}" type="sibTrans" cxnId="{4EAA8FC1-7DEF-4D21-956F-32B1D5B0EE79}">
      <dgm:prSet/>
      <dgm:spPr/>
      <dgm:t>
        <a:bodyPr/>
        <a:lstStyle/>
        <a:p>
          <a:endParaRPr lang="en-US"/>
        </a:p>
      </dgm:t>
    </dgm:pt>
    <dgm:pt modelId="{1C5D65D9-D648-4E69-924F-5834A32F6E80}">
      <dgm:prSet/>
      <dgm:spPr/>
      <dgm:t>
        <a:bodyPr/>
        <a:lstStyle/>
        <a:p>
          <a:r>
            <a:rPr lang="en-US" b="1"/>
            <a:t>Routing logic applied:</a:t>
          </a:r>
          <a:r>
            <a:rPr lang="en-US"/>
            <a:t> The exchange then applies its routing logic to determine which queues should receive a copy of the message. This logic depends heavily on the exchange type and the "bindings" that have been established.</a:t>
          </a:r>
        </a:p>
      </dgm:t>
    </dgm:pt>
    <dgm:pt modelId="{FEED1429-39B0-43E2-B40D-FA97FAA5798B}" type="parTrans" cxnId="{2B649475-BB7A-4589-A654-07B62D081699}">
      <dgm:prSet/>
      <dgm:spPr/>
      <dgm:t>
        <a:bodyPr/>
        <a:lstStyle/>
        <a:p>
          <a:endParaRPr lang="en-US"/>
        </a:p>
      </dgm:t>
    </dgm:pt>
    <dgm:pt modelId="{88A451E0-F778-4AB4-8B9B-39E2F313D198}" type="sibTrans" cxnId="{2B649475-BB7A-4589-A654-07B62D081699}">
      <dgm:prSet/>
      <dgm:spPr/>
      <dgm:t>
        <a:bodyPr/>
        <a:lstStyle/>
        <a:p>
          <a:endParaRPr lang="en-US"/>
        </a:p>
      </dgm:t>
    </dgm:pt>
    <dgm:pt modelId="{27787099-DCBF-40DC-9BDC-25036BB4FD11}">
      <dgm:prSet/>
      <dgm:spPr/>
      <dgm:t>
        <a:bodyPr/>
        <a:lstStyle/>
        <a:p>
          <a:r>
            <a:rPr lang="en-US" b="1"/>
            <a:t>Messages routed to queues:</a:t>
          </a:r>
          <a:r>
            <a:rPr lang="en-US"/>
            <a:t> Based on the routing logic, the exchange routes the message (or copies of it) to the appropriate bound queues.</a:t>
          </a:r>
        </a:p>
      </dgm:t>
    </dgm:pt>
    <dgm:pt modelId="{92101483-4A02-41DB-A606-431AD62EB944}" type="parTrans" cxnId="{2260F772-22AA-467D-971C-3FC0E9369E17}">
      <dgm:prSet/>
      <dgm:spPr/>
      <dgm:t>
        <a:bodyPr/>
        <a:lstStyle/>
        <a:p>
          <a:endParaRPr lang="en-US"/>
        </a:p>
      </dgm:t>
    </dgm:pt>
    <dgm:pt modelId="{8EEA61BC-1BD4-401C-9E68-3AB67EF4DC78}" type="sibTrans" cxnId="{2260F772-22AA-467D-971C-3FC0E9369E17}">
      <dgm:prSet/>
      <dgm:spPr/>
      <dgm:t>
        <a:bodyPr/>
        <a:lstStyle/>
        <a:p>
          <a:endParaRPr lang="en-US"/>
        </a:p>
      </dgm:t>
    </dgm:pt>
    <dgm:pt modelId="{D16998D7-48C2-4582-AA78-C3206948C205}">
      <dgm:prSet/>
      <dgm:spPr/>
      <dgm:t>
        <a:bodyPr/>
        <a:lstStyle/>
        <a:p>
          <a:r>
            <a:rPr lang="en-US" b="1"/>
            <a:t>Consumers consume from queues:</a:t>
          </a:r>
          <a:r>
            <a:rPr lang="en-US"/>
            <a:t> Finally, consumers retrieve and process messages from the queues.</a:t>
          </a:r>
        </a:p>
      </dgm:t>
    </dgm:pt>
    <dgm:pt modelId="{011621DD-674D-48C3-A79A-D53CDFF538A7}" type="parTrans" cxnId="{F383FD67-5D65-4E54-8BB7-C87F90D27855}">
      <dgm:prSet/>
      <dgm:spPr/>
      <dgm:t>
        <a:bodyPr/>
        <a:lstStyle/>
        <a:p>
          <a:endParaRPr lang="en-US"/>
        </a:p>
      </dgm:t>
    </dgm:pt>
    <dgm:pt modelId="{62F40B5A-BDF4-4F0C-A188-FF7D30AE1EBC}" type="sibTrans" cxnId="{F383FD67-5D65-4E54-8BB7-C87F90D27855}">
      <dgm:prSet/>
      <dgm:spPr/>
      <dgm:t>
        <a:bodyPr/>
        <a:lstStyle/>
        <a:p>
          <a:endParaRPr lang="en-US"/>
        </a:p>
      </dgm:t>
    </dgm:pt>
    <dgm:pt modelId="{CE7185F8-C45D-4CF4-A110-B4795C15879A}" type="pres">
      <dgm:prSet presAssocID="{7EFC4436-9AF9-4D19-A928-89E59F52DBD3}" presName="root" presStyleCnt="0">
        <dgm:presLayoutVars>
          <dgm:dir/>
          <dgm:resizeHandles val="exact"/>
        </dgm:presLayoutVars>
      </dgm:prSet>
      <dgm:spPr/>
    </dgm:pt>
    <dgm:pt modelId="{FEB333CA-1094-49A2-9612-637CF1F4943E}" type="pres">
      <dgm:prSet presAssocID="{5D13F3CB-25D5-4FB0-AB30-BE4683C667E8}" presName="compNode" presStyleCnt="0"/>
      <dgm:spPr/>
    </dgm:pt>
    <dgm:pt modelId="{E141A861-9D42-4A00-A22E-3412A83076E3}" type="pres">
      <dgm:prSet presAssocID="{5D13F3CB-25D5-4FB0-AB30-BE4683C667E8}" presName="bgRect" presStyleLbl="bgShp" presStyleIdx="0" presStyleCnt="5"/>
      <dgm:spPr/>
    </dgm:pt>
    <dgm:pt modelId="{62CBCD28-D11B-4EB4-80B8-3B0F5B14DC81}" type="pres">
      <dgm:prSet presAssocID="{5D13F3CB-25D5-4FB0-AB30-BE4683C667E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nsfer"/>
        </a:ext>
      </dgm:extLst>
    </dgm:pt>
    <dgm:pt modelId="{12536B6E-A585-436C-8240-2A9EBE6689FE}" type="pres">
      <dgm:prSet presAssocID="{5D13F3CB-25D5-4FB0-AB30-BE4683C667E8}" presName="spaceRect" presStyleCnt="0"/>
      <dgm:spPr/>
    </dgm:pt>
    <dgm:pt modelId="{90C39C22-BF8E-4A4D-BFBF-8F3F36298ABA}" type="pres">
      <dgm:prSet presAssocID="{5D13F3CB-25D5-4FB0-AB30-BE4683C667E8}" presName="parTx" presStyleLbl="revTx" presStyleIdx="0" presStyleCnt="5">
        <dgm:presLayoutVars>
          <dgm:chMax val="0"/>
          <dgm:chPref val="0"/>
        </dgm:presLayoutVars>
      </dgm:prSet>
      <dgm:spPr/>
    </dgm:pt>
    <dgm:pt modelId="{C410530D-A36E-4282-9C9A-661F66CC769A}" type="pres">
      <dgm:prSet presAssocID="{BF0A1AA3-A10C-4E3E-9297-697F1CDCBF49}" presName="sibTrans" presStyleCnt="0"/>
      <dgm:spPr/>
    </dgm:pt>
    <dgm:pt modelId="{5ED0130E-95F7-434E-ADF9-6DCB26A1FBE7}" type="pres">
      <dgm:prSet presAssocID="{6D170FDF-8904-4533-A2C8-6E10AB210456}" presName="compNode" presStyleCnt="0"/>
      <dgm:spPr/>
    </dgm:pt>
    <dgm:pt modelId="{E004D470-2A59-4CDE-B771-C22C8FB931BE}" type="pres">
      <dgm:prSet presAssocID="{6D170FDF-8904-4533-A2C8-6E10AB210456}" presName="bgRect" presStyleLbl="bgShp" presStyleIdx="1" presStyleCnt="5"/>
      <dgm:spPr/>
    </dgm:pt>
    <dgm:pt modelId="{07A0CD2C-488A-43A3-98D6-710BFB925EE2}" type="pres">
      <dgm:prSet presAssocID="{6D170FDF-8904-4533-A2C8-6E10AB21045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"/>
        </a:ext>
      </dgm:extLst>
    </dgm:pt>
    <dgm:pt modelId="{384265A2-3D81-4588-B9FD-21CA9C347B55}" type="pres">
      <dgm:prSet presAssocID="{6D170FDF-8904-4533-A2C8-6E10AB210456}" presName="spaceRect" presStyleCnt="0"/>
      <dgm:spPr/>
    </dgm:pt>
    <dgm:pt modelId="{B9632073-814E-4B57-968E-8FA24BA94743}" type="pres">
      <dgm:prSet presAssocID="{6D170FDF-8904-4533-A2C8-6E10AB210456}" presName="parTx" presStyleLbl="revTx" presStyleIdx="1" presStyleCnt="5">
        <dgm:presLayoutVars>
          <dgm:chMax val="0"/>
          <dgm:chPref val="0"/>
        </dgm:presLayoutVars>
      </dgm:prSet>
      <dgm:spPr/>
    </dgm:pt>
    <dgm:pt modelId="{5094D546-E26F-4BB1-A01B-AFDF5F54CC4A}" type="pres">
      <dgm:prSet presAssocID="{8451F9FB-E210-4CA5-9A88-D08185863A40}" presName="sibTrans" presStyleCnt="0"/>
      <dgm:spPr/>
    </dgm:pt>
    <dgm:pt modelId="{5403CF98-B347-403D-9BF6-85B8218D3E5A}" type="pres">
      <dgm:prSet presAssocID="{1C5D65D9-D648-4E69-924F-5834A32F6E80}" presName="compNode" presStyleCnt="0"/>
      <dgm:spPr/>
    </dgm:pt>
    <dgm:pt modelId="{E232BD19-782A-43B5-8BDB-92435BC31341}" type="pres">
      <dgm:prSet presAssocID="{1C5D65D9-D648-4E69-924F-5834A32F6E80}" presName="bgRect" presStyleLbl="bgShp" presStyleIdx="2" presStyleCnt="5"/>
      <dgm:spPr/>
    </dgm:pt>
    <dgm:pt modelId="{B25D6164-2C24-4B5F-8E77-73F94C3434E3}" type="pres">
      <dgm:prSet presAssocID="{1C5D65D9-D648-4E69-924F-5834A32F6E8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47FC2D50-2244-4E75-B7CF-170F7C1B350D}" type="pres">
      <dgm:prSet presAssocID="{1C5D65D9-D648-4E69-924F-5834A32F6E80}" presName="spaceRect" presStyleCnt="0"/>
      <dgm:spPr/>
    </dgm:pt>
    <dgm:pt modelId="{1246842C-6017-47C1-ABCF-74FCEA045052}" type="pres">
      <dgm:prSet presAssocID="{1C5D65D9-D648-4E69-924F-5834A32F6E80}" presName="parTx" presStyleLbl="revTx" presStyleIdx="2" presStyleCnt="5">
        <dgm:presLayoutVars>
          <dgm:chMax val="0"/>
          <dgm:chPref val="0"/>
        </dgm:presLayoutVars>
      </dgm:prSet>
      <dgm:spPr/>
    </dgm:pt>
    <dgm:pt modelId="{AE933C2C-57EB-4CE9-98D7-6131A16280AC}" type="pres">
      <dgm:prSet presAssocID="{88A451E0-F778-4AB4-8B9B-39E2F313D198}" presName="sibTrans" presStyleCnt="0"/>
      <dgm:spPr/>
    </dgm:pt>
    <dgm:pt modelId="{F8A250A5-ECA3-4DA5-B089-CFC1F5CC27C7}" type="pres">
      <dgm:prSet presAssocID="{27787099-DCBF-40DC-9BDC-25036BB4FD11}" presName="compNode" presStyleCnt="0"/>
      <dgm:spPr/>
    </dgm:pt>
    <dgm:pt modelId="{39236CBA-0F58-4214-BC81-0EADFBEF61C4}" type="pres">
      <dgm:prSet presAssocID="{27787099-DCBF-40DC-9BDC-25036BB4FD11}" presName="bgRect" presStyleLbl="bgShp" presStyleIdx="3" presStyleCnt="5"/>
      <dgm:spPr/>
    </dgm:pt>
    <dgm:pt modelId="{1EA86429-8764-4E2F-85E4-91A24E925A97}" type="pres">
      <dgm:prSet presAssocID="{27787099-DCBF-40DC-9BDC-25036BB4FD1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A77FCE2C-B0AE-4286-8525-28CDF700F9F6}" type="pres">
      <dgm:prSet presAssocID="{27787099-DCBF-40DC-9BDC-25036BB4FD11}" presName="spaceRect" presStyleCnt="0"/>
      <dgm:spPr/>
    </dgm:pt>
    <dgm:pt modelId="{9A6890B2-F1E9-470F-ADE5-97B55CBC27F1}" type="pres">
      <dgm:prSet presAssocID="{27787099-DCBF-40DC-9BDC-25036BB4FD11}" presName="parTx" presStyleLbl="revTx" presStyleIdx="3" presStyleCnt="5">
        <dgm:presLayoutVars>
          <dgm:chMax val="0"/>
          <dgm:chPref val="0"/>
        </dgm:presLayoutVars>
      </dgm:prSet>
      <dgm:spPr/>
    </dgm:pt>
    <dgm:pt modelId="{7FA9922E-F608-4D3D-A88F-A1D6F03B5C1E}" type="pres">
      <dgm:prSet presAssocID="{8EEA61BC-1BD4-401C-9E68-3AB67EF4DC78}" presName="sibTrans" presStyleCnt="0"/>
      <dgm:spPr/>
    </dgm:pt>
    <dgm:pt modelId="{4A7F089A-6227-49E9-A20B-6FF5805EE053}" type="pres">
      <dgm:prSet presAssocID="{D16998D7-48C2-4582-AA78-C3206948C205}" presName="compNode" presStyleCnt="0"/>
      <dgm:spPr/>
    </dgm:pt>
    <dgm:pt modelId="{CAB15A3B-204D-4E36-B6EB-4122D13E498E}" type="pres">
      <dgm:prSet presAssocID="{D16998D7-48C2-4582-AA78-C3206948C205}" presName="bgRect" presStyleLbl="bgShp" presStyleIdx="4" presStyleCnt="5"/>
      <dgm:spPr/>
    </dgm:pt>
    <dgm:pt modelId="{7264B19F-1D01-4424-A9E9-4960066A0B89}" type="pres">
      <dgm:prSet presAssocID="{D16998D7-48C2-4582-AA78-C3206948C20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378B81E6-42EA-4767-81DB-A953A5059056}" type="pres">
      <dgm:prSet presAssocID="{D16998D7-48C2-4582-AA78-C3206948C205}" presName="spaceRect" presStyleCnt="0"/>
      <dgm:spPr/>
    </dgm:pt>
    <dgm:pt modelId="{7A2DF4E9-63EB-4AEE-BDD2-F1D58F5381C1}" type="pres">
      <dgm:prSet presAssocID="{D16998D7-48C2-4582-AA78-C3206948C20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CA16105-0823-47A4-A040-0DC688E40444}" type="presOf" srcId="{27787099-DCBF-40DC-9BDC-25036BB4FD11}" destId="{9A6890B2-F1E9-470F-ADE5-97B55CBC27F1}" srcOrd="0" destOrd="0" presId="urn:microsoft.com/office/officeart/2018/2/layout/IconVerticalSolidList"/>
    <dgm:cxn modelId="{B594A70D-92F3-4708-8FEE-6EF0A87D08BE}" type="presOf" srcId="{D16998D7-48C2-4582-AA78-C3206948C205}" destId="{7A2DF4E9-63EB-4AEE-BDD2-F1D58F5381C1}" srcOrd="0" destOrd="0" presId="urn:microsoft.com/office/officeart/2018/2/layout/IconVerticalSolidList"/>
    <dgm:cxn modelId="{F383FD67-5D65-4E54-8BB7-C87F90D27855}" srcId="{7EFC4436-9AF9-4D19-A928-89E59F52DBD3}" destId="{D16998D7-48C2-4582-AA78-C3206948C205}" srcOrd="4" destOrd="0" parTransId="{011621DD-674D-48C3-A79A-D53CDFF538A7}" sibTransId="{62F40B5A-BDF4-4F0C-A188-FF7D30AE1EBC}"/>
    <dgm:cxn modelId="{2260F772-22AA-467D-971C-3FC0E9369E17}" srcId="{7EFC4436-9AF9-4D19-A928-89E59F52DBD3}" destId="{27787099-DCBF-40DC-9BDC-25036BB4FD11}" srcOrd="3" destOrd="0" parTransId="{92101483-4A02-41DB-A606-431AD62EB944}" sibTransId="{8EEA61BC-1BD4-401C-9E68-3AB67EF4DC78}"/>
    <dgm:cxn modelId="{2B649475-BB7A-4589-A654-07B62D081699}" srcId="{7EFC4436-9AF9-4D19-A928-89E59F52DBD3}" destId="{1C5D65D9-D648-4E69-924F-5834A32F6E80}" srcOrd="2" destOrd="0" parTransId="{FEED1429-39B0-43E2-B40D-FA97FAA5798B}" sibTransId="{88A451E0-F778-4AB4-8B9B-39E2F313D198}"/>
    <dgm:cxn modelId="{2F8B9278-D154-4B01-9549-ECE11FAFE177}" type="presOf" srcId="{7EFC4436-9AF9-4D19-A928-89E59F52DBD3}" destId="{CE7185F8-C45D-4CF4-A110-B4795C15879A}" srcOrd="0" destOrd="0" presId="urn:microsoft.com/office/officeart/2018/2/layout/IconVerticalSolidList"/>
    <dgm:cxn modelId="{77FDCC7A-E9B5-4417-93BC-D6A309D14E67}" type="presOf" srcId="{6D170FDF-8904-4533-A2C8-6E10AB210456}" destId="{B9632073-814E-4B57-968E-8FA24BA94743}" srcOrd="0" destOrd="0" presId="urn:microsoft.com/office/officeart/2018/2/layout/IconVerticalSolidList"/>
    <dgm:cxn modelId="{2239EAAB-6DCF-4B4D-B3E9-D8B98AE4A0EB}" type="presOf" srcId="{1C5D65D9-D648-4E69-924F-5834A32F6E80}" destId="{1246842C-6017-47C1-ABCF-74FCEA045052}" srcOrd="0" destOrd="0" presId="urn:microsoft.com/office/officeart/2018/2/layout/IconVerticalSolidList"/>
    <dgm:cxn modelId="{4EAA8FC1-7DEF-4D21-956F-32B1D5B0EE79}" srcId="{7EFC4436-9AF9-4D19-A928-89E59F52DBD3}" destId="{6D170FDF-8904-4533-A2C8-6E10AB210456}" srcOrd="1" destOrd="0" parTransId="{30F02FAC-6A02-45A1-8EA0-F04B0E43E721}" sibTransId="{8451F9FB-E210-4CA5-9A88-D08185863A40}"/>
    <dgm:cxn modelId="{DB5B37DA-4BB1-4FC7-A9CE-51EC9B2C25A2}" type="presOf" srcId="{5D13F3CB-25D5-4FB0-AB30-BE4683C667E8}" destId="{90C39C22-BF8E-4A4D-BFBF-8F3F36298ABA}" srcOrd="0" destOrd="0" presId="urn:microsoft.com/office/officeart/2018/2/layout/IconVerticalSolidList"/>
    <dgm:cxn modelId="{3E6AB1F6-56CC-4A59-BBA8-3D5EB52B002D}" srcId="{7EFC4436-9AF9-4D19-A928-89E59F52DBD3}" destId="{5D13F3CB-25D5-4FB0-AB30-BE4683C667E8}" srcOrd="0" destOrd="0" parTransId="{B3BA1C77-7D6D-4E69-B300-02D3ABB7A0B2}" sibTransId="{BF0A1AA3-A10C-4E3E-9297-697F1CDCBF49}"/>
    <dgm:cxn modelId="{950C5B01-6FF9-4AE1-A51B-76E0AD2DFFA0}" type="presParOf" srcId="{CE7185F8-C45D-4CF4-A110-B4795C15879A}" destId="{FEB333CA-1094-49A2-9612-637CF1F4943E}" srcOrd="0" destOrd="0" presId="urn:microsoft.com/office/officeart/2018/2/layout/IconVerticalSolidList"/>
    <dgm:cxn modelId="{E2E46DFF-3E0C-422F-80F2-C14CD211C60F}" type="presParOf" srcId="{FEB333CA-1094-49A2-9612-637CF1F4943E}" destId="{E141A861-9D42-4A00-A22E-3412A83076E3}" srcOrd="0" destOrd="0" presId="urn:microsoft.com/office/officeart/2018/2/layout/IconVerticalSolidList"/>
    <dgm:cxn modelId="{850673DB-BED7-4DF8-A8E6-59B70D5BF1B1}" type="presParOf" srcId="{FEB333CA-1094-49A2-9612-637CF1F4943E}" destId="{62CBCD28-D11B-4EB4-80B8-3B0F5B14DC81}" srcOrd="1" destOrd="0" presId="urn:microsoft.com/office/officeart/2018/2/layout/IconVerticalSolidList"/>
    <dgm:cxn modelId="{F142D484-C7BF-43FE-B3EA-9897061374E9}" type="presParOf" srcId="{FEB333CA-1094-49A2-9612-637CF1F4943E}" destId="{12536B6E-A585-436C-8240-2A9EBE6689FE}" srcOrd="2" destOrd="0" presId="urn:microsoft.com/office/officeart/2018/2/layout/IconVerticalSolidList"/>
    <dgm:cxn modelId="{04677709-76E7-4D68-A174-418AD55408BA}" type="presParOf" srcId="{FEB333CA-1094-49A2-9612-637CF1F4943E}" destId="{90C39C22-BF8E-4A4D-BFBF-8F3F36298ABA}" srcOrd="3" destOrd="0" presId="urn:microsoft.com/office/officeart/2018/2/layout/IconVerticalSolidList"/>
    <dgm:cxn modelId="{606BA830-C3AC-46B1-B4D5-1A85A3174942}" type="presParOf" srcId="{CE7185F8-C45D-4CF4-A110-B4795C15879A}" destId="{C410530D-A36E-4282-9C9A-661F66CC769A}" srcOrd="1" destOrd="0" presId="urn:microsoft.com/office/officeart/2018/2/layout/IconVerticalSolidList"/>
    <dgm:cxn modelId="{79CB723D-83EC-429E-AD77-22E302E21328}" type="presParOf" srcId="{CE7185F8-C45D-4CF4-A110-B4795C15879A}" destId="{5ED0130E-95F7-434E-ADF9-6DCB26A1FBE7}" srcOrd="2" destOrd="0" presId="urn:microsoft.com/office/officeart/2018/2/layout/IconVerticalSolidList"/>
    <dgm:cxn modelId="{5F793C72-298C-43A2-AE70-E04A79443B54}" type="presParOf" srcId="{5ED0130E-95F7-434E-ADF9-6DCB26A1FBE7}" destId="{E004D470-2A59-4CDE-B771-C22C8FB931BE}" srcOrd="0" destOrd="0" presId="urn:microsoft.com/office/officeart/2018/2/layout/IconVerticalSolidList"/>
    <dgm:cxn modelId="{E17A554B-EEA9-45E2-A07A-4B5923B93196}" type="presParOf" srcId="{5ED0130E-95F7-434E-ADF9-6DCB26A1FBE7}" destId="{07A0CD2C-488A-43A3-98D6-710BFB925EE2}" srcOrd="1" destOrd="0" presId="urn:microsoft.com/office/officeart/2018/2/layout/IconVerticalSolidList"/>
    <dgm:cxn modelId="{AF57BA3B-EB1C-461A-80EF-0C68927C4B64}" type="presParOf" srcId="{5ED0130E-95F7-434E-ADF9-6DCB26A1FBE7}" destId="{384265A2-3D81-4588-B9FD-21CA9C347B55}" srcOrd="2" destOrd="0" presId="urn:microsoft.com/office/officeart/2018/2/layout/IconVerticalSolidList"/>
    <dgm:cxn modelId="{0658C671-EE4D-405B-BE31-1988EE2B0DB0}" type="presParOf" srcId="{5ED0130E-95F7-434E-ADF9-6DCB26A1FBE7}" destId="{B9632073-814E-4B57-968E-8FA24BA94743}" srcOrd="3" destOrd="0" presId="urn:microsoft.com/office/officeart/2018/2/layout/IconVerticalSolidList"/>
    <dgm:cxn modelId="{4B5C1928-8EFA-476B-A97C-0D5CC5550C48}" type="presParOf" srcId="{CE7185F8-C45D-4CF4-A110-B4795C15879A}" destId="{5094D546-E26F-4BB1-A01B-AFDF5F54CC4A}" srcOrd="3" destOrd="0" presId="urn:microsoft.com/office/officeart/2018/2/layout/IconVerticalSolidList"/>
    <dgm:cxn modelId="{DD583F6C-6E15-4ABF-9191-CDB965BE0FBA}" type="presParOf" srcId="{CE7185F8-C45D-4CF4-A110-B4795C15879A}" destId="{5403CF98-B347-403D-9BF6-85B8218D3E5A}" srcOrd="4" destOrd="0" presId="urn:microsoft.com/office/officeart/2018/2/layout/IconVerticalSolidList"/>
    <dgm:cxn modelId="{9355A959-E7AD-4F56-BD59-143C01FE5E77}" type="presParOf" srcId="{5403CF98-B347-403D-9BF6-85B8218D3E5A}" destId="{E232BD19-782A-43B5-8BDB-92435BC31341}" srcOrd="0" destOrd="0" presId="urn:microsoft.com/office/officeart/2018/2/layout/IconVerticalSolidList"/>
    <dgm:cxn modelId="{1AAB48E9-4DAB-4649-AF8F-02ADD5C83FFC}" type="presParOf" srcId="{5403CF98-B347-403D-9BF6-85B8218D3E5A}" destId="{B25D6164-2C24-4B5F-8E77-73F94C3434E3}" srcOrd="1" destOrd="0" presId="urn:microsoft.com/office/officeart/2018/2/layout/IconVerticalSolidList"/>
    <dgm:cxn modelId="{EE8C2B7F-241D-46E2-94D4-8246312B20B3}" type="presParOf" srcId="{5403CF98-B347-403D-9BF6-85B8218D3E5A}" destId="{47FC2D50-2244-4E75-B7CF-170F7C1B350D}" srcOrd="2" destOrd="0" presId="urn:microsoft.com/office/officeart/2018/2/layout/IconVerticalSolidList"/>
    <dgm:cxn modelId="{0A7D1C40-9F2C-43A7-8EE5-BA03CCDECE09}" type="presParOf" srcId="{5403CF98-B347-403D-9BF6-85B8218D3E5A}" destId="{1246842C-6017-47C1-ABCF-74FCEA045052}" srcOrd="3" destOrd="0" presId="urn:microsoft.com/office/officeart/2018/2/layout/IconVerticalSolidList"/>
    <dgm:cxn modelId="{A2B4076B-B25D-44C7-BF05-5359241BCF53}" type="presParOf" srcId="{CE7185F8-C45D-4CF4-A110-B4795C15879A}" destId="{AE933C2C-57EB-4CE9-98D7-6131A16280AC}" srcOrd="5" destOrd="0" presId="urn:microsoft.com/office/officeart/2018/2/layout/IconVerticalSolidList"/>
    <dgm:cxn modelId="{9EFA61D6-DF94-4897-A011-0AEAE1098F33}" type="presParOf" srcId="{CE7185F8-C45D-4CF4-A110-B4795C15879A}" destId="{F8A250A5-ECA3-4DA5-B089-CFC1F5CC27C7}" srcOrd="6" destOrd="0" presId="urn:microsoft.com/office/officeart/2018/2/layout/IconVerticalSolidList"/>
    <dgm:cxn modelId="{7AE6C2EC-CB71-49D1-ADBD-1CB731B648E9}" type="presParOf" srcId="{F8A250A5-ECA3-4DA5-B089-CFC1F5CC27C7}" destId="{39236CBA-0F58-4214-BC81-0EADFBEF61C4}" srcOrd="0" destOrd="0" presId="urn:microsoft.com/office/officeart/2018/2/layout/IconVerticalSolidList"/>
    <dgm:cxn modelId="{85603D33-C3A0-4351-8602-07B1A6C7F473}" type="presParOf" srcId="{F8A250A5-ECA3-4DA5-B089-CFC1F5CC27C7}" destId="{1EA86429-8764-4E2F-85E4-91A24E925A97}" srcOrd="1" destOrd="0" presId="urn:microsoft.com/office/officeart/2018/2/layout/IconVerticalSolidList"/>
    <dgm:cxn modelId="{C491ACE1-9C13-4EF5-859E-1B5E627675AB}" type="presParOf" srcId="{F8A250A5-ECA3-4DA5-B089-CFC1F5CC27C7}" destId="{A77FCE2C-B0AE-4286-8525-28CDF700F9F6}" srcOrd="2" destOrd="0" presId="urn:microsoft.com/office/officeart/2018/2/layout/IconVerticalSolidList"/>
    <dgm:cxn modelId="{C378D9BC-7467-4755-A258-B3C84588457C}" type="presParOf" srcId="{F8A250A5-ECA3-4DA5-B089-CFC1F5CC27C7}" destId="{9A6890B2-F1E9-470F-ADE5-97B55CBC27F1}" srcOrd="3" destOrd="0" presId="urn:microsoft.com/office/officeart/2018/2/layout/IconVerticalSolidList"/>
    <dgm:cxn modelId="{40F35CF7-C2A1-404D-97D2-411B3C10389E}" type="presParOf" srcId="{CE7185F8-C45D-4CF4-A110-B4795C15879A}" destId="{7FA9922E-F608-4D3D-A88F-A1D6F03B5C1E}" srcOrd="7" destOrd="0" presId="urn:microsoft.com/office/officeart/2018/2/layout/IconVerticalSolidList"/>
    <dgm:cxn modelId="{34EAB1CC-9293-4418-9492-12EC3DCCA179}" type="presParOf" srcId="{CE7185F8-C45D-4CF4-A110-B4795C15879A}" destId="{4A7F089A-6227-49E9-A20B-6FF5805EE053}" srcOrd="8" destOrd="0" presId="urn:microsoft.com/office/officeart/2018/2/layout/IconVerticalSolidList"/>
    <dgm:cxn modelId="{926F2B37-A44E-4A7B-B53A-7E4E6FA42CC4}" type="presParOf" srcId="{4A7F089A-6227-49E9-A20B-6FF5805EE053}" destId="{CAB15A3B-204D-4E36-B6EB-4122D13E498E}" srcOrd="0" destOrd="0" presId="urn:microsoft.com/office/officeart/2018/2/layout/IconVerticalSolidList"/>
    <dgm:cxn modelId="{657B5035-A366-4006-BB09-915A85953616}" type="presParOf" srcId="{4A7F089A-6227-49E9-A20B-6FF5805EE053}" destId="{7264B19F-1D01-4424-A9E9-4960066A0B89}" srcOrd="1" destOrd="0" presId="urn:microsoft.com/office/officeart/2018/2/layout/IconVerticalSolidList"/>
    <dgm:cxn modelId="{EEC097CF-C69F-45B0-9D46-82298136C97A}" type="presParOf" srcId="{4A7F089A-6227-49E9-A20B-6FF5805EE053}" destId="{378B81E6-42EA-4767-81DB-A953A5059056}" srcOrd="2" destOrd="0" presId="urn:microsoft.com/office/officeart/2018/2/layout/IconVerticalSolidList"/>
    <dgm:cxn modelId="{B652C451-6393-49DF-8EFB-2D0430C534EB}" type="presParOf" srcId="{4A7F089A-6227-49E9-A20B-6FF5805EE053}" destId="{7A2DF4E9-63EB-4AEE-BDD2-F1D58F5381C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C293639-CC67-41D7-82D2-C11A8E3DEB8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489B121-1736-48FB-96BE-E3DBDF684D98}">
      <dgm:prSet/>
      <dgm:spPr/>
      <dgm:t>
        <a:bodyPr/>
        <a:lstStyle/>
        <a:p>
          <a:r>
            <a:rPr lang="en-US" b="1"/>
            <a:t>Routing Logic:</a:t>
          </a:r>
          <a:r>
            <a:rPr lang="en-US"/>
            <a:t> Routes messages to queues whose binding key exactly matches the routing key of the message.</a:t>
          </a:r>
        </a:p>
      </dgm:t>
    </dgm:pt>
    <dgm:pt modelId="{74C24BDB-0627-42FD-AF05-EF8AA5756565}" type="parTrans" cxnId="{B1D82482-962E-44A5-8F0D-5EB600FBAA54}">
      <dgm:prSet/>
      <dgm:spPr/>
      <dgm:t>
        <a:bodyPr/>
        <a:lstStyle/>
        <a:p>
          <a:endParaRPr lang="en-US"/>
        </a:p>
      </dgm:t>
    </dgm:pt>
    <dgm:pt modelId="{D7DC9A6F-4DAD-4F5C-A30A-56BFEAB5F9BB}" type="sibTrans" cxnId="{B1D82482-962E-44A5-8F0D-5EB600FBAA54}">
      <dgm:prSet/>
      <dgm:spPr/>
      <dgm:t>
        <a:bodyPr/>
        <a:lstStyle/>
        <a:p>
          <a:endParaRPr lang="en-US"/>
        </a:p>
      </dgm:t>
    </dgm:pt>
    <dgm:pt modelId="{ABA3C387-286C-4BFF-B591-C146A724DCF5}">
      <dgm:prSet/>
      <dgm:spPr/>
      <dgm:t>
        <a:bodyPr/>
        <a:lstStyle/>
        <a:p>
          <a:r>
            <a:rPr lang="en-US" b="1"/>
            <a:t>Use Case:</a:t>
          </a:r>
          <a:r>
            <a:rPr lang="en-US"/>
            <a:t> Ideal for unicast routing (one message to one specific queue) or distributing tasks to specific workers.</a:t>
          </a:r>
        </a:p>
      </dgm:t>
    </dgm:pt>
    <dgm:pt modelId="{38D89CDF-D3A0-48C3-A5AA-CD0EB2475ABF}" type="parTrans" cxnId="{DB922889-458F-444F-8778-9AD3E373AFA6}">
      <dgm:prSet/>
      <dgm:spPr/>
      <dgm:t>
        <a:bodyPr/>
        <a:lstStyle/>
        <a:p>
          <a:endParaRPr lang="en-US"/>
        </a:p>
      </dgm:t>
    </dgm:pt>
    <dgm:pt modelId="{A611F797-FCFD-41D0-966A-5F368E226053}" type="sibTrans" cxnId="{DB922889-458F-444F-8778-9AD3E373AFA6}">
      <dgm:prSet/>
      <dgm:spPr/>
      <dgm:t>
        <a:bodyPr/>
        <a:lstStyle/>
        <a:p>
          <a:endParaRPr lang="en-US"/>
        </a:p>
      </dgm:t>
    </dgm:pt>
    <dgm:pt modelId="{05C72422-B460-47CE-B954-9DE6067CACA5}" type="pres">
      <dgm:prSet presAssocID="{9C293639-CC67-41D7-82D2-C11A8E3DEB8F}" presName="root" presStyleCnt="0">
        <dgm:presLayoutVars>
          <dgm:dir/>
          <dgm:resizeHandles val="exact"/>
        </dgm:presLayoutVars>
      </dgm:prSet>
      <dgm:spPr/>
    </dgm:pt>
    <dgm:pt modelId="{2FCD75A6-6E6F-48E7-8288-C2DDA16C80CB}" type="pres">
      <dgm:prSet presAssocID="{E489B121-1736-48FB-96BE-E3DBDF684D98}" presName="compNode" presStyleCnt="0"/>
      <dgm:spPr/>
    </dgm:pt>
    <dgm:pt modelId="{5A30278A-A7AA-4768-992F-B6F03D06EBFE}" type="pres">
      <dgm:prSet presAssocID="{E489B121-1736-48FB-96BE-E3DBDF684D98}" presName="bgRect" presStyleLbl="bgShp" presStyleIdx="0" presStyleCnt="2"/>
      <dgm:spPr/>
    </dgm:pt>
    <dgm:pt modelId="{3B1BB0BC-655E-4B94-BF1E-B19B7C0C38CF}" type="pres">
      <dgm:prSet presAssocID="{E489B121-1736-48FB-96BE-E3DBDF684D9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ed"/>
        </a:ext>
      </dgm:extLst>
    </dgm:pt>
    <dgm:pt modelId="{526A17D9-B497-4B29-B89E-9305EEE322EA}" type="pres">
      <dgm:prSet presAssocID="{E489B121-1736-48FB-96BE-E3DBDF684D98}" presName="spaceRect" presStyleCnt="0"/>
      <dgm:spPr/>
    </dgm:pt>
    <dgm:pt modelId="{57B63C63-732A-43F9-82D6-7F964C3CBB8F}" type="pres">
      <dgm:prSet presAssocID="{E489B121-1736-48FB-96BE-E3DBDF684D98}" presName="parTx" presStyleLbl="revTx" presStyleIdx="0" presStyleCnt="2">
        <dgm:presLayoutVars>
          <dgm:chMax val="0"/>
          <dgm:chPref val="0"/>
        </dgm:presLayoutVars>
      </dgm:prSet>
      <dgm:spPr/>
    </dgm:pt>
    <dgm:pt modelId="{242F8F19-703A-4343-8CA7-8929CE3F23C3}" type="pres">
      <dgm:prSet presAssocID="{D7DC9A6F-4DAD-4F5C-A30A-56BFEAB5F9BB}" presName="sibTrans" presStyleCnt="0"/>
      <dgm:spPr/>
    </dgm:pt>
    <dgm:pt modelId="{5981A7CA-6B88-4867-82C8-9ADF5AED83B0}" type="pres">
      <dgm:prSet presAssocID="{ABA3C387-286C-4BFF-B591-C146A724DCF5}" presName="compNode" presStyleCnt="0"/>
      <dgm:spPr/>
    </dgm:pt>
    <dgm:pt modelId="{7B1D685C-CA42-4FBC-AAFC-DBF38F0D0CDC}" type="pres">
      <dgm:prSet presAssocID="{ABA3C387-286C-4BFF-B591-C146A724DCF5}" presName="bgRect" presStyleLbl="bgShp" presStyleIdx="1" presStyleCnt="2"/>
      <dgm:spPr/>
    </dgm:pt>
    <dgm:pt modelId="{C84A68FF-7527-49DD-BC51-22B7317EC21A}" type="pres">
      <dgm:prSet presAssocID="{ABA3C387-286C-4BFF-B591-C146A724DCF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24B8EB68-23F7-4083-A33C-B3B23561B175}" type="pres">
      <dgm:prSet presAssocID="{ABA3C387-286C-4BFF-B591-C146A724DCF5}" presName="spaceRect" presStyleCnt="0"/>
      <dgm:spPr/>
    </dgm:pt>
    <dgm:pt modelId="{F8BCA7AD-C7CE-4672-B59E-DAD5E8D01075}" type="pres">
      <dgm:prSet presAssocID="{ABA3C387-286C-4BFF-B591-C146A724DCF5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61845C3E-A7D7-4AA1-8572-2D931AA83DA0}" type="presOf" srcId="{9C293639-CC67-41D7-82D2-C11A8E3DEB8F}" destId="{05C72422-B460-47CE-B954-9DE6067CACA5}" srcOrd="0" destOrd="0" presId="urn:microsoft.com/office/officeart/2018/2/layout/IconVerticalSolidList"/>
    <dgm:cxn modelId="{B1D82482-962E-44A5-8F0D-5EB600FBAA54}" srcId="{9C293639-CC67-41D7-82D2-C11A8E3DEB8F}" destId="{E489B121-1736-48FB-96BE-E3DBDF684D98}" srcOrd="0" destOrd="0" parTransId="{74C24BDB-0627-42FD-AF05-EF8AA5756565}" sibTransId="{D7DC9A6F-4DAD-4F5C-A30A-56BFEAB5F9BB}"/>
    <dgm:cxn modelId="{DB922889-458F-444F-8778-9AD3E373AFA6}" srcId="{9C293639-CC67-41D7-82D2-C11A8E3DEB8F}" destId="{ABA3C387-286C-4BFF-B591-C146A724DCF5}" srcOrd="1" destOrd="0" parTransId="{38D89CDF-D3A0-48C3-A5AA-CD0EB2475ABF}" sibTransId="{A611F797-FCFD-41D0-966A-5F368E226053}"/>
    <dgm:cxn modelId="{95A77D93-624E-45BC-A529-820EC3C13164}" type="presOf" srcId="{E489B121-1736-48FB-96BE-E3DBDF684D98}" destId="{57B63C63-732A-43F9-82D6-7F964C3CBB8F}" srcOrd="0" destOrd="0" presId="urn:microsoft.com/office/officeart/2018/2/layout/IconVerticalSolidList"/>
    <dgm:cxn modelId="{8E3DFDBE-96DC-464F-B584-FCB89632F9A9}" type="presOf" srcId="{ABA3C387-286C-4BFF-B591-C146A724DCF5}" destId="{F8BCA7AD-C7CE-4672-B59E-DAD5E8D01075}" srcOrd="0" destOrd="0" presId="urn:microsoft.com/office/officeart/2018/2/layout/IconVerticalSolidList"/>
    <dgm:cxn modelId="{73A10079-3A2E-45D0-AB8B-2C80423218A3}" type="presParOf" srcId="{05C72422-B460-47CE-B954-9DE6067CACA5}" destId="{2FCD75A6-6E6F-48E7-8288-C2DDA16C80CB}" srcOrd="0" destOrd="0" presId="urn:microsoft.com/office/officeart/2018/2/layout/IconVerticalSolidList"/>
    <dgm:cxn modelId="{9136149D-33A7-48C2-BE68-91D817889B05}" type="presParOf" srcId="{2FCD75A6-6E6F-48E7-8288-C2DDA16C80CB}" destId="{5A30278A-A7AA-4768-992F-B6F03D06EBFE}" srcOrd="0" destOrd="0" presId="urn:microsoft.com/office/officeart/2018/2/layout/IconVerticalSolidList"/>
    <dgm:cxn modelId="{7387CCEE-C2E1-4BE0-96AC-13A1C04B208F}" type="presParOf" srcId="{2FCD75A6-6E6F-48E7-8288-C2DDA16C80CB}" destId="{3B1BB0BC-655E-4B94-BF1E-B19B7C0C38CF}" srcOrd="1" destOrd="0" presId="urn:microsoft.com/office/officeart/2018/2/layout/IconVerticalSolidList"/>
    <dgm:cxn modelId="{033BE767-CE32-448D-B814-F549F01A80FD}" type="presParOf" srcId="{2FCD75A6-6E6F-48E7-8288-C2DDA16C80CB}" destId="{526A17D9-B497-4B29-B89E-9305EEE322EA}" srcOrd="2" destOrd="0" presId="urn:microsoft.com/office/officeart/2018/2/layout/IconVerticalSolidList"/>
    <dgm:cxn modelId="{0AD34467-5BA3-4048-B1EC-5137B5EADBE6}" type="presParOf" srcId="{2FCD75A6-6E6F-48E7-8288-C2DDA16C80CB}" destId="{57B63C63-732A-43F9-82D6-7F964C3CBB8F}" srcOrd="3" destOrd="0" presId="urn:microsoft.com/office/officeart/2018/2/layout/IconVerticalSolidList"/>
    <dgm:cxn modelId="{0C2F4198-E5A8-4D6F-8DBE-4B14E5B75ACE}" type="presParOf" srcId="{05C72422-B460-47CE-B954-9DE6067CACA5}" destId="{242F8F19-703A-4343-8CA7-8929CE3F23C3}" srcOrd="1" destOrd="0" presId="urn:microsoft.com/office/officeart/2018/2/layout/IconVerticalSolidList"/>
    <dgm:cxn modelId="{286C44B1-7E1A-48EF-8CFE-8BE3DC9A34C6}" type="presParOf" srcId="{05C72422-B460-47CE-B954-9DE6067CACA5}" destId="{5981A7CA-6B88-4867-82C8-9ADF5AED83B0}" srcOrd="2" destOrd="0" presId="urn:microsoft.com/office/officeart/2018/2/layout/IconVerticalSolidList"/>
    <dgm:cxn modelId="{F056E66A-86B2-4E1D-89E8-D295941B91ED}" type="presParOf" srcId="{5981A7CA-6B88-4867-82C8-9ADF5AED83B0}" destId="{7B1D685C-CA42-4FBC-AAFC-DBF38F0D0CDC}" srcOrd="0" destOrd="0" presId="urn:microsoft.com/office/officeart/2018/2/layout/IconVerticalSolidList"/>
    <dgm:cxn modelId="{469BB341-8BDC-4143-A721-BBA4DDB8235F}" type="presParOf" srcId="{5981A7CA-6B88-4867-82C8-9ADF5AED83B0}" destId="{C84A68FF-7527-49DD-BC51-22B7317EC21A}" srcOrd="1" destOrd="0" presId="urn:microsoft.com/office/officeart/2018/2/layout/IconVerticalSolidList"/>
    <dgm:cxn modelId="{512ECC8F-E44E-448E-B03D-287DE1D01212}" type="presParOf" srcId="{5981A7CA-6B88-4867-82C8-9ADF5AED83B0}" destId="{24B8EB68-23F7-4083-A33C-B3B23561B175}" srcOrd="2" destOrd="0" presId="urn:microsoft.com/office/officeart/2018/2/layout/IconVerticalSolidList"/>
    <dgm:cxn modelId="{177A6433-F7A3-4D80-90CA-C45B22D65568}" type="presParOf" srcId="{5981A7CA-6B88-4867-82C8-9ADF5AED83B0}" destId="{F8BCA7AD-C7CE-4672-B59E-DAD5E8D0107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A7AF1B2-8792-49B5-AA32-19199484128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4C59FDB-E5B4-495C-AFBA-9B79B993EF1E}">
      <dgm:prSet/>
      <dgm:spPr/>
      <dgm:t>
        <a:bodyPr/>
        <a:lstStyle/>
        <a:p>
          <a:r>
            <a:rPr lang="en-US" b="1"/>
            <a:t>Routing Logic:</a:t>
          </a:r>
          <a:r>
            <a:rPr lang="en-US"/>
            <a:t> Routes a copy of every message it receives to all queues bound to it, regardless of the routing key. The routing key is completely ignored.</a:t>
          </a:r>
        </a:p>
      </dgm:t>
    </dgm:pt>
    <dgm:pt modelId="{1AB8025E-5470-492E-8ADC-D2428A0A3599}" type="parTrans" cxnId="{3C867987-EB9C-40DF-A57E-CF7541DDE002}">
      <dgm:prSet/>
      <dgm:spPr/>
      <dgm:t>
        <a:bodyPr/>
        <a:lstStyle/>
        <a:p>
          <a:endParaRPr lang="en-US"/>
        </a:p>
      </dgm:t>
    </dgm:pt>
    <dgm:pt modelId="{F24D5E9A-1CB9-4E44-B6CE-F6573A3B7420}" type="sibTrans" cxnId="{3C867987-EB9C-40DF-A57E-CF7541DDE002}">
      <dgm:prSet/>
      <dgm:spPr/>
      <dgm:t>
        <a:bodyPr/>
        <a:lstStyle/>
        <a:p>
          <a:endParaRPr lang="en-US"/>
        </a:p>
      </dgm:t>
    </dgm:pt>
    <dgm:pt modelId="{C435E611-F9BB-49CC-983E-0DB620CDFA8A}">
      <dgm:prSet/>
      <dgm:spPr/>
      <dgm:t>
        <a:bodyPr/>
        <a:lstStyle/>
        <a:p>
          <a:r>
            <a:rPr lang="en-US" b="1"/>
            <a:t>Use Case:</a:t>
          </a:r>
          <a:r>
            <a:rPr lang="en-US"/>
            <a:t> Ideal for broadcast routing, where a single message needs to be delivered to multiple consumers or services. Examples include real-time sports updates, chat applications, or system-wide notifications.</a:t>
          </a:r>
        </a:p>
      </dgm:t>
    </dgm:pt>
    <dgm:pt modelId="{F52BE4A1-B8B5-4F7A-9AF4-28A34EE99B57}" type="parTrans" cxnId="{0A029DD5-F36B-4141-BC80-8406C0319818}">
      <dgm:prSet/>
      <dgm:spPr/>
      <dgm:t>
        <a:bodyPr/>
        <a:lstStyle/>
        <a:p>
          <a:endParaRPr lang="en-US"/>
        </a:p>
      </dgm:t>
    </dgm:pt>
    <dgm:pt modelId="{437DA527-2345-41A0-A91E-F182CC7D161E}" type="sibTrans" cxnId="{0A029DD5-F36B-4141-BC80-8406C0319818}">
      <dgm:prSet/>
      <dgm:spPr/>
      <dgm:t>
        <a:bodyPr/>
        <a:lstStyle/>
        <a:p>
          <a:endParaRPr lang="en-US"/>
        </a:p>
      </dgm:t>
    </dgm:pt>
    <dgm:pt modelId="{C61723DA-20EB-4302-9686-3A432D29A4FF}" type="pres">
      <dgm:prSet presAssocID="{FA7AF1B2-8792-49B5-AA32-191994841281}" presName="root" presStyleCnt="0">
        <dgm:presLayoutVars>
          <dgm:dir/>
          <dgm:resizeHandles val="exact"/>
        </dgm:presLayoutVars>
      </dgm:prSet>
      <dgm:spPr/>
    </dgm:pt>
    <dgm:pt modelId="{B0EF78ED-985F-4689-9F37-0E43FD836240}" type="pres">
      <dgm:prSet presAssocID="{C4C59FDB-E5B4-495C-AFBA-9B79B993EF1E}" presName="compNode" presStyleCnt="0"/>
      <dgm:spPr/>
    </dgm:pt>
    <dgm:pt modelId="{C3890DC6-DF18-4B75-A4BB-16C98FE4C0A1}" type="pres">
      <dgm:prSet presAssocID="{C4C59FDB-E5B4-495C-AFBA-9B79B993EF1E}" presName="bgRect" presStyleLbl="bgShp" presStyleIdx="0" presStyleCnt="2"/>
      <dgm:spPr/>
    </dgm:pt>
    <dgm:pt modelId="{B976FF97-5325-4A82-8215-405BCF3B12E4}" type="pres">
      <dgm:prSet presAssocID="{C4C59FDB-E5B4-495C-AFBA-9B79B993EF1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nsfer"/>
        </a:ext>
      </dgm:extLst>
    </dgm:pt>
    <dgm:pt modelId="{79B592B3-A5B7-4C4B-9146-44DD1873A0A0}" type="pres">
      <dgm:prSet presAssocID="{C4C59FDB-E5B4-495C-AFBA-9B79B993EF1E}" presName="spaceRect" presStyleCnt="0"/>
      <dgm:spPr/>
    </dgm:pt>
    <dgm:pt modelId="{45A69BC5-A582-49CE-90E3-2A06F5DFD40A}" type="pres">
      <dgm:prSet presAssocID="{C4C59FDB-E5B4-495C-AFBA-9B79B993EF1E}" presName="parTx" presStyleLbl="revTx" presStyleIdx="0" presStyleCnt="2">
        <dgm:presLayoutVars>
          <dgm:chMax val="0"/>
          <dgm:chPref val="0"/>
        </dgm:presLayoutVars>
      </dgm:prSet>
      <dgm:spPr/>
    </dgm:pt>
    <dgm:pt modelId="{2B6BE32E-6C53-4F60-8C77-2955427BA310}" type="pres">
      <dgm:prSet presAssocID="{F24D5E9A-1CB9-4E44-B6CE-F6573A3B7420}" presName="sibTrans" presStyleCnt="0"/>
      <dgm:spPr/>
    </dgm:pt>
    <dgm:pt modelId="{FC0A9175-BB3C-422A-B55E-0449DF94417A}" type="pres">
      <dgm:prSet presAssocID="{C435E611-F9BB-49CC-983E-0DB620CDFA8A}" presName="compNode" presStyleCnt="0"/>
      <dgm:spPr/>
    </dgm:pt>
    <dgm:pt modelId="{54E1542D-845C-4034-ABCE-A64406845E72}" type="pres">
      <dgm:prSet presAssocID="{C435E611-F9BB-49CC-983E-0DB620CDFA8A}" presName="bgRect" presStyleLbl="bgShp" presStyleIdx="1" presStyleCnt="2"/>
      <dgm:spPr/>
    </dgm:pt>
    <dgm:pt modelId="{2FC5BE91-2DB2-43C4-95A3-B4805684A74C}" type="pres">
      <dgm:prSet presAssocID="{C435E611-F9BB-49CC-983E-0DB620CDFA8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C73764E4-EBFA-4A13-8198-06BA232241D9}" type="pres">
      <dgm:prSet presAssocID="{C435E611-F9BB-49CC-983E-0DB620CDFA8A}" presName="spaceRect" presStyleCnt="0"/>
      <dgm:spPr/>
    </dgm:pt>
    <dgm:pt modelId="{19948773-75E4-4DE8-9284-FBBF3BECC1B2}" type="pres">
      <dgm:prSet presAssocID="{C435E611-F9BB-49CC-983E-0DB620CDFA8A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8354143A-A77A-4169-AC42-5C215778C3D1}" type="presOf" srcId="{FA7AF1B2-8792-49B5-AA32-191994841281}" destId="{C61723DA-20EB-4302-9686-3A432D29A4FF}" srcOrd="0" destOrd="0" presId="urn:microsoft.com/office/officeart/2018/2/layout/IconVerticalSolidList"/>
    <dgm:cxn modelId="{B585DD85-A2F6-49FD-8386-2BA250ACEEF2}" type="presOf" srcId="{C435E611-F9BB-49CC-983E-0DB620CDFA8A}" destId="{19948773-75E4-4DE8-9284-FBBF3BECC1B2}" srcOrd="0" destOrd="0" presId="urn:microsoft.com/office/officeart/2018/2/layout/IconVerticalSolidList"/>
    <dgm:cxn modelId="{3C867987-EB9C-40DF-A57E-CF7541DDE002}" srcId="{FA7AF1B2-8792-49B5-AA32-191994841281}" destId="{C4C59FDB-E5B4-495C-AFBA-9B79B993EF1E}" srcOrd="0" destOrd="0" parTransId="{1AB8025E-5470-492E-8ADC-D2428A0A3599}" sibTransId="{F24D5E9A-1CB9-4E44-B6CE-F6573A3B7420}"/>
    <dgm:cxn modelId="{A78A10D2-C8B1-464E-8320-89C5E6B979D0}" type="presOf" srcId="{C4C59FDB-E5B4-495C-AFBA-9B79B993EF1E}" destId="{45A69BC5-A582-49CE-90E3-2A06F5DFD40A}" srcOrd="0" destOrd="0" presId="urn:microsoft.com/office/officeart/2018/2/layout/IconVerticalSolidList"/>
    <dgm:cxn modelId="{0A029DD5-F36B-4141-BC80-8406C0319818}" srcId="{FA7AF1B2-8792-49B5-AA32-191994841281}" destId="{C435E611-F9BB-49CC-983E-0DB620CDFA8A}" srcOrd="1" destOrd="0" parTransId="{F52BE4A1-B8B5-4F7A-9AF4-28A34EE99B57}" sibTransId="{437DA527-2345-41A0-A91E-F182CC7D161E}"/>
    <dgm:cxn modelId="{E741366C-A202-441C-A6E9-3B9A519F20C9}" type="presParOf" srcId="{C61723DA-20EB-4302-9686-3A432D29A4FF}" destId="{B0EF78ED-985F-4689-9F37-0E43FD836240}" srcOrd="0" destOrd="0" presId="urn:microsoft.com/office/officeart/2018/2/layout/IconVerticalSolidList"/>
    <dgm:cxn modelId="{CC84573E-29DE-4160-A8C6-2C8E72EF93EE}" type="presParOf" srcId="{B0EF78ED-985F-4689-9F37-0E43FD836240}" destId="{C3890DC6-DF18-4B75-A4BB-16C98FE4C0A1}" srcOrd="0" destOrd="0" presId="urn:microsoft.com/office/officeart/2018/2/layout/IconVerticalSolidList"/>
    <dgm:cxn modelId="{3AA1DC5A-FB26-4554-B5D8-8F443B694E46}" type="presParOf" srcId="{B0EF78ED-985F-4689-9F37-0E43FD836240}" destId="{B976FF97-5325-4A82-8215-405BCF3B12E4}" srcOrd="1" destOrd="0" presId="urn:microsoft.com/office/officeart/2018/2/layout/IconVerticalSolidList"/>
    <dgm:cxn modelId="{8778D604-295F-4AD6-872C-C4E78C3CFAF0}" type="presParOf" srcId="{B0EF78ED-985F-4689-9F37-0E43FD836240}" destId="{79B592B3-A5B7-4C4B-9146-44DD1873A0A0}" srcOrd="2" destOrd="0" presId="urn:microsoft.com/office/officeart/2018/2/layout/IconVerticalSolidList"/>
    <dgm:cxn modelId="{EA42EB6F-41DA-405B-8A8F-0CC9AB132FE8}" type="presParOf" srcId="{B0EF78ED-985F-4689-9F37-0E43FD836240}" destId="{45A69BC5-A582-49CE-90E3-2A06F5DFD40A}" srcOrd="3" destOrd="0" presId="urn:microsoft.com/office/officeart/2018/2/layout/IconVerticalSolidList"/>
    <dgm:cxn modelId="{C22A0129-C14F-4F23-894B-F4677D447004}" type="presParOf" srcId="{C61723DA-20EB-4302-9686-3A432D29A4FF}" destId="{2B6BE32E-6C53-4F60-8C77-2955427BA310}" srcOrd="1" destOrd="0" presId="urn:microsoft.com/office/officeart/2018/2/layout/IconVerticalSolidList"/>
    <dgm:cxn modelId="{BE2A009B-3E11-46CC-99F3-5666B6AA81D6}" type="presParOf" srcId="{C61723DA-20EB-4302-9686-3A432D29A4FF}" destId="{FC0A9175-BB3C-422A-B55E-0449DF94417A}" srcOrd="2" destOrd="0" presId="urn:microsoft.com/office/officeart/2018/2/layout/IconVerticalSolidList"/>
    <dgm:cxn modelId="{4F070AEA-0F8E-400B-BA3A-D32C45D2EDCC}" type="presParOf" srcId="{FC0A9175-BB3C-422A-B55E-0449DF94417A}" destId="{54E1542D-845C-4034-ABCE-A64406845E72}" srcOrd="0" destOrd="0" presId="urn:microsoft.com/office/officeart/2018/2/layout/IconVerticalSolidList"/>
    <dgm:cxn modelId="{7869BD53-67A0-4055-BEA6-F213B15A9DDF}" type="presParOf" srcId="{FC0A9175-BB3C-422A-B55E-0449DF94417A}" destId="{2FC5BE91-2DB2-43C4-95A3-B4805684A74C}" srcOrd="1" destOrd="0" presId="urn:microsoft.com/office/officeart/2018/2/layout/IconVerticalSolidList"/>
    <dgm:cxn modelId="{869A09D4-652B-474F-8B6C-D485EC351777}" type="presParOf" srcId="{FC0A9175-BB3C-422A-B55E-0449DF94417A}" destId="{C73764E4-EBFA-4A13-8198-06BA232241D9}" srcOrd="2" destOrd="0" presId="urn:microsoft.com/office/officeart/2018/2/layout/IconVerticalSolidList"/>
    <dgm:cxn modelId="{FAF3FFF3-8538-408B-907C-A9E649E27A78}" type="presParOf" srcId="{FC0A9175-BB3C-422A-B55E-0449DF94417A}" destId="{19948773-75E4-4DE8-9284-FBBF3BECC1B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EEBE855-1063-45F5-991B-A01944EFBAB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45E5904-98C5-4545-95A6-1050261B3356}">
      <dgm:prSet/>
      <dgm:spPr/>
      <dgm:t>
        <a:bodyPr/>
        <a:lstStyle/>
        <a:p>
          <a:r>
            <a:rPr lang="en-US" b="1"/>
            <a:t>Classic Queues : </a:t>
          </a:r>
          <a:r>
            <a:rPr lang="en-US"/>
            <a:t>Traditional RabbitMQ queues. Store messages in memory or disk.</a:t>
          </a:r>
        </a:p>
      </dgm:t>
    </dgm:pt>
    <dgm:pt modelId="{B8BD0B4D-AC8D-4AFF-B562-A69BCCCB9508}" type="parTrans" cxnId="{1D1A4F81-0604-421E-AEB5-181DFC55EE93}">
      <dgm:prSet/>
      <dgm:spPr/>
      <dgm:t>
        <a:bodyPr/>
        <a:lstStyle/>
        <a:p>
          <a:endParaRPr lang="en-US"/>
        </a:p>
      </dgm:t>
    </dgm:pt>
    <dgm:pt modelId="{81B80B9C-BA1B-430F-A622-94EC4DE85B97}" type="sibTrans" cxnId="{1D1A4F81-0604-421E-AEB5-181DFC55EE93}">
      <dgm:prSet/>
      <dgm:spPr/>
      <dgm:t>
        <a:bodyPr/>
        <a:lstStyle/>
        <a:p>
          <a:endParaRPr lang="en-US"/>
        </a:p>
      </dgm:t>
    </dgm:pt>
    <dgm:pt modelId="{F99E8AF9-89B6-4463-9D10-B44C15B42F44}">
      <dgm:prSet/>
      <dgm:spPr/>
      <dgm:t>
        <a:bodyPr/>
        <a:lstStyle/>
        <a:p>
          <a:r>
            <a:rPr lang="en-US" b="1"/>
            <a:t>Quorum Queues : </a:t>
          </a:r>
          <a:r>
            <a:rPr lang="en-US"/>
            <a:t>Use Raft consensus for replication and fault tolerance. </a:t>
          </a:r>
        </a:p>
      </dgm:t>
    </dgm:pt>
    <dgm:pt modelId="{24447BD1-2206-4A49-A49E-5063A2B8FD2F}" type="parTrans" cxnId="{541596D3-B4AC-4B51-8AF8-2B3562EEA08D}">
      <dgm:prSet/>
      <dgm:spPr/>
      <dgm:t>
        <a:bodyPr/>
        <a:lstStyle/>
        <a:p>
          <a:endParaRPr lang="en-US"/>
        </a:p>
      </dgm:t>
    </dgm:pt>
    <dgm:pt modelId="{01B22C88-1D5D-46C6-88CE-242EE98368B4}" type="sibTrans" cxnId="{541596D3-B4AC-4B51-8AF8-2B3562EEA08D}">
      <dgm:prSet/>
      <dgm:spPr/>
      <dgm:t>
        <a:bodyPr/>
        <a:lstStyle/>
        <a:p>
          <a:endParaRPr lang="en-US"/>
        </a:p>
      </dgm:t>
    </dgm:pt>
    <dgm:pt modelId="{AE0A246F-8C65-406B-B351-A29271A68124}">
      <dgm:prSet/>
      <dgm:spPr/>
      <dgm:t>
        <a:bodyPr/>
        <a:lstStyle/>
        <a:p>
          <a:r>
            <a:rPr lang="en-US" b="1"/>
            <a:t>Stream Queues : </a:t>
          </a:r>
          <a:r>
            <a:rPr lang="en-US"/>
            <a:t>Newer, for very high-throughput, replayable messaging (v3.9+)</a:t>
          </a:r>
        </a:p>
      </dgm:t>
    </dgm:pt>
    <dgm:pt modelId="{52A3AD3F-59A6-44E0-A732-5CACB004B6DC}" type="parTrans" cxnId="{919B1A47-714E-444C-B24E-80835EDD3EDD}">
      <dgm:prSet/>
      <dgm:spPr/>
      <dgm:t>
        <a:bodyPr/>
        <a:lstStyle/>
        <a:p>
          <a:endParaRPr lang="en-US"/>
        </a:p>
      </dgm:t>
    </dgm:pt>
    <dgm:pt modelId="{9434412E-4BC1-423B-9C53-2B3CFAA87EEB}" type="sibTrans" cxnId="{919B1A47-714E-444C-B24E-80835EDD3EDD}">
      <dgm:prSet/>
      <dgm:spPr/>
      <dgm:t>
        <a:bodyPr/>
        <a:lstStyle/>
        <a:p>
          <a:endParaRPr lang="en-US"/>
        </a:p>
      </dgm:t>
    </dgm:pt>
    <dgm:pt modelId="{07211F3C-5D49-44DF-BA77-A987A5A04190}" type="pres">
      <dgm:prSet presAssocID="{DEEBE855-1063-45F5-991B-A01944EFBAB9}" presName="root" presStyleCnt="0">
        <dgm:presLayoutVars>
          <dgm:dir/>
          <dgm:resizeHandles val="exact"/>
        </dgm:presLayoutVars>
      </dgm:prSet>
      <dgm:spPr/>
    </dgm:pt>
    <dgm:pt modelId="{4753B046-A672-4DAA-996E-FFF1854778EE}" type="pres">
      <dgm:prSet presAssocID="{B45E5904-98C5-4545-95A6-1050261B3356}" presName="compNode" presStyleCnt="0"/>
      <dgm:spPr/>
    </dgm:pt>
    <dgm:pt modelId="{C3F63EF1-A3C3-4732-997E-BF0913263F6D}" type="pres">
      <dgm:prSet presAssocID="{B45E5904-98C5-4545-95A6-1050261B335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DD4471A-B8D2-4011-A1A8-BF51310C6805}" type="pres">
      <dgm:prSet presAssocID="{B45E5904-98C5-4545-95A6-1050261B3356}" presName="spaceRect" presStyleCnt="0"/>
      <dgm:spPr/>
    </dgm:pt>
    <dgm:pt modelId="{3E869722-AC21-4EF7-9F4E-D1488D29B25C}" type="pres">
      <dgm:prSet presAssocID="{B45E5904-98C5-4545-95A6-1050261B3356}" presName="textRect" presStyleLbl="revTx" presStyleIdx="0" presStyleCnt="3">
        <dgm:presLayoutVars>
          <dgm:chMax val="1"/>
          <dgm:chPref val="1"/>
        </dgm:presLayoutVars>
      </dgm:prSet>
      <dgm:spPr/>
    </dgm:pt>
    <dgm:pt modelId="{822E4624-5815-40F4-84A2-3D77E181076B}" type="pres">
      <dgm:prSet presAssocID="{81B80B9C-BA1B-430F-A622-94EC4DE85B97}" presName="sibTrans" presStyleCnt="0"/>
      <dgm:spPr/>
    </dgm:pt>
    <dgm:pt modelId="{0845CE73-49C7-4938-A3DC-24BADFD5A9BE}" type="pres">
      <dgm:prSet presAssocID="{F99E8AF9-89B6-4463-9D10-B44C15B42F44}" presName="compNode" presStyleCnt="0"/>
      <dgm:spPr/>
    </dgm:pt>
    <dgm:pt modelId="{4BBC1719-5F1C-4A37-BCC6-3609528BD5D6}" type="pres">
      <dgm:prSet presAssocID="{F99E8AF9-89B6-4463-9D10-B44C15B42F4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noe"/>
        </a:ext>
      </dgm:extLst>
    </dgm:pt>
    <dgm:pt modelId="{B215BF9F-61A9-485E-AD58-1CA24075F13E}" type="pres">
      <dgm:prSet presAssocID="{F99E8AF9-89B6-4463-9D10-B44C15B42F44}" presName="spaceRect" presStyleCnt="0"/>
      <dgm:spPr/>
    </dgm:pt>
    <dgm:pt modelId="{3839085D-DDA4-40DC-8096-34A3840CBE6F}" type="pres">
      <dgm:prSet presAssocID="{F99E8AF9-89B6-4463-9D10-B44C15B42F44}" presName="textRect" presStyleLbl="revTx" presStyleIdx="1" presStyleCnt="3">
        <dgm:presLayoutVars>
          <dgm:chMax val="1"/>
          <dgm:chPref val="1"/>
        </dgm:presLayoutVars>
      </dgm:prSet>
      <dgm:spPr/>
    </dgm:pt>
    <dgm:pt modelId="{37685BB5-E011-4824-9F43-36B58C89F19E}" type="pres">
      <dgm:prSet presAssocID="{01B22C88-1D5D-46C6-88CE-242EE98368B4}" presName="sibTrans" presStyleCnt="0"/>
      <dgm:spPr/>
    </dgm:pt>
    <dgm:pt modelId="{42FCDF30-670C-47AA-BF40-45BBD5DA3CE5}" type="pres">
      <dgm:prSet presAssocID="{AE0A246F-8C65-406B-B351-A29271A68124}" presName="compNode" presStyleCnt="0"/>
      <dgm:spPr/>
    </dgm:pt>
    <dgm:pt modelId="{5E49DCBE-3D68-4978-99F2-47F896AB6349}" type="pres">
      <dgm:prSet presAssocID="{AE0A246F-8C65-406B-B351-A29271A6812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34B780CC-8CB0-47A2-8AE0-0BA5F3D17D37}" type="pres">
      <dgm:prSet presAssocID="{AE0A246F-8C65-406B-B351-A29271A68124}" presName="spaceRect" presStyleCnt="0"/>
      <dgm:spPr/>
    </dgm:pt>
    <dgm:pt modelId="{C8CC78C8-68CA-465A-9A9F-A835CC7B3633}" type="pres">
      <dgm:prSet presAssocID="{AE0A246F-8C65-406B-B351-A29271A6812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8B7B30E-8AC9-4121-9159-DA3A20D314DF}" type="presOf" srcId="{DEEBE855-1063-45F5-991B-A01944EFBAB9}" destId="{07211F3C-5D49-44DF-BA77-A987A5A04190}" srcOrd="0" destOrd="0" presId="urn:microsoft.com/office/officeart/2018/2/layout/IconLabelList"/>
    <dgm:cxn modelId="{E76F3418-75B0-4139-AB5B-26053E503412}" type="presOf" srcId="{F99E8AF9-89B6-4463-9D10-B44C15B42F44}" destId="{3839085D-DDA4-40DC-8096-34A3840CBE6F}" srcOrd="0" destOrd="0" presId="urn:microsoft.com/office/officeart/2018/2/layout/IconLabelList"/>
    <dgm:cxn modelId="{919B1A47-714E-444C-B24E-80835EDD3EDD}" srcId="{DEEBE855-1063-45F5-991B-A01944EFBAB9}" destId="{AE0A246F-8C65-406B-B351-A29271A68124}" srcOrd="2" destOrd="0" parTransId="{52A3AD3F-59A6-44E0-A732-5CACB004B6DC}" sibTransId="{9434412E-4BC1-423B-9C53-2B3CFAA87EEB}"/>
    <dgm:cxn modelId="{1D1A4F81-0604-421E-AEB5-181DFC55EE93}" srcId="{DEEBE855-1063-45F5-991B-A01944EFBAB9}" destId="{B45E5904-98C5-4545-95A6-1050261B3356}" srcOrd="0" destOrd="0" parTransId="{B8BD0B4D-AC8D-4AFF-B562-A69BCCCB9508}" sibTransId="{81B80B9C-BA1B-430F-A622-94EC4DE85B97}"/>
    <dgm:cxn modelId="{5BB3048C-EF69-48F8-82C2-F308DA97E7B5}" type="presOf" srcId="{AE0A246F-8C65-406B-B351-A29271A68124}" destId="{C8CC78C8-68CA-465A-9A9F-A835CC7B3633}" srcOrd="0" destOrd="0" presId="urn:microsoft.com/office/officeart/2018/2/layout/IconLabelList"/>
    <dgm:cxn modelId="{7489E090-DCCD-4CC4-B549-7087A6E2EDC1}" type="presOf" srcId="{B45E5904-98C5-4545-95A6-1050261B3356}" destId="{3E869722-AC21-4EF7-9F4E-D1488D29B25C}" srcOrd="0" destOrd="0" presId="urn:microsoft.com/office/officeart/2018/2/layout/IconLabelList"/>
    <dgm:cxn modelId="{541596D3-B4AC-4B51-8AF8-2B3562EEA08D}" srcId="{DEEBE855-1063-45F5-991B-A01944EFBAB9}" destId="{F99E8AF9-89B6-4463-9D10-B44C15B42F44}" srcOrd="1" destOrd="0" parTransId="{24447BD1-2206-4A49-A49E-5063A2B8FD2F}" sibTransId="{01B22C88-1D5D-46C6-88CE-242EE98368B4}"/>
    <dgm:cxn modelId="{E5DF5F22-ADB0-401F-80A1-342B16B3E0B8}" type="presParOf" srcId="{07211F3C-5D49-44DF-BA77-A987A5A04190}" destId="{4753B046-A672-4DAA-996E-FFF1854778EE}" srcOrd="0" destOrd="0" presId="urn:microsoft.com/office/officeart/2018/2/layout/IconLabelList"/>
    <dgm:cxn modelId="{1D5E5EA8-2831-4D16-B719-146498C0E0AE}" type="presParOf" srcId="{4753B046-A672-4DAA-996E-FFF1854778EE}" destId="{C3F63EF1-A3C3-4732-997E-BF0913263F6D}" srcOrd="0" destOrd="0" presId="urn:microsoft.com/office/officeart/2018/2/layout/IconLabelList"/>
    <dgm:cxn modelId="{CD1BC747-DCA5-403A-8963-EF34803D8B98}" type="presParOf" srcId="{4753B046-A672-4DAA-996E-FFF1854778EE}" destId="{2DD4471A-B8D2-4011-A1A8-BF51310C6805}" srcOrd="1" destOrd="0" presId="urn:microsoft.com/office/officeart/2018/2/layout/IconLabelList"/>
    <dgm:cxn modelId="{04FF9D46-6CC9-4739-9EBB-F8B785B3CB4B}" type="presParOf" srcId="{4753B046-A672-4DAA-996E-FFF1854778EE}" destId="{3E869722-AC21-4EF7-9F4E-D1488D29B25C}" srcOrd="2" destOrd="0" presId="urn:microsoft.com/office/officeart/2018/2/layout/IconLabelList"/>
    <dgm:cxn modelId="{7F57F123-5F50-4C25-80E3-7F9D324DCC6A}" type="presParOf" srcId="{07211F3C-5D49-44DF-BA77-A987A5A04190}" destId="{822E4624-5815-40F4-84A2-3D77E181076B}" srcOrd="1" destOrd="0" presId="urn:microsoft.com/office/officeart/2018/2/layout/IconLabelList"/>
    <dgm:cxn modelId="{F5EBFBD3-427C-4C2D-A50A-F0332C7B822B}" type="presParOf" srcId="{07211F3C-5D49-44DF-BA77-A987A5A04190}" destId="{0845CE73-49C7-4938-A3DC-24BADFD5A9BE}" srcOrd="2" destOrd="0" presId="urn:microsoft.com/office/officeart/2018/2/layout/IconLabelList"/>
    <dgm:cxn modelId="{1A421DD1-1310-42C1-AE6A-8B93A9A632E4}" type="presParOf" srcId="{0845CE73-49C7-4938-A3DC-24BADFD5A9BE}" destId="{4BBC1719-5F1C-4A37-BCC6-3609528BD5D6}" srcOrd="0" destOrd="0" presId="urn:microsoft.com/office/officeart/2018/2/layout/IconLabelList"/>
    <dgm:cxn modelId="{0BF00B13-1E5C-4ADC-95C4-A248D77BD30F}" type="presParOf" srcId="{0845CE73-49C7-4938-A3DC-24BADFD5A9BE}" destId="{B215BF9F-61A9-485E-AD58-1CA24075F13E}" srcOrd="1" destOrd="0" presId="urn:microsoft.com/office/officeart/2018/2/layout/IconLabelList"/>
    <dgm:cxn modelId="{C24E98AC-779D-4C85-9CD0-F0B0B8D95747}" type="presParOf" srcId="{0845CE73-49C7-4938-A3DC-24BADFD5A9BE}" destId="{3839085D-DDA4-40DC-8096-34A3840CBE6F}" srcOrd="2" destOrd="0" presId="urn:microsoft.com/office/officeart/2018/2/layout/IconLabelList"/>
    <dgm:cxn modelId="{3BF26892-26D8-4D11-9A11-D89C1130706A}" type="presParOf" srcId="{07211F3C-5D49-44DF-BA77-A987A5A04190}" destId="{37685BB5-E011-4824-9F43-36B58C89F19E}" srcOrd="3" destOrd="0" presId="urn:microsoft.com/office/officeart/2018/2/layout/IconLabelList"/>
    <dgm:cxn modelId="{D76B64B1-7441-4D52-AABF-46501FA80253}" type="presParOf" srcId="{07211F3C-5D49-44DF-BA77-A987A5A04190}" destId="{42FCDF30-670C-47AA-BF40-45BBD5DA3CE5}" srcOrd="4" destOrd="0" presId="urn:microsoft.com/office/officeart/2018/2/layout/IconLabelList"/>
    <dgm:cxn modelId="{63BC6D7C-2F45-4BD5-A769-D110A96C66E4}" type="presParOf" srcId="{42FCDF30-670C-47AA-BF40-45BBD5DA3CE5}" destId="{5E49DCBE-3D68-4978-99F2-47F896AB6349}" srcOrd="0" destOrd="0" presId="urn:microsoft.com/office/officeart/2018/2/layout/IconLabelList"/>
    <dgm:cxn modelId="{E78F5D0E-F4BA-45B9-807C-BC1D2A1AB6AB}" type="presParOf" srcId="{42FCDF30-670C-47AA-BF40-45BBD5DA3CE5}" destId="{34B780CC-8CB0-47A2-8AE0-0BA5F3D17D37}" srcOrd="1" destOrd="0" presId="urn:microsoft.com/office/officeart/2018/2/layout/IconLabelList"/>
    <dgm:cxn modelId="{FDA622BB-E6EA-42B5-ADE2-26DB1E0DB370}" type="presParOf" srcId="{42FCDF30-670C-47AA-BF40-45BBD5DA3CE5}" destId="{C8CC78C8-68CA-465A-9A9F-A835CC7B363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D313D22-0783-4A1C-917D-47D283EDCA5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1BAAE03-4F0B-4244-A64D-3474C8966E0A}">
      <dgm:prSet/>
      <dgm:spPr/>
      <dgm:t>
        <a:bodyPr/>
        <a:lstStyle/>
        <a:p>
          <a:r>
            <a:rPr lang="en-US"/>
            <a:t>The queue's metadata (its definition and properties) is stored on disk.</a:t>
          </a:r>
        </a:p>
      </dgm:t>
    </dgm:pt>
    <dgm:pt modelId="{C2229866-8509-425D-9A66-2162FE156ED6}" type="parTrans" cxnId="{7289BA14-33BB-41F9-8346-FF1110C7EDFF}">
      <dgm:prSet/>
      <dgm:spPr/>
      <dgm:t>
        <a:bodyPr/>
        <a:lstStyle/>
        <a:p>
          <a:endParaRPr lang="en-US"/>
        </a:p>
      </dgm:t>
    </dgm:pt>
    <dgm:pt modelId="{8C14ED02-6682-42A1-9EBD-4E8824E41E91}" type="sibTrans" cxnId="{7289BA14-33BB-41F9-8346-FF1110C7EDFF}">
      <dgm:prSet/>
      <dgm:spPr/>
      <dgm:t>
        <a:bodyPr/>
        <a:lstStyle/>
        <a:p>
          <a:endParaRPr lang="en-US"/>
        </a:p>
      </dgm:t>
    </dgm:pt>
    <dgm:pt modelId="{71315165-A754-4F9B-A9BC-66E1F9E8911C}">
      <dgm:prSet/>
      <dgm:spPr/>
      <dgm:t>
        <a:bodyPr/>
        <a:lstStyle/>
        <a:p>
          <a:r>
            <a:rPr lang="en-US"/>
            <a:t>The queue will be automatically recovered after a broker restart.</a:t>
          </a:r>
        </a:p>
      </dgm:t>
    </dgm:pt>
    <dgm:pt modelId="{0F896EDB-973D-4104-B9A0-C8B5A4A44CBB}" type="parTrans" cxnId="{45CC810A-5AF4-485C-9A83-940A6F7508C7}">
      <dgm:prSet/>
      <dgm:spPr/>
      <dgm:t>
        <a:bodyPr/>
        <a:lstStyle/>
        <a:p>
          <a:endParaRPr lang="en-US"/>
        </a:p>
      </dgm:t>
    </dgm:pt>
    <dgm:pt modelId="{6F4A1BF1-9A89-4CDF-AAAB-2EB32D0BD7E2}" type="sibTrans" cxnId="{45CC810A-5AF4-485C-9A83-940A6F7508C7}">
      <dgm:prSet/>
      <dgm:spPr/>
      <dgm:t>
        <a:bodyPr/>
        <a:lstStyle/>
        <a:p>
          <a:endParaRPr lang="en-US"/>
        </a:p>
      </dgm:t>
    </dgm:pt>
    <dgm:pt modelId="{AEB63A7D-4D6A-452D-A909-88EA5F43C5BD}">
      <dgm:prSet/>
      <dgm:spPr/>
      <dgm:t>
        <a:bodyPr/>
        <a:lstStyle/>
        <a:p>
          <a:r>
            <a:rPr lang="en-US"/>
            <a:t>To ensure messages in the queue also survive restarts, messages must be published as "persistent" in addition to the queue being durable.</a:t>
          </a:r>
        </a:p>
      </dgm:t>
    </dgm:pt>
    <dgm:pt modelId="{881642C4-C7D1-4BED-B833-C28A1FD98AB0}" type="parTrans" cxnId="{E92D66C8-3E4B-46D9-B12D-7DD23C05E5D3}">
      <dgm:prSet/>
      <dgm:spPr/>
      <dgm:t>
        <a:bodyPr/>
        <a:lstStyle/>
        <a:p>
          <a:endParaRPr lang="en-US"/>
        </a:p>
      </dgm:t>
    </dgm:pt>
    <dgm:pt modelId="{6A571C19-7330-4AAD-9630-D7829323D2F7}" type="sibTrans" cxnId="{E92D66C8-3E4B-46D9-B12D-7DD23C05E5D3}">
      <dgm:prSet/>
      <dgm:spPr/>
      <dgm:t>
        <a:bodyPr/>
        <a:lstStyle/>
        <a:p>
          <a:endParaRPr lang="en-US"/>
        </a:p>
      </dgm:t>
    </dgm:pt>
    <dgm:pt modelId="{4FB5FF64-9E8B-4DBF-8069-1C9EE9A21248}">
      <dgm:prSet/>
      <dgm:spPr/>
      <dgm:t>
        <a:bodyPr/>
        <a:lstStyle/>
        <a:p>
          <a:r>
            <a:rPr lang="en-US"/>
            <a:t>Commonly used for critical applications where message loss cannot be tolerated</a:t>
          </a:r>
        </a:p>
      </dgm:t>
    </dgm:pt>
    <dgm:pt modelId="{F46BF9D4-C0EA-430F-9B42-D7AC1AD167BC}" type="parTrans" cxnId="{81FFBCDA-8368-40C1-A7E3-23A8C3874A59}">
      <dgm:prSet/>
      <dgm:spPr/>
      <dgm:t>
        <a:bodyPr/>
        <a:lstStyle/>
        <a:p>
          <a:endParaRPr lang="en-US"/>
        </a:p>
      </dgm:t>
    </dgm:pt>
    <dgm:pt modelId="{90AC3869-3150-480E-8890-E2C920F70D6D}" type="sibTrans" cxnId="{81FFBCDA-8368-40C1-A7E3-23A8C3874A59}">
      <dgm:prSet/>
      <dgm:spPr/>
      <dgm:t>
        <a:bodyPr/>
        <a:lstStyle/>
        <a:p>
          <a:endParaRPr lang="en-US"/>
        </a:p>
      </dgm:t>
    </dgm:pt>
    <dgm:pt modelId="{E4558586-5F4F-4B42-B2BE-E32065608C2B}" type="pres">
      <dgm:prSet presAssocID="{3D313D22-0783-4A1C-917D-47D283EDCA5D}" presName="root" presStyleCnt="0">
        <dgm:presLayoutVars>
          <dgm:dir/>
          <dgm:resizeHandles val="exact"/>
        </dgm:presLayoutVars>
      </dgm:prSet>
      <dgm:spPr/>
    </dgm:pt>
    <dgm:pt modelId="{51946F43-9DAB-4479-94AE-DF0E62320CC6}" type="pres">
      <dgm:prSet presAssocID="{B1BAAE03-4F0B-4244-A64D-3474C8966E0A}" presName="compNode" presStyleCnt="0"/>
      <dgm:spPr/>
    </dgm:pt>
    <dgm:pt modelId="{1FEB6963-0D0C-42A4-A321-C7EE48CFEA0C}" type="pres">
      <dgm:prSet presAssocID="{B1BAAE03-4F0B-4244-A64D-3474C8966E0A}" presName="bgRect" presStyleLbl="bgShp" presStyleIdx="0" presStyleCnt="4"/>
      <dgm:spPr/>
    </dgm:pt>
    <dgm:pt modelId="{5FE37566-2FA8-4D65-98AC-48A8D1D8F071}" type="pres">
      <dgm:prSet presAssocID="{B1BAAE03-4F0B-4244-A64D-3474C8966E0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66B0E9A0-D92D-41C4-8BAB-1A1E30ED8ED5}" type="pres">
      <dgm:prSet presAssocID="{B1BAAE03-4F0B-4244-A64D-3474C8966E0A}" presName="spaceRect" presStyleCnt="0"/>
      <dgm:spPr/>
    </dgm:pt>
    <dgm:pt modelId="{8CBAE6D4-8B51-4F08-B341-C28522155FF0}" type="pres">
      <dgm:prSet presAssocID="{B1BAAE03-4F0B-4244-A64D-3474C8966E0A}" presName="parTx" presStyleLbl="revTx" presStyleIdx="0" presStyleCnt="4">
        <dgm:presLayoutVars>
          <dgm:chMax val="0"/>
          <dgm:chPref val="0"/>
        </dgm:presLayoutVars>
      </dgm:prSet>
      <dgm:spPr/>
    </dgm:pt>
    <dgm:pt modelId="{6EC81DA0-9E6A-4EA3-A12C-11281C66A4DD}" type="pres">
      <dgm:prSet presAssocID="{8C14ED02-6682-42A1-9EBD-4E8824E41E91}" presName="sibTrans" presStyleCnt="0"/>
      <dgm:spPr/>
    </dgm:pt>
    <dgm:pt modelId="{04F085D4-27F1-49FE-ABB6-315C7917E770}" type="pres">
      <dgm:prSet presAssocID="{71315165-A754-4F9B-A9BC-66E1F9E8911C}" presName="compNode" presStyleCnt="0"/>
      <dgm:spPr/>
    </dgm:pt>
    <dgm:pt modelId="{9F93149C-2C6C-406A-A845-C457D46619F9}" type="pres">
      <dgm:prSet presAssocID="{71315165-A754-4F9B-A9BC-66E1F9E8911C}" presName="bgRect" presStyleLbl="bgShp" presStyleIdx="1" presStyleCnt="4"/>
      <dgm:spPr/>
    </dgm:pt>
    <dgm:pt modelId="{CE289D66-2304-4BA3-99FB-B02357282130}" type="pres">
      <dgm:prSet presAssocID="{71315165-A754-4F9B-A9BC-66E1F9E8911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ck"/>
        </a:ext>
      </dgm:extLst>
    </dgm:pt>
    <dgm:pt modelId="{E2ADBB23-639D-4857-A093-262DC0B1CAB1}" type="pres">
      <dgm:prSet presAssocID="{71315165-A754-4F9B-A9BC-66E1F9E8911C}" presName="spaceRect" presStyleCnt="0"/>
      <dgm:spPr/>
    </dgm:pt>
    <dgm:pt modelId="{56BBB37C-9738-46BB-949F-9D9D29E3C1FB}" type="pres">
      <dgm:prSet presAssocID="{71315165-A754-4F9B-A9BC-66E1F9E8911C}" presName="parTx" presStyleLbl="revTx" presStyleIdx="1" presStyleCnt="4">
        <dgm:presLayoutVars>
          <dgm:chMax val="0"/>
          <dgm:chPref val="0"/>
        </dgm:presLayoutVars>
      </dgm:prSet>
      <dgm:spPr/>
    </dgm:pt>
    <dgm:pt modelId="{1D8DBADB-6CF3-4EEF-973B-EBEA4D7CBEAE}" type="pres">
      <dgm:prSet presAssocID="{6F4A1BF1-9A89-4CDF-AAAB-2EB32D0BD7E2}" presName="sibTrans" presStyleCnt="0"/>
      <dgm:spPr/>
    </dgm:pt>
    <dgm:pt modelId="{AE68166A-2EBE-4DBE-8559-D86543F36597}" type="pres">
      <dgm:prSet presAssocID="{AEB63A7D-4D6A-452D-A909-88EA5F43C5BD}" presName="compNode" presStyleCnt="0"/>
      <dgm:spPr/>
    </dgm:pt>
    <dgm:pt modelId="{A967C9DC-92D2-4EC5-A807-FA5A7F00BB41}" type="pres">
      <dgm:prSet presAssocID="{AEB63A7D-4D6A-452D-A909-88EA5F43C5BD}" presName="bgRect" presStyleLbl="bgShp" presStyleIdx="2" presStyleCnt="4"/>
      <dgm:spPr/>
    </dgm:pt>
    <dgm:pt modelId="{FCA94050-B40A-422A-B57B-17F97B81F2E1}" type="pres">
      <dgm:prSet presAssocID="{AEB63A7D-4D6A-452D-A909-88EA5F43C5B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5BB2395D-E80E-47B9-AA3A-FEEB2D3B6A35}" type="pres">
      <dgm:prSet presAssocID="{AEB63A7D-4D6A-452D-A909-88EA5F43C5BD}" presName="spaceRect" presStyleCnt="0"/>
      <dgm:spPr/>
    </dgm:pt>
    <dgm:pt modelId="{384AE2D5-3610-4BD4-9486-14A2EAA1E0CE}" type="pres">
      <dgm:prSet presAssocID="{AEB63A7D-4D6A-452D-A909-88EA5F43C5BD}" presName="parTx" presStyleLbl="revTx" presStyleIdx="2" presStyleCnt="4">
        <dgm:presLayoutVars>
          <dgm:chMax val="0"/>
          <dgm:chPref val="0"/>
        </dgm:presLayoutVars>
      </dgm:prSet>
      <dgm:spPr/>
    </dgm:pt>
    <dgm:pt modelId="{001BB637-FA8B-43F0-B577-5705FF063F0D}" type="pres">
      <dgm:prSet presAssocID="{6A571C19-7330-4AAD-9630-D7829323D2F7}" presName="sibTrans" presStyleCnt="0"/>
      <dgm:spPr/>
    </dgm:pt>
    <dgm:pt modelId="{769F984D-0125-4F4F-842E-88688B2B3E45}" type="pres">
      <dgm:prSet presAssocID="{4FB5FF64-9E8B-4DBF-8069-1C9EE9A21248}" presName="compNode" presStyleCnt="0"/>
      <dgm:spPr/>
    </dgm:pt>
    <dgm:pt modelId="{48694949-368D-454D-8B1A-9A6C853DF925}" type="pres">
      <dgm:prSet presAssocID="{4FB5FF64-9E8B-4DBF-8069-1C9EE9A21248}" presName="bgRect" presStyleLbl="bgShp" presStyleIdx="3" presStyleCnt="4"/>
      <dgm:spPr/>
    </dgm:pt>
    <dgm:pt modelId="{5FCA9EF4-6252-4D72-BAAB-2BE3E5BC7715}" type="pres">
      <dgm:prSet presAssocID="{4FB5FF64-9E8B-4DBF-8069-1C9EE9A2124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8C490134-FA9D-417C-A003-766A2487A159}" type="pres">
      <dgm:prSet presAssocID="{4FB5FF64-9E8B-4DBF-8069-1C9EE9A21248}" presName="spaceRect" presStyleCnt="0"/>
      <dgm:spPr/>
    </dgm:pt>
    <dgm:pt modelId="{1419311D-B297-4918-855B-B8D69DCF0C0A}" type="pres">
      <dgm:prSet presAssocID="{4FB5FF64-9E8B-4DBF-8069-1C9EE9A2124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5CC810A-5AF4-485C-9A83-940A6F7508C7}" srcId="{3D313D22-0783-4A1C-917D-47D283EDCA5D}" destId="{71315165-A754-4F9B-A9BC-66E1F9E8911C}" srcOrd="1" destOrd="0" parTransId="{0F896EDB-973D-4104-B9A0-C8B5A4A44CBB}" sibTransId="{6F4A1BF1-9A89-4CDF-AAAB-2EB32D0BD7E2}"/>
    <dgm:cxn modelId="{A9A7DB0F-5CF5-4D9E-8EB0-8CD0B9930206}" type="presOf" srcId="{3D313D22-0783-4A1C-917D-47D283EDCA5D}" destId="{E4558586-5F4F-4B42-B2BE-E32065608C2B}" srcOrd="0" destOrd="0" presId="urn:microsoft.com/office/officeart/2018/2/layout/IconVerticalSolidList"/>
    <dgm:cxn modelId="{7289BA14-33BB-41F9-8346-FF1110C7EDFF}" srcId="{3D313D22-0783-4A1C-917D-47D283EDCA5D}" destId="{B1BAAE03-4F0B-4244-A64D-3474C8966E0A}" srcOrd="0" destOrd="0" parTransId="{C2229866-8509-425D-9A66-2162FE156ED6}" sibTransId="{8C14ED02-6682-42A1-9EBD-4E8824E41E91}"/>
    <dgm:cxn modelId="{1ADBE385-D41D-44E4-B3F1-1B579C9F2339}" type="presOf" srcId="{AEB63A7D-4D6A-452D-A909-88EA5F43C5BD}" destId="{384AE2D5-3610-4BD4-9486-14A2EAA1E0CE}" srcOrd="0" destOrd="0" presId="urn:microsoft.com/office/officeart/2018/2/layout/IconVerticalSolidList"/>
    <dgm:cxn modelId="{E92D66C8-3E4B-46D9-B12D-7DD23C05E5D3}" srcId="{3D313D22-0783-4A1C-917D-47D283EDCA5D}" destId="{AEB63A7D-4D6A-452D-A909-88EA5F43C5BD}" srcOrd="2" destOrd="0" parTransId="{881642C4-C7D1-4BED-B833-C28A1FD98AB0}" sibTransId="{6A571C19-7330-4AAD-9630-D7829323D2F7}"/>
    <dgm:cxn modelId="{E311E1C9-70A2-44D1-B255-82227BE840AF}" type="presOf" srcId="{71315165-A754-4F9B-A9BC-66E1F9E8911C}" destId="{56BBB37C-9738-46BB-949F-9D9D29E3C1FB}" srcOrd="0" destOrd="0" presId="urn:microsoft.com/office/officeart/2018/2/layout/IconVerticalSolidList"/>
    <dgm:cxn modelId="{81FFBCDA-8368-40C1-A7E3-23A8C3874A59}" srcId="{3D313D22-0783-4A1C-917D-47D283EDCA5D}" destId="{4FB5FF64-9E8B-4DBF-8069-1C9EE9A21248}" srcOrd="3" destOrd="0" parTransId="{F46BF9D4-C0EA-430F-9B42-D7AC1AD167BC}" sibTransId="{90AC3869-3150-480E-8890-E2C920F70D6D}"/>
    <dgm:cxn modelId="{D0ED3EF0-E139-4590-9A46-8FF907EA35E3}" type="presOf" srcId="{4FB5FF64-9E8B-4DBF-8069-1C9EE9A21248}" destId="{1419311D-B297-4918-855B-B8D69DCF0C0A}" srcOrd="0" destOrd="0" presId="urn:microsoft.com/office/officeart/2018/2/layout/IconVerticalSolidList"/>
    <dgm:cxn modelId="{A0F9A5F3-3352-45F6-B81E-634989E38F9A}" type="presOf" srcId="{B1BAAE03-4F0B-4244-A64D-3474C8966E0A}" destId="{8CBAE6D4-8B51-4F08-B341-C28522155FF0}" srcOrd="0" destOrd="0" presId="urn:microsoft.com/office/officeart/2018/2/layout/IconVerticalSolidList"/>
    <dgm:cxn modelId="{EEB8A69C-9424-427E-B298-67A48C21393D}" type="presParOf" srcId="{E4558586-5F4F-4B42-B2BE-E32065608C2B}" destId="{51946F43-9DAB-4479-94AE-DF0E62320CC6}" srcOrd="0" destOrd="0" presId="urn:microsoft.com/office/officeart/2018/2/layout/IconVerticalSolidList"/>
    <dgm:cxn modelId="{F1417E77-5D95-463D-B9C5-0F878BFE9FE5}" type="presParOf" srcId="{51946F43-9DAB-4479-94AE-DF0E62320CC6}" destId="{1FEB6963-0D0C-42A4-A321-C7EE48CFEA0C}" srcOrd="0" destOrd="0" presId="urn:microsoft.com/office/officeart/2018/2/layout/IconVerticalSolidList"/>
    <dgm:cxn modelId="{5A2ED7EC-D5B7-4B01-96F0-E5951C1E198D}" type="presParOf" srcId="{51946F43-9DAB-4479-94AE-DF0E62320CC6}" destId="{5FE37566-2FA8-4D65-98AC-48A8D1D8F071}" srcOrd="1" destOrd="0" presId="urn:microsoft.com/office/officeart/2018/2/layout/IconVerticalSolidList"/>
    <dgm:cxn modelId="{E2833AF1-FF73-487F-9853-85C5ACCB082B}" type="presParOf" srcId="{51946F43-9DAB-4479-94AE-DF0E62320CC6}" destId="{66B0E9A0-D92D-41C4-8BAB-1A1E30ED8ED5}" srcOrd="2" destOrd="0" presId="urn:microsoft.com/office/officeart/2018/2/layout/IconVerticalSolidList"/>
    <dgm:cxn modelId="{053F7075-E8B2-4840-BB4D-0008DB3B1FDC}" type="presParOf" srcId="{51946F43-9DAB-4479-94AE-DF0E62320CC6}" destId="{8CBAE6D4-8B51-4F08-B341-C28522155FF0}" srcOrd="3" destOrd="0" presId="urn:microsoft.com/office/officeart/2018/2/layout/IconVerticalSolidList"/>
    <dgm:cxn modelId="{3F69F344-5A96-46D8-B7CD-112975F4BF31}" type="presParOf" srcId="{E4558586-5F4F-4B42-B2BE-E32065608C2B}" destId="{6EC81DA0-9E6A-4EA3-A12C-11281C66A4DD}" srcOrd="1" destOrd="0" presId="urn:microsoft.com/office/officeart/2018/2/layout/IconVerticalSolidList"/>
    <dgm:cxn modelId="{4B230078-AFEF-4C46-81FD-7933D4013CA4}" type="presParOf" srcId="{E4558586-5F4F-4B42-B2BE-E32065608C2B}" destId="{04F085D4-27F1-49FE-ABB6-315C7917E770}" srcOrd="2" destOrd="0" presId="urn:microsoft.com/office/officeart/2018/2/layout/IconVerticalSolidList"/>
    <dgm:cxn modelId="{7FCF7B66-B0BE-4076-90F7-07D7F6B58FF7}" type="presParOf" srcId="{04F085D4-27F1-49FE-ABB6-315C7917E770}" destId="{9F93149C-2C6C-406A-A845-C457D46619F9}" srcOrd="0" destOrd="0" presId="urn:microsoft.com/office/officeart/2018/2/layout/IconVerticalSolidList"/>
    <dgm:cxn modelId="{003D2C21-3FA8-4325-BCEB-B76DE2DB6BC9}" type="presParOf" srcId="{04F085D4-27F1-49FE-ABB6-315C7917E770}" destId="{CE289D66-2304-4BA3-99FB-B02357282130}" srcOrd="1" destOrd="0" presId="urn:microsoft.com/office/officeart/2018/2/layout/IconVerticalSolidList"/>
    <dgm:cxn modelId="{6EC7BDBE-0D3D-4EBE-8BF3-498F21CBFE12}" type="presParOf" srcId="{04F085D4-27F1-49FE-ABB6-315C7917E770}" destId="{E2ADBB23-639D-4857-A093-262DC0B1CAB1}" srcOrd="2" destOrd="0" presId="urn:microsoft.com/office/officeart/2018/2/layout/IconVerticalSolidList"/>
    <dgm:cxn modelId="{77F49B3A-FD17-419A-B0FB-6E85E2BA93A3}" type="presParOf" srcId="{04F085D4-27F1-49FE-ABB6-315C7917E770}" destId="{56BBB37C-9738-46BB-949F-9D9D29E3C1FB}" srcOrd="3" destOrd="0" presId="urn:microsoft.com/office/officeart/2018/2/layout/IconVerticalSolidList"/>
    <dgm:cxn modelId="{39D8BC32-99AD-4A5A-BB0C-0DB1DF27D853}" type="presParOf" srcId="{E4558586-5F4F-4B42-B2BE-E32065608C2B}" destId="{1D8DBADB-6CF3-4EEF-973B-EBEA4D7CBEAE}" srcOrd="3" destOrd="0" presId="urn:microsoft.com/office/officeart/2018/2/layout/IconVerticalSolidList"/>
    <dgm:cxn modelId="{7B43C152-96C6-4491-9139-30D6F586B01C}" type="presParOf" srcId="{E4558586-5F4F-4B42-B2BE-E32065608C2B}" destId="{AE68166A-2EBE-4DBE-8559-D86543F36597}" srcOrd="4" destOrd="0" presId="urn:microsoft.com/office/officeart/2018/2/layout/IconVerticalSolidList"/>
    <dgm:cxn modelId="{35779893-47E5-437F-B2D9-B3892FF2BE3A}" type="presParOf" srcId="{AE68166A-2EBE-4DBE-8559-D86543F36597}" destId="{A967C9DC-92D2-4EC5-A807-FA5A7F00BB41}" srcOrd="0" destOrd="0" presId="urn:microsoft.com/office/officeart/2018/2/layout/IconVerticalSolidList"/>
    <dgm:cxn modelId="{3E30EB62-A819-40FF-B8C0-23C7B2CC6D0B}" type="presParOf" srcId="{AE68166A-2EBE-4DBE-8559-D86543F36597}" destId="{FCA94050-B40A-422A-B57B-17F97B81F2E1}" srcOrd="1" destOrd="0" presId="urn:microsoft.com/office/officeart/2018/2/layout/IconVerticalSolidList"/>
    <dgm:cxn modelId="{D40AEE0F-C6CD-4F9D-A54F-92A406882364}" type="presParOf" srcId="{AE68166A-2EBE-4DBE-8559-D86543F36597}" destId="{5BB2395D-E80E-47B9-AA3A-FEEB2D3B6A35}" srcOrd="2" destOrd="0" presId="urn:microsoft.com/office/officeart/2018/2/layout/IconVerticalSolidList"/>
    <dgm:cxn modelId="{19FBFB67-A9CA-4FC5-B13A-B7262AFEF741}" type="presParOf" srcId="{AE68166A-2EBE-4DBE-8559-D86543F36597}" destId="{384AE2D5-3610-4BD4-9486-14A2EAA1E0CE}" srcOrd="3" destOrd="0" presId="urn:microsoft.com/office/officeart/2018/2/layout/IconVerticalSolidList"/>
    <dgm:cxn modelId="{6316ED13-1036-4814-B64B-A9096F9801F6}" type="presParOf" srcId="{E4558586-5F4F-4B42-B2BE-E32065608C2B}" destId="{001BB637-FA8B-43F0-B577-5705FF063F0D}" srcOrd="5" destOrd="0" presId="urn:microsoft.com/office/officeart/2018/2/layout/IconVerticalSolidList"/>
    <dgm:cxn modelId="{1DAA1742-4C4E-444E-BD62-61C02FC97927}" type="presParOf" srcId="{E4558586-5F4F-4B42-B2BE-E32065608C2B}" destId="{769F984D-0125-4F4F-842E-88688B2B3E45}" srcOrd="6" destOrd="0" presId="urn:microsoft.com/office/officeart/2018/2/layout/IconVerticalSolidList"/>
    <dgm:cxn modelId="{4F4E9079-CDF7-4166-9FBB-06F522191889}" type="presParOf" srcId="{769F984D-0125-4F4F-842E-88688B2B3E45}" destId="{48694949-368D-454D-8B1A-9A6C853DF925}" srcOrd="0" destOrd="0" presId="urn:microsoft.com/office/officeart/2018/2/layout/IconVerticalSolidList"/>
    <dgm:cxn modelId="{DE3466C8-D162-4C8E-AEB2-082B13DAB08A}" type="presParOf" srcId="{769F984D-0125-4F4F-842E-88688B2B3E45}" destId="{5FCA9EF4-6252-4D72-BAAB-2BE3E5BC7715}" srcOrd="1" destOrd="0" presId="urn:microsoft.com/office/officeart/2018/2/layout/IconVerticalSolidList"/>
    <dgm:cxn modelId="{6C76CC21-9944-436D-9DB6-51D00613ED35}" type="presParOf" srcId="{769F984D-0125-4F4F-842E-88688B2B3E45}" destId="{8C490134-FA9D-417C-A003-766A2487A159}" srcOrd="2" destOrd="0" presId="urn:microsoft.com/office/officeart/2018/2/layout/IconVerticalSolidList"/>
    <dgm:cxn modelId="{8616526F-83AA-4014-89AD-F82D2288085A}" type="presParOf" srcId="{769F984D-0125-4F4F-842E-88688B2B3E45}" destId="{1419311D-B297-4918-855B-B8D69DCF0C0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2CCC81-D6A6-446E-9CB3-A1FC75B30526}">
      <dsp:nvSpPr>
        <dsp:cNvPr id="0" name=""/>
        <dsp:cNvSpPr/>
      </dsp:nvSpPr>
      <dsp:spPr>
        <a:xfrm>
          <a:off x="1165858" y="1978"/>
          <a:ext cx="2195121" cy="131707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What is an Exchange</a:t>
          </a:r>
        </a:p>
      </dsp:txBody>
      <dsp:txXfrm>
        <a:off x="1165858" y="1978"/>
        <a:ext cx="2195121" cy="1317073"/>
      </dsp:txXfrm>
    </dsp:sp>
    <dsp:sp modelId="{C88AFE23-6977-4AB2-A549-75C36A604864}">
      <dsp:nvSpPr>
        <dsp:cNvPr id="0" name=""/>
        <dsp:cNvSpPr/>
      </dsp:nvSpPr>
      <dsp:spPr>
        <a:xfrm>
          <a:off x="3580492" y="1978"/>
          <a:ext cx="2195121" cy="1317073"/>
        </a:xfrm>
        <a:prstGeom prst="rect">
          <a:avLst/>
        </a:prstGeom>
        <a:solidFill>
          <a:schemeClr val="accent5">
            <a:hueOff val="-1736021"/>
            <a:satOff val="-118"/>
            <a:lumOff val="2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Direct Exchange</a:t>
          </a:r>
        </a:p>
      </dsp:txBody>
      <dsp:txXfrm>
        <a:off x="3580492" y="1978"/>
        <a:ext cx="2195121" cy="1317073"/>
      </dsp:txXfrm>
    </dsp:sp>
    <dsp:sp modelId="{7E3392A9-8B64-4CB4-A5E8-B16FE6A021F4}">
      <dsp:nvSpPr>
        <dsp:cNvPr id="0" name=""/>
        <dsp:cNvSpPr/>
      </dsp:nvSpPr>
      <dsp:spPr>
        <a:xfrm>
          <a:off x="5995126" y="1978"/>
          <a:ext cx="2195121" cy="1317073"/>
        </a:xfrm>
        <a:prstGeom prst="rect">
          <a:avLst/>
        </a:prstGeom>
        <a:solidFill>
          <a:schemeClr val="accent5">
            <a:hueOff val="-3472043"/>
            <a:satOff val="-236"/>
            <a:lumOff val="56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Fanout Exchange</a:t>
          </a:r>
        </a:p>
      </dsp:txBody>
      <dsp:txXfrm>
        <a:off x="5995126" y="1978"/>
        <a:ext cx="2195121" cy="1317073"/>
      </dsp:txXfrm>
    </dsp:sp>
    <dsp:sp modelId="{3DD6CFBC-C24C-4DBB-A972-D4EE0A1586CD}">
      <dsp:nvSpPr>
        <dsp:cNvPr id="0" name=""/>
        <dsp:cNvSpPr/>
      </dsp:nvSpPr>
      <dsp:spPr>
        <a:xfrm>
          <a:off x="1165858" y="1538563"/>
          <a:ext cx="2195121" cy="1317073"/>
        </a:xfrm>
        <a:prstGeom prst="rect">
          <a:avLst/>
        </a:prstGeom>
        <a:solidFill>
          <a:schemeClr val="accent5">
            <a:hueOff val="-5208064"/>
            <a:satOff val="-354"/>
            <a:lumOff val="84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Topic Exchange</a:t>
          </a:r>
        </a:p>
      </dsp:txBody>
      <dsp:txXfrm>
        <a:off x="1165858" y="1538563"/>
        <a:ext cx="2195121" cy="1317073"/>
      </dsp:txXfrm>
    </dsp:sp>
    <dsp:sp modelId="{6AB9E5C6-2C57-470E-B0FF-A0CBA7BD307F}">
      <dsp:nvSpPr>
        <dsp:cNvPr id="0" name=""/>
        <dsp:cNvSpPr/>
      </dsp:nvSpPr>
      <dsp:spPr>
        <a:xfrm>
          <a:off x="3580492" y="1538563"/>
          <a:ext cx="2195121" cy="1317073"/>
        </a:xfrm>
        <a:prstGeom prst="rect">
          <a:avLst/>
        </a:prstGeom>
        <a:solidFill>
          <a:schemeClr val="accent5">
            <a:hueOff val="-6944086"/>
            <a:satOff val="-472"/>
            <a:lumOff val="11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Header Exchange</a:t>
          </a:r>
        </a:p>
      </dsp:txBody>
      <dsp:txXfrm>
        <a:off x="3580492" y="1538563"/>
        <a:ext cx="2195121" cy="1317073"/>
      </dsp:txXfrm>
    </dsp:sp>
    <dsp:sp modelId="{8397FEAD-7FAE-4BE9-AB9E-4DB5B5DA8CA9}">
      <dsp:nvSpPr>
        <dsp:cNvPr id="0" name=""/>
        <dsp:cNvSpPr/>
      </dsp:nvSpPr>
      <dsp:spPr>
        <a:xfrm>
          <a:off x="5995126" y="1538563"/>
          <a:ext cx="2195121" cy="1317073"/>
        </a:xfrm>
        <a:prstGeom prst="rect">
          <a:avLst/>
        </a:prstGeom>
        <a:solidFill>
          <a:schemeClr val="accent5">
            <a:hueOff val="-8680107"/>
            <a:satOff val="-590"/>
            <a:lumOff val="140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What is Queue</a:t>
          </a:r>
        </a:p>
      </dsp:txBody>
      <dsp:txXfrm>
        <a:off x="5995126" y="1538563"/>
        <a:ext cx="2195121" cy="1317073"/>
      </dsp:txXfrm>
    </dsp:sp>
    <dsp:sp modelId="{5A07F837-6C51-4E06-AA9A-9D458402016F}">
      <dsp:nvSpPr>
        <dsp:cNvPr id="0" name=""/>
        <dsp:cNvSpPr/>
      </dsp:nvSpPr>
      <dsp:spPr>
        <a:xfrm>
          <a:off x="2373175" y="3075148"/>
          <a:ext cx="2195121" cy="1317073"/>
        </a:xfrm>
        <a:prstGeom prst="rect">
          <a:avLst/>
        </a:prstGeom>
        <a:solidFill>
          <a:schemeClr val="accent5">
            <a:hueOff val="-10416129"/>
            <a:satOff val="-708"/>
            <a:lumOff val="16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Types of Queue</a:t>
          </a:r>
        </a:p>
      </dsp:txBody>
      <dsp:txXfrm>
        <a:off x="2373175" y="3075148"/>
        <a:ext cx="2195121" cy="1317073"/>
      </dsp:txXfrm>
    </dsp:sp>
    <dsp:sp modelId="{22A30CDA-9567-4E32-834E-6F6BD352612F}">
      <dsp:nvSpPr>
        <dsp:cNvPr id="0" name=""/>
        <dsp:cNvSpPr/>
      </dsp:nvSpPr>
      <dsp:spPr>
        <a:xfrm>
          <a:off x="4787809" y="3075148"/>
          <a:ext cx="2195121" cy="1317073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Queue Durability</a:t>
          </a:r>
        </a:p>
      </dsp:txBody>
      <dsp:txXfrm>
        <a:off x="4787809" y="3075148"/>
        <a:ext cx="2195121" cy="13170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41A861-9D42-4A00-A22E-3412A83076E3}">
      <dsp:nvSpPr>
        <dsp:cNvPr id="0" name=""/>
        <dsp:cNvSpPr/>
      </dsp:nvSpPr>
      <dsp:spPr>
        <a:xfrm>
          <a:off x="0" y="3912"/>
          <a:ext cx="10515600" cy="8333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CBCD28-D11B-4EB4-80B8-3B0F5B14DC81}">
      <dsp:nvSpPr>
        <dsp:cNvPr id="0" name=""/>
        <dsp:cNvSpPr/>
      </dsp:nvSpPr>
      <dsp:spPr>
        <a:xfrm>
          <a:off x="252079" y="191409"/>
          <a:ext cx="458326" cy="458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C39C22-BF8E-4A4D-BFBF-8F3F36298ABA}">
      <dsp:nvSpPr>
        <dsp:cNvPr id="0" name=""/>
        <dsp:cNvSpPr/>
      </dsp:nvSpPr>
      <dsp:spPr>
        <a:xfrm>
          <a:off x="962485" y="3912"/>
          <a:ext cx="9553114" cy="833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193" tIns="88193" rIns="88193" bIns="8819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Producer publishes to an exchange:</a:t>
          </a:r>
          <a:r>
            <a:rPr lang="en-US" sz="1500" kern="1200"/>
            <a:t> A producer application sends a message to a specific exchange, optionally including a "routing key" and other message headers.</a:t>
          </a:r>
        </a:p>
      </dsp:txBody>
      <dsp:txXfrm>
        <a:off x="962485" y="3912"/>
        <a:ext cx="9553114" cy="833320"/>
      </dsp:txXfrm>
    </dsp:sp>
    <dsp:sp modelId="{E004D470-2A59-4CDE-B771-C22C8FB931BE}">
      <dsp:nvSpPr>
        <dsp:cNvPr id="0" name=""/>
        <dsp:cNvSpPr/>
      </dsp:nvSpPr>
      <dsp:spPr>
        <a:xfrm>
          <a:off x="0" y="1045562"/>
          <a:ext cx="10515600" cy="8333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A0CD2C-488A-43A3-98D6-710BFB925EE2}">
      <dsp:nvSpPr>
        <dsp:cNvPr id="0" name=""/>
        <dsp:cNvSpPr/>
      </dsp:nvSpPr>
      <dsp:spPr>
        <a:xfrm>
          <a:off x="252079" y="1233059"/>
          <a:ext cx="458326" cy="458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632073-814E-4B57-968E-8FA24BA94743}">
      <dsp:nvSpPr>
        <dsp:cNvPr id="0" name=""/>
        <dsp:cNvSpPr/>
      </dsp:nvSpPr>
      <dsp:spPr>
        <a:xfrm>
          <a:off x="962485" y="1045562"/>
          <a:ext cx="9553114" cy="833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193" tIns="88193" rIns="88193" bIns="8819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Exchange receives the message:</a:t>
          </a:r>
          <a:r>
            <a:rPr lang="en-US" sz="1500" kern="1200"/>
            <a:t> The exchange gets the message from the producer.</a:t>
          </a:r>
        </a:p>
      </dsp:txBody>
      <dsp:txXfrm>
        <a:off x="962485" y="1045562"/>
        <a:ext cx="9553114" cy="833320"/>
      </dsp:txXfrm>
    </dsp:sp>
    <dsp:sp modelId="{E232BD19-782A-43B5-8BDB-92435BC31341}">
      <dsp:nvSpPr>
        <dsp:cNvPr id="0" name=""/>
        <dsp:cNvSpPr/>
      </dsp:nvSpPr>
      <dsp:spPr>
        <a:xfrm>
          <a:off x="0" y="2087213"/>
          <a:ext cx="10515600" cy="8333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5D6164-2C24-4B5F-8E77-73F94C3434E3}">
      <dsp:nvSpPr>
        <dsp:cNvPr id="0" name=""/>
        <dsp:cNvSpPr/>
      </dsp:nvSpPr>
      <dsp:spPr>
        <a:xfrm>
          <a:off x="252079" y="2274710"/>
          <a:ext cx="458326" cy="458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46842C-6017-47C1-ABCF-74FCEA045052}">
      <dsp:nvSpPr>
        <dsp:cNvPr id="0" name=""/>
        <dsp:cNvSpPr/>
      </dsp:nvSpPr>
      <dsp:spPr>
        <a:xfrm>
          <a:off x="962485" y="2087213"/>
          <a:ext cx="9553114" cy="833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193" tIns="88193" rIns="88193" bIns="8819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Routing logic applied:</a:t>
          </a:r>
          <a:r>
            <a:rPr lang="en-US" sz="1500" kern="1200"/>
            <a:t> The exchange then applies its routing logic to determine which queues should receive a copy of the message. This logic depends heavily on the exchange type and the "bindings" that have been established.</a:t>
          </a:r>
        </a:p>
      </dsp:txBody>
      <dsp:txXfrm>
        <a:off x="962485" y="2087213"/>
        <a:ext cx="9553114" cy="833320"/>
      </dsp:txXfrm>
    </dsp:sp>
    <dsp:sp modelId="{39236CBA-0F58-4214-BC81-0EADFBEF61C4}">
      <dsp:nvSpPr>
        <dsp:cNvPr id="0" name=""/>
        <dsp:cNvSpPr/>
      </dsp:nvSpPr>
      <dsp:spPr>
        <a:xfrm>
          <a:off x="0" y="3128863"/>
          <a:ext cx="10515600" cy="8333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A86429-8764-4E2F-85E4-91A24E925A97}">
      <dsp:nvSpPr>
        <dsp:cNvPr id="0" name=""/>
        <dsp:cNvSpPr/>
      </dsp:nvSpPr>
      <dsp:spPr>
        <a:xfrm>
          <a:off x="252079" y="3316360"/>
          <a:ext cx="458326" cy="458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6890B2-F1E9-470F-ADE5-97B55CBC27F1}">
      <dsp:nvSpPr>
        <dsp:cNvPr id="0" name=""/>
        <dsp:cNvSpPr/>
      </dsp:nvSpPr>
      <dsp:spPr>
        <a:xfrm>
          <a:off x="962485" y="3128863"/>
          <a:ext cx="9553114" cy="833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193" tIns="88193" rIns="88193" bIns="8819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Messages routed to queues:</a:t>
          </a:r>
          <a:r>
            <a:rPr lang="en-US" sz="1500" kern="1200"/>
            <a:t> Based on the routing logic, the exchange routes the message (or copies of it) to the appropriate bound queues.</a:t>
          </a:r>
        </a:p>
      </dsp:txBody>
      <dsp:txXfrm>
        <a:off x="962485" y="3128863"/>
        <a:ext cx="9553114" cy="833320"/>
      </dsp:txXfrm>
    </dsp:sp>
    <dsp:sp modelId="{CAB15A3B-204D-4E36-B6EB-4122D13E498E}">
      <dsp:nvSpPr>
        <dsp:cNvPr id="0" name=""/>
        <dsp:cNvSpPr/>
      </dsp:nvSpPr>
      <dsp:spPr>
        <a:xfrm>
          <a:off x="0" y="4170514"/>
          <a:ext cx="10515600" cy="8333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64B19F-1D01-4424-A9E9-4960066A0B89}">
      <dsp:nvSpPr>
        <dsp:cNvPr id="0" name=""/>
        <dsp:cNvSpPr/>
      </dsp:nvSpPr>
      <dsp:spPr>
        <a:xfrm>
          <a:off x="252079" y="4358011"/>
          <a:ext cx="458326" cy="45832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2DF4E9-63EB-4AEE-BDD2-F1D58F5381C1}">
      <dsp:nvSpPr>
        <dsp:cNvPr id="0" name=""/>
        <dsp:cNvSpPr/>
      </dsp:nvSpPr>
      <dsp:spPr>
        <a:xfrm>
          <a:off x="962485" y="4170514"/>
          <a:ext cx="9553114" cy="833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193" tIns="88193" rIns="88193" bIns="8819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Consumers consume from queues:</a:t>
          </a:r>
          <a:r>
            <a:rPr lang="en-US" sz="1500" kern="1200"/>
            <a:t> Finally, consumers retrieve and process messages from the queues.</a:t>
          </a:r>
        </a:p>
      </dsp:txBody>
      <dsp:txXfrm>
        <a:off x="962485" y="4170514"/>
        <a:ext cx="9553114" cy="8333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30278A-A7AA-4768-992F-B6F03D06EBFE}">
      <dsp:nvSpPr>
        <dsp:cNvPr id="0" name=""/>
        <dsp:cNvSpPr/>
      </dsp:nvSpPr>
      <dsp:spPr>
        <a:xfrm>
          <a:off x="0" y="719216"/>
          <a:ext cx="10515600" cy="13277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1BB0BC-655E-4B94-BF1E-B19B7C0C38CF}">
      <dsp:nvSpPr>
        <dsp:cNvPr id="0" name=""/>
        <dsp:cNvSpPr/>
      </dsp:nvSpPr>
      <dsp:spPr>
        <a:xfrm>
          <a:off x="401654" y="1017968"/>
          <a:ext cx="730281" cy="7302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B63C63-732A-43F9-82D6-7F964C3CBB8F}">
      <dsp:nvSpPr>
        <dsp:cNvPr id="0" name=""/>
        <dsp:cNvSpPr/>
      </dsp:nvSpPr>
      <dsp:spPr>
        <a:xfrm>
          <a:off x="1533591" y="719216"/>
          <a:ext cx="8982008" cy="13277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524" tIns="140524" rIns="140524" bIns="14052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Routing Logic:</a:t>
          </a:r>
          <a:r>
            <a:rPr lang="en-US" sz="2500" kern="1200"/>
            <a:t> Routes messages to queues whose binding key exactly matches the routing key of the message.</a:t>
          </a:r>
        </a:p>
      </dsp:txBody>
      <dsp:txXfrm>
        <a:off x="1533591" y="719216"/>
        <a:ext cx="8982008" cy="1327785"/>
      </dsp:txXfrm>
    </dsp:sp>
    <dsp:sp modelId="{7B1D685C-CA42-4FBC-AAFC-DBF38F0D0CDC}">
      <dsp:nvSpPr>
        <dsp:cNvPr id="0" name=""/>
        <dsp:cNvSpPr/>
      </dsp:nvSpPr>
      <dsp:spPr>
        <a:xfrm>
          <a:off x="0" y="2378948"/>
          <a:ext cx="10515600" cy="13277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4A68FF-7527-49DD-BC51-22B7317EC21A}">
      <dsp:nvSpPr>
        <dsp:cNvPr id="0" name=""/>
        <dsp:cNvSpPr/>
      </dsp:nvSpPr>
      <dsp:spPr>
        <a:xfrm>
          <a:off x="401654" y="2677699"/>
          <a:ext cx="730281" cy="7302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BCA7AD-C7CE-4672-B59E-DAD5E8D01075}">
      <dsp:nvSpPr>
        <dsp:cNvPr id="0" name=""/>
        <dsp:cNvSpPr/>
      </dsp:nvSpPr>
      <dsp:spPr>
        <a:xfrm>
          <a:off x="1533591" y="2378948"/>
          <a:ext cx="8982008" cy="13277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524" tIns="140524" rIns="140524" bIns="14052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Use Case:</a:t>
          </a:r>
          <a:r>
            <a:rPr lang="en-US" sz="2500" kern="1200"/>
            <a:t> Ideal for unicast routing (one message to one specific queue) or distributing tasks to specific workers.</a:t>
          </a:r>
        </a:p>
      </dsp:txBody>
      <dsp:txXfrm>
        <a:off x="1533591" y="2378948"/>
        <a:ext cx="8982008" cy="13277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890DC6-DF18-4B75-A4BB-16C98FE4C0A1}">
      <dsp:nvSpPr>
        <dsp:cNvPr id="0" name=""/>
        <dsp:cNvSpPr/>
      </dsp:nvSpPr>
      <dsp:spPr>
        <a:xfrm>
          <a:off x="0" y="770073"/>
          <a:ext cx="10515600" cy="14216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76FF97-5325-4A82-8215-405BCF3B12E4}">
      <dsp:nvSpPr>
        <dsp:cNvPr id="0" name=""/>
        <dsp:cNvSpPr/>
      </dsp:nvSpPr>
      <dsp:spPr>
        <a:xfrm>
          <a:off x="430056" y="1089950"/>
          <a:ext cx="781920" cy="7819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A69BC5-A582-49CE-90E3-2A06F5DFD40A}">
      <dsp:nvSpPr>
        <dsp:cNvPr id="0" name=""/>
        <dsp:cNvSpPr/>
      </dsp:nvSpPr>
      <dsp:spPr>
        <a:xfrm>
          <a:off x="1642033" y="770073"/>
          <a:ext cx="8873566" cy="142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461" tIns="150461" rIns="150461" bIns="15046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Routing Logic:</a:t>
          </a:r>
          <a:r>
            <a:rPr lang="en-US" sz="2100" kern="1200"/>
            <a:t> Routes a copy of every message it receives to all queues bound to it, regardless of the routing key. The routing key is completely ignored.</a:t>
          </a:r>
        </a:p>
      </dsp:txBody>
      <dsp:txXfrm>
        <a:off x="1642033" y="770073"/>
        <a:ext cx="8873566" cy="1421674"/>
      </dsp:txXfrm>
    </dsp:sp>
    <dsp:sp modelId="{54E1542D-845C-4034-ABCE-A64406845E72}">
      <dsp:nvSpPr>
        <dsp:cNvPr id="0" name=""/>
        <dsp:cNvSpPr/>
      </dsp:nvSpPr>
      <dsp:spPr>
        <a:xfrm>
          <a:off x="0" y="2547166"/>
          <a:ext cx="10515600" cy="14216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C5BE91-2DB2-43C4-95A3-B4805684A74C}">
      <dsp:nvSpPr>
        <dsp:cNvPr id="0" name=""/>
        <dsp:cNvSpPr/>
      </dsp:nvSpPr>
      <dsp:spPr>
        <a:xfrm>
          <a:off x="430056" y="2867042"/>
          <a:ext cx="781920" cy="7819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948773-75E4-4DE8-9284-FBBF3BECC1B2}">
      <dsp:nvSpPr>
        <dsp:cNvPr id="0" name=""/>
        <dsp:cNvSpPr/>
      </dsp:nvSpPr>
      <dsp:spPr>
        <a:xfrm>
          <a:off x="1642033" y="2547166"/>
          <a:ext cx="8873566" cy="142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461" tIns="150461" rIns="150461" bIns="15046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Use Case:</a:t>
          </a:r>
          <a:r>
            <a:rPr lang="en-US" sz="2100" kern="1200"/>
            <a:t> Ideal for broadcast routing, where a single message needs to be delivered to multiple consumers or services. Examples include real-time sports updates, chat applications, or system-wide notifications.</a:t>
          </a:r>
        </a:p>
      </dsp:txBody>
      <dsp:txXfrm>
        <a:off x="1642033" y="2547166"/>
        <a:ext cx="8873566" cy="14216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F63EF1-A3C3-4732-997E-BF0913263F6D}">
      <dsp:nvSpPr>
        <dsp:cNvPr id="0" name=""/>
        <dsp:cNvSpPr/>
      </dsp:nvSpPr>
      <dsp:spPr>
        <a:xfrm>
          <a:off x="1212569" y="1133350"/>
          <a:ext cx="1300252" cy="13002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869722-AC21-4EF7-9F4E-D1488D29B25C}">
      <dsp:nvSpPr>
        <dsp:cNvPr id="0" name=""/>
        <dsp:cNvSpPr/>
      </dsp:nvSpPr>
      <dsp:spPr>
        <a:xfrm>
          <a:off x="417971" y="2790313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Classic Queues : </a:t>
          </a:r>
          <a:r>
            <a:rPr lang="en-US" sz="1700" kern="1200"/>
            <a:t>Traditional RabbitMQ queues. Store messages in memory or disk.</a:t>
          </a:r>
        </a:p>
      </dsp:txBody>
      <dsp:txXfrm>
        <a:off x="417971" y="2790313"/>
        <a:ext cx="2889450" cy="720000"/>
      </dsp:txXfrm>
    </dsp:sp>
    <dsp:sp modelId="{4BBC1719-5F1C-4A37-BCC6-3609528BD5D6}">
      <dsp:nvSpPr>
        <dsp:cNvPr id="0" name=""/>
        <dsp:cNvSpPr/>
      </dsp:nvSpPr>
      <dsp:spPr>
        <a:xfrm>
          <a:off x="4607673" y="1133350"/>
          <a:ext cx="1300252" cy="13002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39085D-DDA4-40DC-8096-34A3840CBE6F}">
      <dsp:nvSpPr>
        <dsp:cNvPr id="0" name=""/>
        <dsp:cNvSpPr/>
      </dsp:nvSpPr>
      <dsp:spPr>
        <a:xfrm>
          <a:off x="3813075" y="2790313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Quorum Queues : </a:t>
          </a:r>
          <a:r>
            <a:rPr lang="en-US" sz="1700" kern="1200"/>
            <a:t>Use Raft consensus for replication and fault tolerance. </a:t>
          </a:r>
        </a:p>
      </dsp:txBody>
      <dsp:txXfrm>
        <a:off x="3813075" y="2790313"/>
        <a:ext cx="2889450" cy="720000"/>
      </dsp:txXfrm>
    </dsp:sp>
    <dsp:sp modelId="{5E49DCBE-3D68-4978-99F2-47F896AB6349}">
      <dsp:nvSpPr>
        <dsp:cNvPr id="0" name=""/>
        <dsp:cNvSpPr/>
      </dsp:nvSpPr>
      <dsp:spPr>
        <a:xfrm>
          <a:off x="8002777" y="1133350"/>
          <a:ext cx="1300252" cy="13002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CC78C8-68CA-465A-9A9F-A835CC7B3633}">
      <dsp:nvSpPr>
        <dsp:cNvPr id="0" name=""/>
        <dsp:cNvSpPr/>
      </dsp:nvSpPr>
      <dsp:spPr>
        <a:xfrm>
          <a:off x="7208178" y="2790313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Stream Queues : </a:t>
          </a:r>
          <a:r>
            <a:rPr lang="en-US" sz="1700" kern="1200"/>
            <a:t>Newer, for very high-throughput, replayable messaging (v3.9+)</a:t>
          </a:r>
        </a:p>
      </dsp:txBody>
      <dsp:txXfrm>
        <a:off x="7208178" y="2790313"/>
        <a:ext cx="288945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EB6963-0D0C-42A4-A321-C7EE48CFEA0C}">
      <dsp:nvSpPr>
        <dsp:cNvPr id="0" name=""/>
        <dsp:cNvSpPr/>
      </dsp:nvSpPr>
      <dsp:spPr>
        <a:xfrm>
          <a:off x="0" y="1865"/>
          <a:ext cx="10515600" cy="9453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E37566-2FA8-4D65-98AC-48A8D1D8F071}">
      <dsp:nvSpPr>
        <dsp:cNvPr id="0" name=""/>
        <dsp:cNvSpPr/>
      </dsp:nvSpPr>
      <dsp:spPr>
        <a:xfrm>
          <a:off x="285958" y="214561"/>
          <a:ext cx="519924" cy="5199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BAE6D4-8B51-4F08-B341-C28522155FF0}">
      <dsp:nvSpPr>
        <dsp:cNvPr id="0" name=""/>
        <dsp:cNvSpPr/>
      </dsp:nvSpPr>
      <dsp:spPr>
        <a:xfrm>
          <a:off x="1091840" y="1865"/>
          <a:ext cx="9423759" cy="9453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046" tIns="100046" rIns="100046" bIns="10004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 queue's metadata (its definition and properties) is stored on disk.</a:t>
          </a:r>
        </a:p>
      </dsp:txBody>
      <dsp:txXfrm>
        <a:off x="1091840" y="1865"/>
        <a:ext cx="9423759" cy="945316"/>
      </dsp:txXfrm>
    </dsp:sp>
    <dsp:sp modelId="{9F93149C-2C6C-406A-A845-C457D46619F9}">
      <dsp:nvSpPr>
        <dsp:cNvPr id="0" name=""/>
        <dsp:cNvSpPr/>
      </dsp:nvSpPr>
      <dsp:spPr>
        <a:xfrm>
          <a:off x="0" y="1183511"/>
          <a:ext cx="10515600" cy="9453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289D66-2304-4BA3-99FB-B02357282130}">
      <dsp:nvSpPr>
        <dsp:cNvPr id="0" name=""/>
        <dsp:cNvSpPr/>
      </dsp:nvSpPr>
      <dsp:spPr>
        <a:xfrm>
          <a:off x="285958" y="1396207"/>
          <a:ext cx="519924" cy="5199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BBB37C-9738-46BB-949F-9D9D29E3C1FB}">
      <dsp:nvSpPr>
        <dsp:cNvPr id="0" name=""/>
        <dsp:cNvSpPr/>
      </dsp:nvSpPr>
      <dsp:spPr>
        <a:xfrm>
          <a:off x="1091840" y="1183511"/>
          <a:ext cx="9423759" cy="9453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046" tIns="100046" rIns="100046" bIns="10004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 queue will be automatically recovered after a broker restart.</a:t>
          </a:r>
        </a:p>
      </dsp:txBody>
      <dsp:txXfrm>
        <a:off x="1091840" y="1183511"/>
        <a:ext cx="9423759" cy="945316"/>
      </dsp:txXfrm>
    </dsp:sp>
    <dsp:sp modelId="{A967C9DC-92D2-4EC5-A807-FA5A7F00BB41}">
      <dsp:nvSpPr>
        <dsp:cNvPr id="0" name=""/>
        <dsp:cNvSpPr/>
      </dsp:nvSpPr>
      <dsp:spPr>
        <a:xfrm>
          <a:off x="0" y="2365157"/>
          <a:ext cx="10515600" cy="9453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A94050-B40A-422A-B57B-17F97B81F2E1}">
      <dsp:nvSpPr>
        <dsp:cNvPr id="0" name=""/>
        <dsp:cNvSpPr/>
      </dsp:nvSpPr>
      <dsp:spPr>
        <a:xfrm>
          <a:off x="285958" y="2577853"/>
          <a:ext cx="519924" cy="51992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4AE2D5-3610-4BD4-9486-14A2EAA1E0CE}">
      <dsp:nvSpPr>
        <dsp:cNvPr id="0" name=""/>
        <dsp:cNvSpPr/>
      </dsp:nvSpPr>
      <dsp:spPr>
        <a:xfrm>
          <a:off x="1091840" y="2365157"/>
          <a:ext cx="9423759" cy="9453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046" tIns="100046" rIns="100046" bIns="10004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To ensure messages in the queue also survive restarts, messages must be published as "persistent" in addition to the queue being durable.</a:t>
          </a:r>
        </a:p>
      </dsp:txBody>
      <dsp:txXfrm>
        <a:off x="1091840" y="2365157"/>
        <a:ext cx="9423759" cy="945316"/>
      </dsp:txXfrm>
    </dsp:sp>
    <dsp:sp modelId="{48694949-368D-454D-8B1A-9A6C853DF925}">
      <dsp:nvSpPr>
        <dsp:cNvPr id="0" name=""/>
        <dsp:cNvSpPr/>
      </dsp:nvSpPr>
      <dsp:spPr>
        <a:xfrm>
          <a:off x="0" y="3546803"/>
          <a:ext cx="10515600" cy="9453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CA9EF4-6252-4D72-BAAB-2BE3E5BC7715}">
      <dsp:nvSpPr>
        <dsp:cNvPr id="0" name=""/>
        <dsp:cNvSpPr/>
      </dsp:nvSpPr>
      <dsp:spPr>
        <a:xfrm>
          <a:off x="285958" y="3759499"/>
          <a:ext cx="519924" cy="51992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19311D-B297-4918-855B-B8D69DCF0C0A}">
      <dsp:nvSpPr>
        <dsp:cNvPr id="0" name=""/>
        <dsp:cNvSpPr/>
      </dsp:nvSpPr>
      <dsp:spPr>
        <a:xfrm>
          <a:off x="1091840" y="3546803"/>
          <a:ext cx="9423759" cy="9453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046" tIns="100046" rIns="100046" bIns="10004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Commonly used for critical applications where message loss cannot be tolerated</a:t>
          </a:r>
        </a:p>
      </dsp:txBody>
      <dsp:txXfrm>
        <a:off x="1091840" y="3546803"/>
        <a:ext cx="9423759" cy="9453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DBF50F6-DD88-4D9F-B7D3-79B989980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6BBDC2-6929-469E-B7C4-A03E77BF9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911BB26-CED3-4D51-AE79-5CC7ED45F274}"/>
              </a:ext>
            </a:extLst>
          </p:cNvPr>
          <p:cNvSpPr>
            <a:spLocks noGrp="1"/>
          </p:cNvSpPr>
          <p:nvPr/>
        </p:nvSpPr>
        <p:spPr>
          <a:xfrm>
            <a:off x="815877" y="4347257"/>
            <a:ext cx="10573521" cy="18628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6600" dirty="0">
                <a:solidFill>
                  <a:srgbClr val="00BAC8"/>
                </a:solidFill>
                <a:latin typeface="Aharoni"/>
                <a:cs typeface="Aharoni"/>
              </a:rPr>
              <a:t>Exchange Types, Queue Types, Durable Queues &amp; Message Persistence</a:t>
            </a:r>
          </a:p>
          <a:p>
            <a:pPr algn="l"/>
            <a:endParaRPr lang="en-US" sz="4000" dirty="0">
              <a:solidFill>
                <a:schemeClr val="tx2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344E6B5-C9F5-4338-9E33-003B12373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/>
        </p:nvGrpSpPr>
        <p:grpSpPr>
          <a:xfrm rot="16200000" flipH="1">
            <a:off x="-176404" y="170311"/>
            <a:ext cx="2514948" cy="2174333"/>
            <a:chOff x="-176403" y="170310"/>
            <a:chExt cx="2514948" cy="217433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90B0F8D-9E81-4DE8-95D5-1A26E9390D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76403" y="174465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30BA43A-83E9-4C67-92A6-F247FB370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76403" y="170310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2F3A0CC-EBFE-405D-B0C0-27DE361ED5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76403" y="174465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F2E853E-B55A-4FFD-B90E-6FB4F31BD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75793" y="174466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pic>
        <p:nvPicPr>
          <p:cNvPr id="8" name="Picture 7" descr="A close up of a number&#10;&#10;AI-generated content may be incorrect.">
            <a:extLst>
              <a:ext uri="{FF2B5EF4-FFF2-40B4-BE49-F238E27FC236}">
                <a16:creationId xmlns:a16="http://schemas.microsoft.com/office/drawing/2014/main" id="{EBC90F14-5AC7-4D81-C85D-79F2AB707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048" y="1406589"/>
            <a:ext cx="10555905" cy="1662554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DFEDBF7-8E2C-46B8-9095-AE1D77E21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/>
        </p:nvGrpSpPr>
        <p:grpSpPr>
          <a:xfrm rot="10800000">
            <a:off x="9130562" y="4560728"/>
            <a:ext cx="3061443" cy="2297268"/>
            <a:chOff x="9130558" y="4560730"/>
            <a:chExt cx="3832880" cy="2876136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0202872-FBB0-4F11-BC49-9FB400B21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131168" y="4560732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DEB2F40-D411-4D44-9638-AE0342C7F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131168" y="4560730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07F7D91-A991-4196-AF73-327E04B562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130558" y="4560732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78739A9-E67C-40E5-9468-0A68AEC54E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131168" y="4560730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CB956F-0059-7E6B-C83D-A9EB0FAF5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1E19FA-3484-8321-4DCB-41EC835B1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FEF6F64-A96F-96A9-2506-AE3D42F62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9356106" cy="1200329"/>
          </a:xfrm>
        </p:spPr>
        <p:txBody>
          <a:bodyPr anchor="t">
            <a:normAutofit/>
          </a:bodyPr>
          <a:lstStyle/>
          <a:p>
            <a:r>
              <a:rPr lang="en-US" sz="7400">
                <a:latin typeface="Aharoni"/>
                <a:cs typeface="Aharoni"/>
              </a:rPr>
              <a:t>Agenda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94F164F-0367-4986-A918-EBF318387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150424" y="1591484"/>
            <a:ext cx="354809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alpha val="60000"/>
                  </a:schemeClr>
                </a:solidFill>
              </a:rPr>
              <a:t>RabbitMQ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4200" y="554152"/>
            <a:ext cx="574177" cy="1075866"/>
            <a:chOff x="10994200" y="554152"/>
            <a:chExt cx="574177" cy="1075866"/>
          </a:xfrm>
        </p:grpSpPr>
        <p:sp>
          <p:nvSpPr>
            <p:cNvPr id="14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B79B9D-2295-942B-8370-A252C01EC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>
                <a:solidFill>
                  <a:schemeClr val="tx1">
                    <a:alpha val="60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6EA5CFB0-FE28-4578-5EE4-EF4FB99413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3094801"/>
              </p:ext>
            </p:extLst>
          </p:nvPr>
        </p:nvGraphicFramePr>
        <p:xfrm>
          <a:off x="1188062" y="1825625"/>
          <a:ext cx="9356107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6713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F63AA5A-E6E1-46DA-AB40-C58233393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10CCB2A-C7E0-54FA-B73C-B39DD8284BB3}"/>
              </a:ext>
            </a:extLst>
          </p:cNvPr>
          <p:cNvSpPr>
            <a:spLocks noGrp="1"/>
          </p:cNvSpPr>
          <p:nvPr/>
        </p:nvSpPr>
        <p:spPr>
          <a:xfrm>
            <a:off x="838201" y="596644"/>
            <a:ext cx="10515600" cy="16492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smtClean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en-US">
                <a:latin typeface="Aharoni"/>
                <a:cs typeface="Aharoni"/>
              </a:rPr>
              <a:t> What is an Exchange?</a:t>
            </a:r>
            <a:endParaRPr lang="en-US">
              <a:latin typeface="Aharoni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553EFD5-25B7-C51B-38F1-4E468DCCABB9}"/>
              </a:ext>
            </a:extLst>
          </p:cNvPr>
          <p:cNvSpPr>
            <a:spLocks noGrp="1"/>
          </p:cNvSpPr>
          <p:nvPr/>
        </p:nvSpPr>
        <p:spPr>
          <a:xfrm>
            <a:off x="838200" y="3044023"/>
            <a:ext cx="4645696" cy="31103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ea typeface="+mn-lt"/>
                <a:cs typeface="+mn-lt"/>
              </a:rPr>
              <a:t>An Exchange is a core RabbitMQ component that receives messages from producers and routes them to queues based on certain rules.</a:t>
            </a:r>
            <a:endParaRPr lang="en-US" sz="2400"/>
          </a:p>
          <a:p>
            <a:endParaRPr lang="en-US"/>
          </a:p>
          <a:p>
            <a:endParaRPr lang="en-US"/>
          </a:p>
        </p:txBody>
      </p:sp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0E5FE103-9E2C-5767-EC5A-B87D9A4DD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273" y="2901794"/>
            <a:ext cx="6118895" cy="3236243"/>
          </a:xfrm>
          <a:prstGeom prst="rect">
            <a:avLst/>
          </a:prstGeom>
        </p:spPr>
      </p:pic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4AFD1719-8FB4-EEE0-7A6A-A066AA0DB56D}"/>
              </a:ext>
            </a:extLst>
          </p:cNvPr>
          <p:cNvSpPr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GB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D3060201-1C40-4B39-813D-5CD9493BAEED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6E60389F-25DC-1EC0-EE64-FEB10F76CF72}"/>
              </a:ext>
            </a:extLst>
          </p:cNvPr>
          <p:cNvSpPr>
            <a:spLocks noGrp="1"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RabbitMQ</a:t>
            </a:r>
          </a:p>
        </p:txBody>
      </p:sp>
    </p:spTree>
    <p:extLst>
      <p:ext uri="{BB962C8B-B14F-4D97-AF65-F5344CB8AC3E}">
        <p14:creationId xmlns:p14="http://schemas.microsoft.com/office/powerpoint/2010/main" val="939962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3E2EEE-5E2B-473D-B932-CC1CB6659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5838067-C831-CD7F-7FD4-1EDF9545B3B8}"/>
              </a:ext>
            </a:extLst>
          </p:cNvPr>
          <p:cNvSpPr>
            <a:spLocks noGrp="1"/>
          </p:cNvSpPr>
          <p:nvPr/>
        </p:nvSpPr>
        <p:spPr>
          <a:xfrm>
            <a:off x="838200" y="365126"/>
            <a:ext cx="10668000" cy="832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smtClean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en-US" sz="4000">
                <a:gradFill>
                  <a:gsLst>
                    <a:gs pos="0">
                      <a:srgbClr val="00BAC8"/>
                    </a:gs>
                    <a:gs pos="100000">
                      <a:srgbClr val="203040"/>
                    </a:gs>
                  </a:gsLst>
                  <a:lin ang="0" scaled="1"/>
                </a:gradFill>
                <a:latin typeface="Aharoni"/>
                <a:cs typeface="Angsana New"/>
              </a:rPr>
              <a:t>How Exchanges Work</a:t>
            </a:r>
            <a:endParaRPr lang="en-US" sz="4000">
              <a:gradFill>
                <a:gsLst>
                  <a:gs pos="0">
                    <a:srgbClr val="00BAC8"/>
                  </a:gs>
                  <a:gs pos="100000">
                    <a:srgbClr val="203040"/>
                  </a:gs>
                </a:gsLst>
                <a:lin ang="0" scaled="1"/>
              </a:gradFill>
            </a:endParaRP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FD11AC0E-D75C-7453-405D-51033CBFD88F}"/>
              </a:ext>
            </a:extLst>
          </p:cNvPr>
          <p:cNvSpPr>
            <a:spLocks noGrp="1"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GB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/>
              <a:t>RabbitMQ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B85159-7E83-E8F9-CF5F-9923B5CFD44B}"/>
              </a:ext>
            </a:extLst>
          </p:cNvPr>
          <p:cNvSpPr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GB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D3060201-1C40-4B39-813D-5CD9493BAEED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F10BCC02-EC17-2130-DFA1-017E400575E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169216"/>
          <a:ext cx="10515600" cy="50077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59CAABCD-E789-3B5E-4C1D-46132ED60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530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8682365-816F-3736-AAF3-D0D0BD426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solidFill>
                  <a:srgbClr val="00BAC8"/>
                </a:solidFill>
                <a:latin typeface="Aharoni"/>
                <a:cs typeface="Aharoni"/>
              </a:rPr>
              <a:t>Key Concepts</a:t>
            </a:r>
            <a:endParaRPr lang="en-US" sz="5400" dirty="0">
              <a:latin typeface="Aharoni"/>
              <a:cs typeface="Aharoni"/>
            </a:endParaRP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2793941D-369B-6252-4C12-E56D3AF2977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810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28950">
                  <a:extLst>
                    <a:ext uri="{9D8B030D-6E8A-4147-A177-3AD203B41FA5}">
                      <a16:colId xmlns:a16="http://schemas.microsoft.com/office/drawing/2014/main" val="4165814047"/>
                    </a:ext>
                  </a:extLst>
                </a:gridCol>
                <a:gridCol w="7486650">
                  <a:extLst>
                    <a:ext uri="{9D8B030D-6E8A-4147-A177-3AD203B41FA5}">
                      <a16:colId xmlns:a16="http://schemas.microsoft.com/office/drawing/2014/main" val="622286033"/>
                    </a:ext>
                  </a:extLst>
                </a:gridCol>
              </a:tblGrid>
              <a:tr h="819150">
                <a:tc>
                  <a:txBody>
                    <a:bodyPr/>
                    <a:lstStyle/>
                    <a:p>
                      <a:pPr algn="l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 b="1" i="0" u="none" strike="noStrike">
                          <a:solidFill>
                            <a:srgbClr val="FFFFFF"/>
                          </a:solidFill>
                          <a:effectLst/>
                          <a:latin typeface="Avenir Next LT Pro" panose="020B0504020202020204" pitchFamily="34" charset="0"/>
                        </a:rPr>
                        <a:t>Concept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A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 b="1" i="0" u="none" strike="noStrike">
                          <a:solidFill>
                            <a:srgbClr val="FFFFFF"/>
                          </a:solidFill>
                          <a:effectLst/>
                          <a:latin typeface="Avenir Next LT Pro" panose="020B0504020202020204" pitchFamily="34" charset="0"/>
                        </a:rPr>
                        <a:t>Description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A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2045239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pPr algn="l" fontAlgn="base">
                        <a:lnSpc>
                          <a:spcPts val="2625"/>
                        </a:lnSpc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Avenir Next LT Pro" panose="020B0504020202020204" pitchFamily="34" charset="0"/>
                        </a:rPr>
                        <a:t>Binding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7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625"/>
                        </a:lnSpc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venir Next LT Pro" panose="020B0504020202020204" pitchFamily="34" charset="0"/>
                        </a:rPr>
                        <a:t>Link between an exchange and a queue with a routing rule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7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814005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l" fontAlgn="base">
                        <a:lnSpc>
                          <a:spcPts val="2400"/>
                        </a:lnSpc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venir Next LT Pro" panose="020B0504020202020204" pitchFamily="34" charset="0"/>
                        </a:rPr>
                        <a:t>Routing Key 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625"/>
                        </a:lnSpc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venir Next LT Pro" panose="020B0504020202020204" pitchFamily="34" charset="0"/>
                        </a:rPr>
                        <a:t>A string used by the exchange to decide which queue(s) to route to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285484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l" fontAlgn="base">
                        <a:lnSpc>
                          <a:spcPts val="2400"/>
                        </a:lnSpc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venir Next LT Pro" panose="020B0504020202020204" pitchFamily="34" charset="0"/>
                        </a:rPr>
                        <a:t>Exchange Type 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7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625"/>
                        </a:lnSpc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venir Next LT Pro" panose="020B0504020202020204" pitchFamily="34" charset="0"/>
                        </a:rPr>
                        <a:t>Determines the routing behavior (e.g., direct, topic, fanout)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7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6782316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BF2938-A349-852F-C0E3-8A2D70D12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3658CDA-79F3-A6E4-79B7-30F66EBB0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</p:spTree>
    <p:extLst>
      <p:ext uri="{BB962C8B-B14F-4D97-AF65-F5344CB8AC3E}">
        <p14:creationId xmlns:p14="http://schemas.microsoft.com/office/powerpoint/2010/main" val="3723137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0ADE2-BA8B-169F-AC59-7D2096A51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solidFill>
                  <a:srgbClr val="00BAC8"/>
                </a:solidFill>
                <a:latin typeface="Aharoni"/>
                <a:cs typeface="Aharoni"/>
              </a:rPr>
              <a:t>Direct Exchange</a:t>
            </a:r>
            <a:endParaRPr lang="en-US" sz="5400" dirty="0">
              <a:latin typeface="Aharoni"/>
              <a:cs typeface="Aharon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0529F-34A8-7666-2228-9EC834EA6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/>
              <a:t>.</a:t>
            </a:r>
          </a:p>
        </p:txBody>
      </p:sp>
      <p:graphicFrame>
        <p:nvGraphicFramePr>
          <p:cNvPr id="35" name="Content Placeholder 7">
            <a:extLst>
              <a:ext uri="{FF2B5EF4-FFF2-40B4-BE49-F238E27FC236}">
                <a16:creationId xmlns:a16="http://schemas.microsoft.com/office/drawing/2014/main" id="{FD74C920-0FF0-462A-091C-F2A96594208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751013"/>
          <a:ext cx="10515600" cy="4425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C24DCCC-3974-CF01-7745-7DA73E598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2CE8766-9B3F-6754-40B8-D3E2B4EDB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</p:spTree>
    <p:extLst>
      <p:ext uri="{BB962C8B-B14F-4D97-AF65-F5344CB8AC3E}">
        <p14:creationId xmlns:p14="http://schemas.microsoft.com/office/powerpoint/2010/main" val="4008533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37B730BC-A762-3CA0-0B27-5A5194774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1143000"/>
            <a:ext cx="10020300" cy="4572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172664-80E8-71AF-47FE-CEE6C623C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7032AE9-DAE9-1B02-FC05-3A1EA7943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</p:spTree>
    <p:extLst>
      <p:ext uri="{BB962C8B-B14F-4D97-AF65-F5344CB8AC3E}">
        <p14:creationId xmlns:p14="http://schemas.microsoft.com/office/powerpoint/2010/main" val="1071058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E2745-41A2-A02B-F2B4-88A2CA4D5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solidFill>
                  <a:srgbClr val="00BAC8"/>
                </a:solidFill>
                <a:latin typeface="Aharoni"/>
                <a:cs typeface="Aharoni"/>
              </a:rPr>
              <a:t>Fanout Exchange</a:t>
            </a:r>
            <a:endParaRPr lang="en-US" sz="5400" dirty="0">
              <a:latin typeface="Aharoni"/>
              <a:cs typeface="Aharoni"/>
            </a:endParaRPr>
          </a:p>
        </p:txBody>
      </p:sp>
      <p:graphicFrame>
        <p:nvGraphicFramePr>
          <p:cNvPr id="20" name="Content Placeholder 4">
            <a:extLst>
              <a:ext uri="{FF2B5EF4-FFF2-40B4-BE49-F238E27FC236}">
                <a16:creationId xmlns:a16="http://schemas.microsoft.com/office/drawing/2014/main" id="{2897FAA7-5609-092B-6DAF-104C992CDE8F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438049"/>
          <a:ext cx="10515600" cy="47389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A61C106-79AB-B7A1-3C22-495344A05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1C6D1E9-4B5F-9E8A-64EE-BA1F0F8A2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</p:spTree>
    <p:extLst>
      <p:ext uri="{BB962C8B-B14F-4D97-AF65-F5344CB8AC3E}">
        <p14:creationId xmlns:p14="http://schemas.microsoft.com/office/powerpoint/2010/main" val="476931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warehouse&#10;&#10;AI-generated content may be incorrect.">
            <a:extLst>
              <a:ext uri="{FF2B5EF4-FFF2-40B4-BE49-F238E27FC236}">
                <a16:creationId xmlns:a16="http://schemas.microsoft.com/office/drawing/2014/main" id="{549CE119-4134-0D2D-DD83-8E000D193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1143000"/>
            <a:ext cx="10020300" cy="4572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B14211-A5E6-5AE0-BD28-327913160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DFE8F3D-148C-D4C9-1C5F-D0AFA82A5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</p:spTree>
    <p:extLst>
      <p:ext uri="{BB962C8B-B14F-4D97-AF65-F5344CB8AC3E}">
        <p14:creationId xmlns:p14="http://schemas.microsoft.com/office/powerpoint/2010/main" val="3432099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EE219-2D0E-0DAD-F5D1-8521AC919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0093"/>
          </a:xfrm>
        </p:spPr>
        <p:txBody>
          <a:bodyPr>
            <a:normAutofit fontScale="90000"/>
          </a:bodyPr>
          <a:lstStyle/>
          <a:p>
            <a:r>
              <a:rPr lang="en-US" sz="5400" dirty="0">
                <a:solidFill>
                  <a:srgbClr val="00BAC8"/>
                </a:solidFill>
                <a:latin typeface="Aharoni"/>
                <a:cs typeface="Aharoni"/>
              </a:rPr>
              <a:t>Topic Exchange</a:t>
            </a:r>
            <a:endParaRPr lang="en-US" sz="5400" dirty="0">
              <a:latin typeface="Aharoni"/>
              <a:cs typeface="Aharon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26EC9-65F2-CA42-428A-25AD523A9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5305"/>
            <a:ext cx="10515600" cy="531542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200" b="1" dirty="0">
                <a:latin typeface="Avenir Next LT Pro"/>
              </a:rPr>
              <a:t>Routing Logic:</a:t>
            </a:r>
            <a:r>
              <a:rPr lang="en-US" sz="2200" dirty="0">
                <a:latin typeface="Avenir Next LT Pro"/>
              </a:rPr>
              <a:t> Routes messages based on a pattern match between the message's routing key and the routing (binding) pattern used at binding time.</a:t>
            </a:r>
          </a:p>
          <a:p>
            <a:pPr>
              <a:lnSpc>
                <a:spcPct val="110000"/>
              </a:lnSpc>
            </a:pPr>
            <a:r>
              <a:rPr lang="en-US" sz="2200" b="1" dirty="0">
                <a:latin typeface="Avenir Next LT Pro"/>
              </a:rPr>
              <a:t>Pattern Matching: </a:t>
            </a:r>
            <a:endParaRPr lang="en-US" sz="2200" dirty="0">
              <a:latin typeface="Avenir Next LT Pro"/>
            </a:endParaRPr>
          </a:p>
          <a:p>
            <a:pPr>
              <a:lnSpc>
                <a:spcPct val="110000"/>
              </a:lnSpc>
            </a:pPr>
            <a:r>
              <a:rPr lang="en-US" sz="2200" b="1" dirty="0">
                <a:latin typeface="Avenir Next LT Pro"/>
              </a:rPr>
              <a:t>* (asterisk)</a:t>
            </a:r>
            <a:r>
              <a:rPr lang="en-US" sz="2200" dirty="0">
                <a:latin typeface="Avenir Next LT Pro"/>
              </a:rPr>
              <a:t>: Matches exactly one word in a specific position of the routing key.</a:t>
            </a:r>
          </a:p>
          <a:p>
            <a:pPr>
              <a:lnSpc>
                <a:spcPct val="110000"/>
              </a:lnSpc>
            </a:pPr>
            <a:r>
              <a:rPr lang="en-US" sz="2200" b="1" dirty="0">
                <a:latin typeface="Avenir Next LT Pro"/>
              </a:rPr>
              <a:t># (hash)</a:t>
            </a:r>
            <a:r>
              <a:rPr lang="en-US" sz="2200" dirty="0">
                <a:latin typeface="Avenir Next LT Pro"/>
              </a:rPr>
              <a:t>: Matches zero or more words.</a:t>
            </a:r>
          </a:p>
          <a:p>
            <a:pPr>
              <a:lnSpc>
                <a:spcPct val="110000"/>
              </a:lnSpc>
            </a:pPr>
            <a:r>
              <a:rPr lang="en-US" sz="2200" b="1" dirty="0">
                <a:latin typeface="Avenir Next LT Pro"/>
              </a:rPr>
              <a:t>Routing keys</a:t>
            </a:r>
            <a:r>
              <a:rPr lang="en-US" sz="2200" dirty="0">
                <a:latin typeface="Avenir Next LT Pro"/>
              </a:rPr>
              <a:t> are typically a list of words separated by . (periods), e.g.,</a:t>
            </a:r>
            <a:r>
              <a:rPr lang="en-US" sz="2200" b="1" dirty="0" err="1">
                <a:latin typeface="Avenir Next LT Pro"/>
              </a:rPr>
              <a:t>logs.warning.system</a:t>
            </a:r>
            <a:r>
              <a:rPr lang="en-US" sz="2200" dirty="0">
                <a:latin typeface="Avenir Next LT Pro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sz="2200" b="1" dirty="0">
                <a:latin typeface="Avenir Next LT Pro"/>
              </a:rPr>
              <a:t>Use Case:</a:t>
            </a:r>
            <a:r>
              <a:rPr lang="en-US" sz="2200" dirty="0">
                <a:latin typeface="Avenir Next LT Pro"/>
              </a:rPr>
              <a:t> Flexible for publish/subscribe patterns where consumers are interested in specific categories or hierarchies of messages. For example, a consumer might subscribe to logs.# to get all log messages, or logs.error.* to get error messages from any source.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420887-16C3-8912-D224-1534D7C7E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9D66B4-A855-8BF4-0D8E-C38E01BA6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</p:spTree>
    <p:extLst>
      <p:ext uri="{BB962C8B-B14F-4D97-AF65-F5344CB8AC3E}">
        <p14:creationId xmlns:p14="http://schemas.microsoft.com/office/powerpoint/2010/main" val="3861827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company&#10;&#10;AI-generated content may be incorrect.">
            <a:extLst>
              <a:ext uri="{FF2B5EF4-FFF2-40B4-BE49-F238E27FC236}">
                <a16:creationId xmlns:a16="http://schemas.microsoft.com/office/drawing/2014/main" id="{89882275-63BB-3028-5F78-021E9869B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1143000"/>
            <a:ext cx="10020300" cy="4572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05D4C4-83C5-1A11-E4C3-985FA5469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471A717-29EC-E7A7-B6C0-F2F189A65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</p:spTree>
    <p:extLst>
      <p:ext uri="{BB962C8B-B14F-4D97-AF65-F5344CB8AC3E}">
        <p14:creationId xmlns:p14="http://schemas.microsoft.com/office/powerpoint/2010/main" val="3450493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B5541-951D-C6E5-CFEF-7CB37C8F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solidFill>
                  <a:srgbClr val="00BAC8"/>
                </a:solidFill>
                <a:latin typeface="Aharoni"/>
                <a:cs typeface="Aharoni"/>
              </a:rPr>
              <a:t>Headers Exchange</a:t>
            </a:r>
            <a:endParaRPr lang="en-US" sz="5400" dirty="0">
              <a:latin typeface="Aharoni"/>
              <a:cs typeface="Aharon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9BC15-478D-3B1E-D10F-3DA30CA78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4625"/>
            <a:ext cx="10515600" cy="4732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200" b="1" dirty="0">
                <a:latin typeface="Avenir Next LT Pro"/>
              </a:rPr>
              <a:t>Routing Logic: </a:t>
            </a:r>
            <a:r>
              <a:rPr lang="en-US" sz="2200" dirty="0">
                <a:latin typeface="Avenir Next LT Pro"/>
              </a:rPr>
              <a:t>Routes messages based on the message header attributes rather than the routing key.</a:t>
            </a:r>
          </a:p>
          <a:p>
            <a:pPr>
              <a:lnSpc>
                <a:spcPct val="110000"/>
              </a:lnSpc>
            </a:pPr>
            <a:r>
              <a:rPr lang="en-US" sz="2200" b="1" dirty="0">
                <a:latin typeface="Avenir Next LT Pro"/>
              </a:rPr>
              <a:t>How it works:</a:t>
            </a:r>
            <a:r>
              <a:rPr lang="en-US" sz="2200" dirty="0">
                <a:latin typeface="Avenir Next LT Pro"/>
              </a:rPr>
              <a:t> Bindings for headers exchanges specify a set of key-value pairs(headers) and an x-match argument (either all or any). </a:t>
            </a:r>
          </a:p>
          <a:p>
            <a:pPr>
              <a:lnSpc>
                <a:spcPct val="110000"/>
              </a:lnSpc>
            </a:pPr>
            <a:r>
              <a:rPr lang="en-US" sz="2200" b="1" dirty="0">
                <a:latin typeface="Avenir Next LT Pro"/>
              </a:rPr>
              <a:t>x-match=all: </a:t>
            </a:r>
            <a:r>
              <a:rPr lang="en-US" sz="2200" dirty="0">
                <a:latin typeface="Avenir Next LT Pro"/>
              </a:rPr>
              <a:t>The message must have all the headers specified in the binding, and their values must match.</a:t>
            </a:r>
          </a:p>
          <a:p>
            <a:pPr>
              <a:lnSpc>
                <a:spcPct val="110000"/>
              </a:lnSpc>
            </a:pPr>
            <a:r>
              <a:rPr lang="en-US" sz="2200" b="1" dirty="0">
                <a:latin typeface="Avenir Next LT Pro"/>
              </a:rPr>
              <a:t>x-match=any:</a:t>
            </a:r>
            <a:r>
              <a:rPr lang="en-US" sz="2200" dirty="0">
                <a:latin typeface="Avenir Next LT Pro"/>
              </a:rPr>
              <a:t> The message must have at least one of the headers specified in the binding, and its value must match.</a:t>
            </a:r>
          </a:p>
          <a:p>
            <a:pPr>
              <a:lnSpc>
                <a:spcPct val="110000"/>
              </a:lnSpc>
            </a:pPr>
            <a:r>
              <a:rPr lang="en-US" sz="2200" b="1" dirty="0">
                <a:latin typeface="Avenir Next LT Pro"/>
              </a:rPr>
              <a:t>Use Case:</a:t>
            </a:r>
            <a:r>
              <a:rPr lang="en-US" sz="2200" dirty="0">
                <a:latin typeface="Avenir Next LT Pro"/>
              </a:rPr>
              <a:t> Useful for more complex routing scenarios where dynamic attributes in the message headers are the primary routing criteria.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2E0022-1C7C-F055-939A-76F671DD1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311AC1-0BA8-8ED3-88B8-427939D0C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</p:spTree>
    <p:extLst>
      <p:ext uri="{BB962C8B-B14F-4D97-AF65-F5344CB8AC3E}">
        <p14:creationId xmlns:p14="http://schemas.microsoft.com/office/powerpoint/2010/main" val="2068246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data flow&#10;&#10;AI-generated content may be incorrect.">
            <a:extLst>
              <a:ext uri="{FF2B5EF4-FFF2-40B4-BE49-F238E27FC236}">
                <a16:creationId xmlns:a16="http://schemas.microsoft.com/office/drawing/2014/main" id="{245FB06A-1D5B-A815-7C67-8AADD8066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1143000"/>
            <a:ext cx="10020300" cy="4572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498C35-36B5-492B-F2B3-094F17A65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B22BC53-5CC3-D213-DCC8-C061BE5E0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</p:spTree>
    <p:extLst>
      <p:ext uri="{BB962C8B-B14F-4D97-AF65-F5344CB8AC3E}">
        <p14:creationId xmlns:p14="http://schemas.microsoft.com/office/powerpoint/2010/main" val="1399775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CCADE-F7A5-7082-9D18-E891462A5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>
                <a:solidFill>
                  <a:srgbClr val="00BAC8"/>
                </a:solidFill>
                <a:latin typeface="Aharoni"/>
                <a:cs typeface="Aharoni"/>
              </a:rPr>
              <a:t>What is Queue ?</a:t>
            </a:r>
            <a:endParaRPr lang="en-US" sz="5400" dirty="0">
              <a:latin typeface="Aharoni"/>
              <a:cs typeface="Aharon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21866-E0F3-4687-CEDE-E78E4A8BE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7390"/>
            <a:ext cx="10515600" cy="479957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400" dirty="0">
                <a:latin typeface="Avenir Next LT Pro"/>
              </a:rPr>
              <a:t>A </a:t>
            </a:r>
            <a:r>
              <a:rPr lang="en-US" sz="2400" b="1" dirty="0">
                <a:latin typeface="Avenir Next LT Pro"/>
              </a:rPr>
              <a:t>queue </a:t>
            </a:r>
            <a:r>
              <a:rPr lang="en-US" sz="2400" dirty="0">
                <a:latin typeface="Avenir Next LT Pro"/>
              </a:rPr>
              <a:t>is a buffer that stores messages until they are consumed by a receiver (consumer).</a:t>
            </a:r>
          </a:p>
          <a:p>
            <a:pPr>
              <a:lnSpc>
                <a:spcPct val="110000"/>
              </a:lnSpc>
            </a:pPr>
            <a:endParaRPr lang="en-US" sz="2400" dirty="0">
              <a:latin typeface="Avenir Next LT Pro"/>
            </a:endParaRPr>
          </a:p>
          <a:p>
            <a:pPr>
              <a:lnSpc>
                <a:spcPct val="110000"/>
              </a:lnSpc>
            </a:pPr>
            <a:r>
              <a:rPr lang="en-US" sz="2400" b="1" dirty="0">
                <a:latin typeface="Avenir Next LT Pro"/>
              </a:rPr>
              <a:t>Why is it used?</a:t>
            </a:r>
            <a:endParaRPr lang="en-US" sz="2400" dirty="0">
              <a:latin typeface="Avenir Next LT Pro"/>
            </a:endParaRPr>
          </a:p>
          <a:p>
            <a:pPr>
              <a:lnSpc>
                <a:spcPct val="110000"/>
              </a:lnSpc>
            </a:pPr>
            <a:r>
              <a:rPr lang="en-US" sz="2400" dirty="0">
                <a:latin typeface="Avenir Next LT Pro"/>
              </a:rPr>
              <a:t>To</a:t>
            </a:r>
            <a:r>
              <a:rPr lang="en-US" sz="2400" b="1" dirty="0">
                <a:latin typeface="Avenir Next LT Pro"/>
              </a:rPr>
              <a:t> decouple </a:t>
            </a:r>
            <a:r>
              <a:rPr lang="en-US" sz="2400" dirty="0">
                <a:latin typeface="Avenir Next LT Pro"/>
              </a:rPr>
              <a:t>producers and consumers (they don’t have to run at the same time).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Avenir Next LT Pro"/>
              </a:rPr>
              <a:t>To</a:t>
            </a:r>
            <a:r>
              <a:rPr lang="en-US" sz="2400" b="1" dirty="0">
                <a:latin typeface="Avenir Next LT Pro"/>
              </a:rPr>
              <a:t> balance load</a:t>
            </a:r>
            <a:r>
              <a:rPr lang="en-US" sz="2400" dirty="0">
                <a:latin typeface="Avenir Next LT Pro"/>
              </a:rPr>
              <a:t> (multiple consumers can process messages from the same queue).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Avenir Next LT Pro"/>
              </a:rPr>
              <a:t>To </a:t>
            </a:r>
            <a:r>
              <a:rPr lang="en-US" sz="2400" b="1" dirty="0">
                <a:latin typeface="Avenir Next LT Pro"/>
              </a:rPr>
              <a:t>improve reliability</a:t>
            </a:r>
            <a:r>
              <a:rPr lang="en-US" sz="2400" dirty="0">
                <a:latin typeface="Avenir Next LT Pro"/>
              </a:rPr>
              <a:t> by storing messages even if the consumer is temporarily down.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CE879C-DE63-2582-BE95-FA7F783D2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3A9712-947F-A9A1-FADF-8C231CD6E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</p:spTree>
    <p:extLst>
      <p:ext uri="{BB962C8B-B14F-4D97-AF65-F5344CB8AC3E}">
        <p14:creationId xmlns:p14="http://schemas.microsoft.com/office/powerpoint/2010/main" val="2079602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04319-D092-AD28-32C1-485854E49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solidFill>
                  <a:srgbClr val="00BAC8"/>
                </a:solidFill>
                <a:latin typeface="Aharoni"/>
                <a:cs typeface="Aharoni"/>
              </a:rPr>
              <a:t>Types of Queue</a:t>
            </a:r>
            <a:endParaRPr lang="en-US" sz="5400" dirty="0">
              <a:latin typeface="Aharoni"/>
              <a:cs typeface="Aharoni"/>
            </a:endParaRP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12DE7AEC-58DF-D88E-4ADB-F69A6B79250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533299"/>
          <a:ext cx="10515600" cy="4643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28863F1-A978-F763-000D-F4CE556B9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569E09E-751E-0D22-C146-ED87C8CAA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</p:spTree>
    <p:extLst>
      <p:ext uri="{BB962C8B-B14F-4D97-AF65-F5344CB8AC3E}">
        <p14:creationId xmlns:p14="http://schemas.microsoft.com/office/powerpoint/2010/main" val="1338856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E81B84C-D166-5882-81A1-8644BA7C6DCA}"/>
              </a:ext>
            </a:extLst>
          </p:cNvPr>
          <p:cNvSpPr>
            <a:spLocks noGrp="1"/>
          </p:cNvSpPr>
          <p:nvPr/>
        </p:nvSpPr>
        <p:spPr>
          <a:xfrm>
            <a:off x="838200" y="365125"/>
            <a:ext cx="10515600" cy="77592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smtClean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en-US" sz="4800">
                <a:gradFill>
                  <a:gsLst>
                    <a:gs pos="0">
                      <a:srgbClr val="00BAC8"/>
                    </a:gs>
                    <a:gs pos="100000">
                      <a:srgbClr val="203040"/>
                    </a:gs>
                  </a:gsLst>
                  <a:lin ang="0" scaled="1"/>
                </a:gradFill>
                <a:latin typeface="Aharoni"/>
                <a:cs typeface="Angsana New"/>
              </a:rPr>
              <a:t>1.</a:t>
            </a:r>
            <a:r>
              <a:rPr lang="en-US" sz="4000">
                <a:gradFill>
                  <a:gsLst>
                    <a:gs pos="0">
                      <a:srgbClr val="00BAC8"/>
                    </a:gs>
                    <a:gs pos="100000">
                      <a:srgbClr val="203040"/>
                    </a:gs>
                  </a:gsLst>
                  <a:lin ang="0" scaled="1"/>
                </a:gradFill>
                <a:latin typeface="Aharoni"/>
                <a:cs typeface="Angsana New"/>
              </a:rPr>
              <a:t> Classic Queues</a:t>
            </a:r>
            <a:endParaRPr lang="en-US" sz="4000">
              <a:gradFill>
                <a:gsLst>
                  <a:gs pos="0">
                    <a:srgbClr val="00BAC8"/>
                  </a:gs>
                  <a:gs pos="100000">
                    <a:srgbClr val="203040"/>
                  </a:gs>
                </a:gsLst>
                <a:lin ang="0" scaled="1"/>
              </a:gra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4B9F77E-2968-9C99-1E70-B0629AE7E7E0}"/>
              </a:ext>
            </a:extLst>
          </p:cNvPr>
          <p:cNvSpPr>
            <a:spLocks noGrp="1"/>
          </p:cNvSpPr>
          <p:nvPr/>
        </p:nvSpPr>
        <p:spPr>
          <a:xfrm>
            <a:off x="838200" y="1178875"/>
            <a:ext cx="10515600" cy="49980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/>
              <a:t>Description:</a:t>
            </a:r>
            <a:r>
              <a:rPr lang="en-US" sz="2200"/>
              <a:t> The original and default queue type in RabbitMQ, designed for simplicity and high throughput.</a:t>
            </a:r>
          </a:p>
          <a:p>
            <a:r>
              <a:rPr lang="en-US" sz="2200" b="1"/>
              <a:t>Characteristics:</a:t>
            </a:r>
          </a:p>
          <a:p>
            <a:pPr marL="0" indent="0">
              <a:buNone/>
            </a:pPr>
            <a:r>
              <a:rPr lang="en-US" sz="2200"/>
              <a:t>    1. Non-replicated, stored on a single node.</a:t>
            </a:r>
            <a:endParaRPr lang="en-US"/>
          </a:p>
          <a:p>
            <a:pPr marL="0" indent="0">
              <a:buNone/>
            </a:pPr>
            <a:r>
              <a:rPr lang="en-US" sz="2200"/>
              <a:t>    2. Follows FIFO (First-In, First-Out) order.</a:t>
            </a:r>
          </a:p>
          <a:p>
            <a:pPr marL="0" indent="0">
              <a:buNone/>
            </a:pPr>
            <a:r>
              <a:rPr lang="en-US" sz="2200"/>
              <a:t>    3. Supports features like message and queue TTL, queue length limits, message and consumer priority, dead-letter exchanges, and QoS prefetch.</a:t>
            </a:r>
          </a:p>
          <a:p>
            <a:pPr marL="0" indent="0">
              <a:buNone/>
            </a:pPr>
            <a:r>
              <a:rPr lang="en-US" sz="2200"/>
              <a:t>    4. Can be durable (persisted to disk) or transient (in-memory).</a:t>
            </a:r>
          </a:p>
          <a:p>
            <a:r>
              <a:rPr lang="en-US" sz="2200" b="1"/>
              <a:t>Use Cases:</a:t>
            </a:r>
            <a:r>
              <a:rPr lang="en-US" sz="2200"/>
              <a:t> Suitable for applications where high availability and data safety are less critical, but high performance and low latency are required, such as real-time systems or stateless applications</a:t>
            </a:r>
          </a:p>
          <a:p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CE210BA4-8786-412E-FD3B-80B4CF3FBE06}"/>
              </a:ext>
            </a:extLst>
          </p:cNvPr>
          <p:cNvSpPr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3060201-1C40-4B39-813D-5CD9493BAEE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669FC7E0-F8C1-76F2-6307-53CE44CE9410}"/>
              </a:ext>
            </a:extLst>
          </p:cNvPr>
          <p:cNvSpPr>
            <a:spLocks noGrp="1"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RabbitMQ</a:t>
            </a:r>
          </a:p>
        </p:txBody>
      </p:sp>
    </p:spTree>
    <p:extLst>
      <p:ext uri="{BB962C8B-B14F-4D97-AF65-F5344CB8AC3E}">
        <p14:creationId xmlns:p14="http://schemas.microsoft.com/office/powerpoint/2010/main" val="1833724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52DB1-F212-4D74-D34D-4544AD85B221}"/>
              </a:ext>
            </a:extLst>
          </p:cNvPr>
          <p:cNvSpPr>
            <a:spLocks noGrp="1"/>
          </p:cNvSpPr>
          <p:nvPr/>
        </p:nvSpPr>
        <p:spPr>
          <a:xfrm>
            <a:off x="838200" y="365125"/>
            <a:ext cx="10515600" cy="82589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smtClean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en-US">
                <a:gradFill>
                  <a:gsLst>
                    <a:gs pos="0">
                      <a:srgbClr val="00BAC8"/>
                    </a:gs>
                    <a:gs pos="100000">
                      <a:srgbClr val="203040"/>
                    </a:gs>
                  </a:gsLst>
                  <a:lin ang="0" scaled="1"/>
                </a:gradFill>
                <a:latin typeface="Aharoni"/>
                <a:cs typeface="Aharoni"/>
              </a:rPr>
              <a:t>2.</a:t>
            </a:r>
            <a:r>
              <a:rPr lang="en-US" sz="4000">
                <a:gradFill>
                  <a:gsLst>
                    <a:gs pos="0">
                      <a:srgbClr val="00BAC8"/>
                    </a:gs>
                    <a:gs pos="100000">
                      <a:srgbClr val="203040"/>
                    </a:gs>
                  </a:gsLst>
                  <a:lin ang="0" scaled="1"/>
                </a:gradFill>
                <a:latin typeface="Aharoni"/>
                <a:cs typeface="Aharoni"/>
              </a:rPr>
              <a:t>Quorum Queues</a:t>
            </a:r>
            <a:endParaRPr lang="en-US" sz="4000">
              <a:gradFill>
                <a:gsLst>
                  <a:gs pos="0">
                    <a:srgbClr val="00BAC8"/>
                  </a:gs>
                  <a:gs pos="100000">
                    <a:srgbClr val="203040"/>
                  </a:gs>
                </a:gsLst>
                <a:lin ang="0" scaled="1"/>
              </a:gradFill>
              <a:cs typeface="Aharon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1B6A4-CAEA-6276-C8E7-B0B30F80C9D2}"/>
              </a:ext>
            </a:extLst>
          </p:cNvPr>
          <p:cNvSpPr>
            <a:spLocks noGrp="1"/>
          </p:cNvSpPr>
          <p:nvPr/>
        </p:nvSpPr>
        <p:spPr>
          <a:xfrm>
            <a:off x="838200" y="1228843"/>
            <a:ext cx="10515600" cy="494811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/>
              <a:t>Description:</a:t>
            </a:r>
            <a:r>
              <a:rPr lang="en-US" sz="2200"/>
              <a:t> A newer, replicated queue type focused on data safety, consistency, and high availability.</a:t>
            </a:r>
            <a:endParaRPr lang="en-US"/>
          </a:p>
          <a:p>
            <a:r>
              <a:rPr lang="en-US" sz="2200" b="1"/>
              <a:t>Characteristics:</a:t>
            </a:r>
          </a:p>
          <a:p>
            <a:pPr marL="0" indent="0">
              <a:buNone/>
            </a:pPr>
            <a:r>
              <a:rPr lang="en-US" sz="2200"/>
              <a:t>    1. Uses the Raft consensus algorithm for leader-follower replication.</a:t>
            </a:r>
            <a:endParaRPr lang="en-US"/>
          </a:p>
          <a:p>
            <a:pPr marL="0" indent="0">
              <a:buNone/>
            </a:pPr>
            <a:r>
              <a:rPr lang="en-US" sz="2200"/>
              <a:t>    2. Messages are replicated across multiple nodes; acknowledged only after a majority (quorum) confirm.</a:t>
            </a:r>
          </a:p>
          <a:p>
            <a:pPr marL="0" indent="0">
              <a:buNone/>
            </a:pPr>
            <a:r>
              <a:rPr lang="en-US" sz="2200"/>
              <a:t>    3. All messages are persistent by default.</a:t>
            </a:r>
          </a:p>
          <a:p>
            <a:pPr marL="0" indent="0">
              <a:buNone/>
            </a:pPr>
            <a:r>
              <a:rPr lang="en-US" sz="2200"/>
              <a:t>    4. Designed to survive node failures with automatic leader election.</a:t>
            </a:r>
          </a:p>
          <a:p>
            <a:pPr marL="0" indent="0">
              <a:buNone/>
            </a:pPr>
            <a:r>
              <a:rPr lang="en-US" sz="2200"/>
              <a:t>    5. No single point of failure.</a:t>
            </a:r>
          </a:p>
          <a:p>
            <a:r>
              <a:rPr lang="en-US" sz="2200" b="1"/>
              <a:t>Use Cases:</a:t>
            </a:r>
            <a:r>
              <a:rPr lang="en-US" sz="2200"/>
              <a:t> Ideal for mission-critical systems where message loss or downtime is unacceptable, such as financial transactions or order processing</a:t>
            </a:r>
          </a:p>
          <a:p>
            <a:endParaRPr lang="en-US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5CB359FA-6712-7CE0-CAAC-EA25D9D0D24C}"/>
              </a:ext>
            </a:extLst>
          </p:cNvPr>
          <p:cNvSpPr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3060201-1C40-4B39-813D-5CD9493BAEED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3BA62516-312E-A568-5859-48B4240ADDCF}"/>
              </a:ext>
            </a:extLst>
          </p:cNvPr>
          <p:cNvSpPr>
            <a:spLocks noGrp="1"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RabbitMQ</a:t>
            </a:r>
          </a:p>
        </p:txBody>
      </p:sp>
    </p:spTree>
    <p:extLst>
      <p:ext uri="{BB962C8B-B14F-4D97-AF65-F5344CB8AC3E}">
        <p14:creationId xmlns:p14="http://schemas.microsoft.com/office/powerpoint/2010/main" val="2423440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F2F83-4E12-44DD-8E0F-14F71496BC9C}"/>
              </a:ext>
            </a:extLst>
          </p:cNvPr>
          <p:cNvSpPr>
            <a:spLocks noGrp="1"/>
          </p:cNvSpPr>
          <p:nvPr/>
        </p:nvSpPr>
        <p:spPr>
          <a:xfrm>
            <a:off x="838200" y="552502"/>
            <a:ext cx="10515600" cy="73844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smtClean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en-US">
                <a:gradFill>
                  <a:gsLst>
                    <a:gs pos="0">
                      <a:srgbClr val="00BAC8"/>
                    </a:gs>
                    <a:gs pos="100000">
                      <a:srgbClr val="203040"/>
                    </a:gs>
                  </a:gsLst>
                  <a:lin ang="0" scaled="1"/>
                </a:gradFill>
                <a:latin typeface="Aharoni"/>
                <a:cs typeface="Angsana New"/>
              </a:rPr>
              <a:t>3.</a:t>
            </a:r>
            <a:r>
              <a:rPr lang="en-US" sz="4000">
                <a:gradFill>
                  <a:gsLst>
                    <a:gs pos="0">
                      <a:srgbClr val="00BAC8"/>
                    </a:gs>
                    <a:gs pos="100000">
                      <a:srgbClr val="203040"/>
                    </a:gs>
                  </a:gsLst>
                  <a:lin ang="0" scaled="1"/>
                </a:gradFill>
                <a:latin typeface="Aharoni"/>
                <a:cs typeface="Angsana New"/>
              </a:rPr>
              <a:t>Stream Queues</a:t>
            </a:r>
            <a:endParaRPr lang="en-US" sz="4000">
              <a:gradFill>
                <a:gsLst>
                  <a:gs pos="0">
                    <a:srgbClr val="00BAC8"/>
                  </a:gs>
                  <a:gs pos="100000">
                    <a:srgbClr val="203040"/>
                  </a:gs>
                </a:gsLst>
                <a:lin ang="0" scaled="1"/>
              </a:gra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EB752-1B7A-3535-967B-D5045F23CE31}"/>
              </a:ext>
            </a:extLst>
          </p:cNvPr>
          <p:cNvSpPr>
            <a:spLocks noGrp="1"/>
          </p:cNvSpPr>
          <p:nvPr/>
        </p:nvSpPr>
        <p:spPr>
          <a:xfrm>
            <a:off x="838200" y="1453694"/>
            <a:ext cx="10515600" cy="47232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/>
              <a:t>Description:</a:t>
            </a:r>
            <a:r>
              <a:rPr lang="en-US" sz="2200"/>
              <a:t> Designed for high-throughput, append-only workloads with non-destructive read semantics.</a:t>
            </a:r>
            <a:endParaRPr lang="en-US"/>
          </a:p>
          <a:p>
            <a:r>
              <a:rPr lang="en-US" sz="2200" b="1"/>
              <a:t>Characteristics:</a:t>
            </a:r>
          </a:p>
          <a:p>
            <a:pPr marL="0" indent="0">
              <a:buNone/>
            </a:pPr>
            <a:r>
              <a:rPr lang="en-US" sz="2200"/>
              <a:t>    1. Replicated structure, optimized for scenarios requiring message replay and persistence.</a:t>
            </a:r>
          </a:p>
          <a:p>
            <a:pPr marL="0" indent="0">
              <a:buNone/>
            </a:pPr>
            <a:r>
              <a:rPr lang="en-US" sz="2200"/>
              <a:t>    2. Supports high throughput and large log-like data streams.</a:t>
            </a:r>
          </a:p>
          <a:p>
            <a:pPr marL="0" indent="0">
              <a:buNone/>
            </a:pPr>
            <a:r>
              <a:rPr lang="en-US" sz="2200"/>
              <a:t>    3. Clients must connect to nodes hosting the stream replica.</a:t>
            </a:r>
          </a:p>
          <a:p>
            <a:r>
              <a:rPr lang="en-US" sz="2200" b="1"/>
              <a:t>Use Cases: </a:t>
            </a:r>
            <a:r>
              <a:rPr lang="en-US" sz="2200"/>
              <a:t>Suitable for event sourcing, data pipelines, and applications needing message replay or log compaction</a:t>
            </a:r>
          </a:p>
          <a:p>
            <a:endParaRPr lang="en-US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DE0A95C8-2D0C-7979-A44E-D345218BF477}"/>
              </a:ext>
            </a:extLst>
          </p:cNvPr>
          <p:cNvSpPr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3060201-1C40-4B39-813D-5CD9493BAEED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1FD3D7AF-C4DB-C4DB-9032-9E0E77810CB6}"/>
              </a:ext>
            </a:extLst>
          </p:cNvPr>
          <p:cNvSpPr>
            <a:spLocks noGrp="1"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RabbitMQ</a:t>
            </a:r>
          </a:p>
        </p:txBody>
      </p:sp>
    </p:spTree>
    <p:extLst>
      <p:ext uri="{BB962C8B-B14F-4D97-AF65-F5344CB8AC3E}">
        <p14:creationId xmlns:p14="http://schemas.microsoft.com/office/powerpoint/2010/main" val="36530651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78718-B398-AD33-08C1-C8BCC0CDAD72}"/>
              </a:ext>
            </a:extLst>
          </p:cNvPr>
          <p:cNvSpPr>
            <a:spLocks noGrp="1"/>
          </p:cNvSpPr>
          <p:nvPr/>
        </p:nvSpPr>
        <p:spPr>
          <a:xfrm>
            <a:off x="838200" y="365125"/>
            <a:ext cx="10515600" cy="13130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smtClean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en-US">
                <a:gradFill>
                  <a:gsLst>
                    <a:gs pos="0">
                      <a:srgbClr val="00BAC8"/>
                    </a:gs>
                    <a:gs pos="100000">
                      <a:srgbClr val="203040"/>
                    </a:gs>
                  </a:gsLst>
                  <a:lin ang="0" scaled="1"/>
                </a:gradFill>
                <a:latin typeface="Aharoni"/>
                <a:cs typeface="Aharoni"/>
              </a:rPr>
              <a:t>Queue Durability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7FE01-4513-EE47-E1E6-C02D0BE16373}"/>
              </a:ext>
            </a:extLst>
          </p:cNvPr>
          <p:cNvSpPr>
            <a:spLocks noGrp="1"/>
          </p:cNvSpPr>
          <p:nvPr/>
        </p:nvSpPr>
        <p:spPr>
          <a:xfrm>
            <a:off x="838200" y="1953367"/>
            <a:ext cx="10515600" cy="42235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/>
              <a:t>Queue durability</a:t>
            </a:r>
            <a:r>
              <a:rPr lang="en-US" sz="2400"/>
              <a:t> in RabbitMQ refers to the ability of a queue to survive broker (server) restarts, ensuring that the queue definition and, under certain conditions, its messages are not lost if the RabbitMQ node is rebooted or crashes</a:t>
            </a:r>
          </a:p>
          <a:p>
            <a:endParaRPr lang="en-US" sz="2400"/>
          </a:p>
          <a:p>
            <a:r>
              <a:rPr lang="en-US" sz="2400"/>
              <a:t>Types of Queue Durability</a:t>
            </a:r>
          </a:p>
          <a:p>
            <a:pPr marL="0" indent="0">
              <a:buNone/>
            </a:pPr>
            <a:r>
              <a:rPr lang="en-US" sz="2400"/>
              <a:t>  </a:t>
            </a:r>
            <a:r>
              <a:rPr lang="en-US" sz="2400" b="1"/>
              <a:t> 1. Durable Queue</a:t>
            </a:r>
          </a:p>
          <a:p>
            <a:pPr marL="0" indent="0">
              <a:buNone/>
            </a:pPr>
            <a:r>
              <a:rPr lang="en-US" sz="2400" b="1"/>
              <a:t>   2. Transient (Non-Durable) Queues</a:t>
            </a:r>
            <a:br>
              <a:rPr lang="en-US" sz="2400" b="1"/>
            </a:br>
            <a:endParaRPr lang="en-US"/>
          </a:p>
          <a:p>
            <a:endParaRPr lang="en-US" sz="2200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13A8CD98-1C3A-07A1-2DB5-E5C92CC0FCD6}"/>
              </a:ext>
            </a:extLst>
          </p:cNvPr>
          <p:cNvSpPr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3060201-1C40-4B39-813D-5CD9493BAEED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ED78DB93-FB71-B5CE-380E-5B3C0106F57D}"/>
              </a:ext>
            </a:extLst>
          </p:cNvPr>
          <p:cNvSpPr>
            <a:spLocks noGrp="1"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RabbitMQ</a:t>
            </a:r>
          </a:p>
        </p:txBody>
      </p:sp>
    </p:spTree>
    <p:extLst>
      <p:ext uri="{BB962C8B-B14F-4D97-AF65-F5344CB8AC3E}">
        <p14:creationId xmlns:p14="http://schemas.microsoft.com/office/powerpoint/2010/main" val="27118857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3E2EEE-5E2B-473D-B932-CC1CB6659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B7BC82E-75A4-DE61-E781-725F3F8238C5}"/>
              </a:ext>
            </a:extLst>
          </p:cNvPr>
          <p:cNvSpPr>
            <a:spLocks noGrp="1"/>
          </p:cNvSpPr>
          <p:nvPr/>
        </p:nvSpPr>
        <p:spPr>
          <a:xfrm>
            <a:off x="838200" y="365126"/>
            <a:ext cx="10668000" cy="10385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smtClean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en-US">
                <a:latin typeface="Aharoni"/>
                <a:cs typeface="Aharoni"/>
              </a:rPr>
              <a:t>Durable Queues</a:t>
            </a:r>
            <a:endParaRPr lang="en-US">
              <a:cs typeface="Aharoni"/>
            </a:endParaRP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D03E45B5-7117-0109-4D12-B8D167ED7239}"/>
              </a:ext>
            </a:extLst>
          </p:cNvPr>
          <p:cNvSpPr>
            <a:spLocks noGrp="1"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GB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/>
              <a:t>RabbitMQ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009BF6-F09E-7AC0-686F-0469C320C34C}"/>
              </a:ext>
            </a:extLst>
          </p:cNvPr>
          <p:cNvSpPr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GB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D3060201-1C40-4B39-813D-5CD9493BAEED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7FE77917-C794-635F-55A3-C1655A4E9AF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682978"/>
          <a:ext cx="10515600" cy="44939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357302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12A1D-ED5D-FCD2-359B-156B3CF5DE50}"/>
              </a:ext>
            </a:extLst>
          </p:cNvPr>
          <p:cNvSpPr>
            <a:spLocks noGrp="1"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smtClean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en-US">
                <a:gradFill>
                  <a:gsLst>
                    <a:gs pos="0">
                      <a:srgbClr val="00BAC8"/>
                    </a:gs>
                    <a:gs pos="100000">
                      <a:srgbClr val="203040"/>
                    </a:gs>
                  </a:gsLst>
                  <a:lin ang="0" scaled="1"/>
                </a:gradFill>
                <a:latin typeface="Aharoni"/>
                <a:cs typeface="Aharoni"/>
              </a:rPr>
              <a:t>Transient (Non-Durable) Queues</a:t>
            </a:r>
            <a:endParaRPr lang="en-US">
              <a:gradFill>
                <a:gsLst>
                  <a:gs pos="0">
                    <a:srgbClr val="00BAC8"/>
                  </a:gs>
                  <a:gs pos="100000">
                    <a:srgbClr val="203040"/>
                  </a:gs>
                </a:gsLst>
                <a:lin ang="0" scaled="1"/>
              </a:gradFill>
              <a:latin typeface="Aharoni"/>
              <a:cs typeface="Angsana New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EE277-B210-F8C9-0505-14D01DB44F7C}"/>
              </a:ext>
            </a:extLst>
          </p:cNvPr>
          <p:cNvSpPr>
            <a:spLocks noGrp="1"/>
          </p:cNvSpPr>
          <p:nvPr/>
        </p:nvSpPr>
        <p:spPr>
          <a:xfrm>
            <a:off x="838200" y="1940875"/>
            <a:ext cx="10515600" cy="42360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/>
              <a:t>The queue exists only in memory.</a:t>
            </a:r>
          </a:p>
          <a:p>
            <a:r>
              <a:rPr lang="en-US" sz="2600"/>
              <a:t>The queue and any messages it contains will be lost if the broker restarts or crashes.</a:t>
            </a:r>
          </a:p>
          <a:p>
            <a:r>
              <a:rPr lang="en-US" sz="2600"/>
              <a:t>Suitable for temporary workloads or scenarios where message loss is acceptable</a:t>
            </a:r>
          </a:p>
          <a:p>
            <a:endParaRPr lang="en-US" sz="2600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EC79AEEC-169E-FF66-8ADD-F0C0B509E899}"/>
              </a:ext>
            </a:extLst>
          </p:cNvPr>
          <p:cNvSpPr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3060201-1C40-4B39-813D-5CD9493BAEED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5230C054-3D30-D404-BE51-881F7EDE82D9}"/>
              </a:ext>
            </a:extLst>
          </p:cNvPr>
          <p:cNvSpPr>
            <a:spLocks noGrp="1"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RabbitMQ</a:t>
            </a:r>
          </a:p>
        </p:txBody>
      </p:sp>
    </p:spTree>
    <p:extLst>
      <p:ext uri="{BB962C8B-B14F-4D97-AF65-F5344CB8AC3E}">
        <p14:creationId xmlns:p14="http://schemas.microsoft.com/office/powerpoint/2010/main" val="1003965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0334A554D3A384490F35006611FA8EF" ma:contentTypeVersion="3" ma:contentTypeDescription="Create a new document." ma:contentTypeScope="" ma:versionID="d1c5e390780e0d38844ed75d3cc2b18b">
  <xsd:schema xmlns:xsd="http://www.w3.org/2001/XMLSchema" xmlns:xs="http://www.w3.org/2001/XMLSchema" xmlns:p="http://schemas.microsoft.com/office/2006/metadata/properties" xmlns:ns2="ad7d03b8-5160-4549-a356-269f90954506" targetNamespace="http://schemas.microsoft.com/office/2006/metadata/properties" ma:root="true" ma:fieldsID="39eb13f22fcc0a4b85956ff2d0548361" ns2:_="">
    <xsd:import namespace="ad7d03b8-5160-4549-a356-269f9095450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7d03b8-5160-4549-a356-269f909545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D198822-AFD1-48B0-8518-321D4C8A2732}"/>
</file>

<file path=customXml/itemProps2.xml><?xml version="1.0" encoding="utf-8"?>
<ds:datastoreItem xmlns:ds="http://schemas.openxmlformats.org/officeDocument/2006/customXml" ds:itemID="{C191C7EA-5C88-4FA7-8AE1-5163ECDABE35}"/>
</file>

<file path=customXml/itemProps3.xml><?xml version="1.0" encoding="utf-8"?>
<ds:datastoreItem xmlns:ds="http://schemas.openxmlformats.org/officeDocument/2006/customXml" ds:itemID="{501798B4-206E-40E5-B12C-62B817BC6E52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Agenda</vt:lpstr>
      <vt:lpstr>PowerPoint Presentation</vt:lpstr>
      <vt:lpstr>PowerPoint Presentation</vt:lpstr>
      <vt:lpstr>Key Concepts</vt:lpstr>
      <vt:lpstr>Direct Exchange</vt:lpstr>
      <vt:lpstr>PowerPoint Presentation</vt:lpstr>
      <vt:lpstr>Fanout Exchange</vt:lpstr>
      <vt:lpstr>PowerPoint Presentation</vt:lpstr>
      <vt:lpstr>Topic Exchange</vt:lpstr>
      <vt:lpstr>PowerPoint Presentation</vt:lpstr>
      <vt:lpstr>Headers Exchange</vt:lpstr>
      <vt:lpstr>PowerPoint Presentation</vt:lpstr>
      <vt:lpstr>What is Queue ?</vt:lpstr>
      <vt:lpstr>Types of Queue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137</cp:revision>
  <dcterms:created xsi:type="dcterms:W3CDTF">2025-09-12T10:59:47Z</dcterms:created>
  <dcterms:modified xsi:type="dcterms:W3CDTF">2025-09-19T11:26:43Z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0x01010020334A554D3A384490F35006611FA8EF</vt:lpwstr>
  </property>
</Properties>
</file>