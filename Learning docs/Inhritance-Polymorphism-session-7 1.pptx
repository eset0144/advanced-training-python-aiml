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7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grandir" panose="020B0604020202020204" charset="0"/>
      <p:regular r:id="rId21"/>
    </p:embeddedFont>
    <p:embeddedFont>
      <p:font typeface="Assistant Regular" panose="020B0604020202020204" charset="-79"/>
      <p:regular r:id="rId22"/>
    </p:embeddedFont>
    <p:embeddedFont>
      <p:font typeface="Assistant Regular Bold" panose="020B0604020202020204" charset="-79"/>
      <p:regular r:id="rId23"/>
    </p:embeddedFont>
    <p:embeddedFont>
      <p:font typeface="Heebo Black" pitchFamily="2" charset="-79"/>
      <p:regular r:id="rId24"/>
      <p:bold r:id="rId25"/>
    </p:embeddedFont>
    <p:embeddedFont>
      <p:font typeface="HK Modular" panose="020B0604020202020204" charset="0"/>
      <p:regular r:id="rId26"/>
    </p:embeddedFont>
    <p:embeddedFont>
      <p:font typeface="Horizon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17F43D-2A94-46AF-90C1-C85748EC6597}" v="381" dt="2025-06-07T10:14:44.837"/>
    <p1510:client id="{6EE5FFB5-FA97-431F-A702-10D5039EA187}" v="1704" dt="2025-06-07T07:39:16.444"/>
    <p1510:client id="{8530CCF8-970C-45E7-B10C-1B8DC558D11B}" v="2" dt="2025-06-07T00:43:59.214"/>
    <p1510:client id="{993A952B-EB64-46F1-A797-5574A5E2CF03}" v="26" dt="2025-06-07T00:57:34.844"/>
    <p1510:client id="{BB55558A-5814-425F-BF8E-19951515002E}" v="4" dt="2025-06-07T00:49:22.607"/>
    <p1510:client id="{C229F99B-91FC-4CCB-AA17-9B031DDDE57D}" v="63" dt="2025-06-07T10:24:52.588"/>
    <p1510:client id="{FA7CE110-92A3-92C7-45DA-1740071A6006}" v="76" dt="2025-06-07T01:54:34.2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142" y="2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efda937d-84e0-40c4-9af3-7c13939e1814::" providerId="AD" clId="Web-{FA7CE110-92A3-92C7-45DA-1740071A6006}"/>
    <pc:docChg chg="modSld modMainMaster">
      <pc:chgData name="Guest User" userId="S::urn:spo:tenantanon#efda937d-84e0-40c4-9af3-7c13939e1814::" providerId="AD" clId="Web-{FA7CE110-92A3-92C7-45DA-1740071A6006}" dt="2025-06-07T01:54:32.087" v="44" actId="20577"/>
      <pc:docMkLst>
        <pc:docMk/>
      </pc:docMkLst>
      <pc:sldChg chg="delSp modSp">
        <pc:chgData name="Guest User" userId="S::urn:spo:tenantanon#efda937d-84e0-40c4-9af3-7c13939e1814::" providerId="AD" clId="Web-{FA7CE110-92A3-92C7-45DA-1740071A6006}" dt="2025-06-07T01:51:39.903" v="29"/>
        <pc:sldMkLst>
          <pc:docMk/>
          <pc:sldMk cId="0" sldId="256"/>
        </pc:sldMkLst>
        <pc:spChg chg="mod">
          <ac:chgData name="Guest User" userId="S::urn:spo:tenantanon#efda937d-84e0-40c4-9af3-7c13939e1814::" providerId="AD" clId="Web-{FA7CE110-92A3-92C7-45DA-1740071A6006}" dt="2025-06-07T01:49:13.620" v="8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49:58.761" v="18" actId="20577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Guest User" userId="S::urn:spo:tenantanon#efda937d-84e0-40c4-9af3-7c13939e1814::" providerId="AD" clId="Web-{FA7CE110-92A3-92C7-45DA-1740071A6006}" dt="2025-06-07T01:51:39.903" v="29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Guest User" userId="S::urn:spo:tenantanon#efda937d-84e0-40c4-9af3-7c13939e1814::" providerId="AD" clId="Web-{FA7CE110-92A3-92C7-45DA-1740071A6006}" dt="2025-06-07T01:51:36.903" v="28"/>
          <ac:spMkLst>
            <pc:docMk/>
            <pc:sldMk cId="0" sldId="256"/>
            <ac:spMk id="10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49:31.229" v="15" actId="20577"/>
          <ac:spMkLst>
            <pc:docMk/>
            <pc:sldMk cId="0" sldId="256"/>
            <ac:spMk id="11" creationId="{00000000-0000-0000-0000-000000000000}"/>
          </ac:spMkLst>
        </pc:spChg>
        <pc:spChg chg="del">
          <ac:chgData name="Guest User" userId="S::urn:spo:tenantanon#efda937d-84e0-40c4-9af3-7c13939e1814::" providerId="AD" clId="Web-{FA7CE110-92A3-92C7-45DA-1740071A6006}" dt="2025-06-07T01:50:56.402" v="19"/>
          <ac:spMkLst>
            <pc:docMk/>
            <pc:sldMk cId="0" sldId="256"/>
            <ac:spMk id="15" creationId="{45BF26D9-E672-5704-847A-EC70136C457F}"/>
          </ac:spMkLst>
        </pc:spChg>
      </pc:sldChg>
      <pc:sldChg chg="delSp modSp">
        <pc:chgData name="Guest User" userId="S::urn:spo:tenantanon#efda937d-84e0-40c4-9af3-7c13939e1814::" providerId="AD" clId="Web-{FA7CE110-92A3-92C7-45DA-1740071A6006}" dt="2025-06-07T01:54:32.087" v="44" actId="20577"/>
        <pc:sldMkLst>
          <pc:docMk/>
          <pc:sldMk cId="0" sldId="257"/>
        </pc:sldMkLst>
        <pc:spChg chg="mod">
          <ac:chgData name="Guest User" userId="S::urn:spo:tenantanon#efda937d-84e0-40c4-9af3-7c13939e1814::" providerId="AD" clId="Web-{FA7CE110-92A3-92C7-45DA-1740071A6006}" dt="2025-06-07T01:54:32.087" v="44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2:41.466" v="35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2:53.013" v="37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3:42.748" v="42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3:15.451" v="39" actId="20577"/>
          <ac:spMkLst>
            <pc:docMk/>
            <pc:sldMk cId="0" sldId="257"/>
            <ac:spMk id="38" creationId="{00000000-0000-0000-0000-000000000000}"/>
          </ac:spMkLst>
        </pc:spChg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7"/>
            <ac:spMk id="51" creationId="{A17B05B3-0594-F81F-73B9-E312A4458F6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58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8"/>
            <ac:spMk id="18" creationId="{7B3027A7-DAC5-DCD6-514D-8CE16A96B9AF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59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9"/>
            <ac:spMk id="17" creationId="{17D831A0-7C01-707A-4C80-74428957F38C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0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0"/>
            <ac:spMk id="35" creationId="{5BB8C59D-A84F-B76A-AF74-E2C7C1AB8825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1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1"/>
            <ac:spMk id="15" creationId="{2D5696C4-FCF8-BCC3-0465-6143C8706BF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2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2"/>
            <ac:spMk id="18" creationId="{31E22B1B-04BE-C61A-F002-C1AD09C6ADBB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3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3"/>
            <ac:spMk id="18" creationId="{C6158D96-D804-DD74-9B1C-65F843FC17A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4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4"/>
            <ac:spMk id="29" creationId="{BC86B100-FCAB-32FB-01C6-2F12FBCE34DF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5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5"/>
            <ac:spMk id="22" creationId="{05024533-8989-7596-7E39-926CC3164904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6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6"/>
            <ac:spMk id="26" creationId="{FAC103A1-4B09-675D-A37A-19459355F868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7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7"/>
            <ac:spMk id="18" creationId="{668A2F5C-FF54-A66F-5D12-D192F5B56910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8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8"/>
            <ac:spMk id="15" creationId="{7287FD4E-C786-B09B-663B-82A1E1EE551B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9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9"/>
            <ac:spMk id="7" creationId="{2158483B-0401-A966-5BCC-93F23D71CED0}"/>
          </ac:spMkLst>
        </pc:spChg>
      </pc:sldChg>
      <pc:sldMasterChg chg="mod modSldLayout">
        <pc:chgData name="Guest User" userId="S::urn:spo:tenantanon#efda937d-84e0-40c4-9af3-7c13939e1814::" providerId="AD" clId="Web-{FA7CE110-92A3-92C7-45DA-1740071A6006}" dt="2025-06-07T01:51:05.246" v="20"/>
        <pc:sldMasterMkLst>
          <pc:docMk/>
          <pc:sldMasterMk cId="0" sldId="2147483648"/>
        </pc:sldMasterMkLst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0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1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2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3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4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5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6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7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8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Krishnaraj Rao" userId="S::krishnaraj@devappsys.com::a83542c9-5cf2-493e-a756-14c8b4a74310" providerId="AD" clId="Web-{6EE5FFB5-FA97-431F-A702-10D5039EA187}"/>
    <pc:docChg chg="addSld delSld modSld sldOrd">
      <pc:chgData name="Krishnaraj Rao" userId="S::krishnaraj@devappsys.com::a83542c9-5cf2-493e-a756-14c8b4a74310" providerId="AD" clId="Web-{6EE5FFB5-FA97-431F-A702-10D5039EA187}" dt="2025-06-07T07:39:16.444" v="1033"/>
      <pc:docMkLst>
        <pc:docMk/>
      </pc:docMkLst>
      <pc:sldChg chg="modSp">
        <pc:chgData name="Krishnaraj Rao" userId="S::krishnaraj@devappsys.com::a83542c9-5cf2-493e-a756-14c8b4a74310" providerId="AD" clId="Web-{6EE5FFB5-FA97-431F-A702-10D5039EA187}" dt="2025-06-07T07:27:05.040" v="942" actId="20577"/>
        <pc:sldMkLst>
          <pc:docMk/>
          <pc:sldMk cId="0" sldId="256"/>
        </pc:sldMkLst>
        <pc:spChg chg="mod">
          <ac:chgData name="Krishnaraj Rao" userId="S::krishnaraj@devappsys.com::a83542c9-5cf2-493e-a756-14c8b4a74310" providerId="AD" clId="Web-{6EE5FFB5-FA97-431F-A702-10D5039EA187}" dt="2025-06-07T07:27:05.040" v="942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">
        <pc:chgData name="Krishnaraj Rao" userId="S::krishnaraj@devappsys.com::a83542c9-5cf2-493e-a756-14c8b4a74310" providerId="AD" clId="Web-{6EE5FFB5-FA97-431F-A702-10D5039EA187}" dt="2025-06-07T06:54:40.138" v="485" actId="20577"/>
        <pc:sldMkLst>
          <pc:docMk/>
          <pc:sldMk cId="0" sldId="257"/>
        </pc:sldMkLst>
        <pc:spChg chg="mod">
          <ac:chgData name="Krishnaraj Rao" userId="S::krishnaraj@devappsys.com::a83542c9-5cf2-493e-a756-14c8b4a74310" providerId="AD" clId="Web-{6EE5FFB5-FA97-431F-A702-10D5039EA187}" dt="2025-06-07T05:48:26.761" v="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06.450" v="17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61" v="2"/>
          <ac:spMkLst>
            <pc:docMk/>
            <pc:sldMk cId="0" sldId="257"/>
            <ac:spMk id="2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54:40.138" v="485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4"/>
          <ac:spMkLst>
            <pc:docMk/>
            <pc:sldMk cId="0" sldId="257"/>
            <ac:spMk id="2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5"/>
          <ac:spMkLst>
            <pc:docMk/>
            <pc:sldMk cId="0" sldId="257"/>
            <ac:spMk id="2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7"/>
          <ac:spMkLst>
            <pc:docMk/>
            <pc:sldMk cId="0" sldId="257"/>
            <ac:spMk id="3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8"/>
          <ac:spMkLst>
            <pc:docMk/>
            <pc:sldMk cId="0" sldId="257"/>
            <ac:spMk id="3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17.919" v="20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10"/>
          <ac:spMkLst>
            <pc:docMk/>
            <pc:sldMk cId="0" sldId="257"/>
            <ac:spMk id="4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23.122" v="22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12"/>
          <ac:spMkLst>
            <pc:docMk/>
            <pc:sldMk cId="0" sldId="257"/>
            <ac:spMk id="4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964" v="13"/>
          <ac:spMkLst>
            <pc:docMk/>
            <pc:sldMk cId="0" sldId="257"/>
            <ac:spMk id="48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5:54:54.601" v="71" actId="20577"/>
        <pc:sldMkLst>
          <pc:docMk/>
          <pc:sldMk cId="0" sldId="258"/>
        </pc:sldMkLst>
        <pc:spChg chg="mod">
          <ac:chgData name="Krishnaraj Rao" userId="S::krishnaraj@devappsys.com::a83542c9-5cf2-493e-a756-14c8b4a74310" providerId="AD" clId="Web-{6EE5FFB5-FA97-431F-A702-10D5039EA187}" dt="2025-06-07T05:54:54.601" v="71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50:15.983" v="32" actId="1076"/>
          <ac:spMkLst>
            <pc:docMk/>
            <pc:sldMk cId="0" sldId="258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5:53:22.455" v="55"/>
          <ac:spMkLst>
            <pc:docMk/>
            <pc:sldMk cId="0" sldId="258"/>
            <ac:spMk id="13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5:50:06.202" v="31"/>
          <ac:spMkLst>
            <pc:docMk/>
            <pc:sldMk cId="0" sldId="258"/>
            <ac:spMk id="1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52:01.985" v="43" actId="1076"/>
          <ac:spMkLst>
            <pc:docMk/>
            <pc:sldMk cId="0" sldId="258"/>
            <ac:spMk id="19" creationId="{9638AB3A-734E-28AD-106B-E6DC74EB2121}"/>
          </ac:spMkLst>
        </pc:spChg>
      </pc:sldChg>
      <pc:sldChg chg="addSp delSp modSp add del">
        <pc:chgData name="Krishnaraj Rao" userId="S::krishnaraj@devappsys.com::a83542c9-5cf2-493e-a756-14c8b4a74310" providerId="AD" clId="Web-{6EE5FFB5-FA97-431F-A702-10D5039EA187}" dt="2025-06-07T06:39:01.396" v="334"/>
        <pc:sldMkLst>
          <pc:docMk/>
          <pc:sldMk cId="0" sldId="259"/>
        </pc:sldMkLst>
        <pc:spChg chg="del">
          <ac:chgData name="Krishnaraj Rao" userId="S::krishnaraj@devappsys.com::a83542c9-5cf2-493e-a756-14c8b4a74310" providerId="AD" clId="Web-{6EE5FFB5-FA97-431F-A702-10D5039EA187}" dt="2025-06-07T06:32:38.889" v="302"/>
          <ac:spMkLst>
            <pc:docMk/>
            <pc:sldMk cId="0" sldId="259"/>
            <ac:spMk id="11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34:48.282" v="323" actId="20577"/>
          <ac:spMkLst>
            <pc:docMk/>
            <pc:sldMk cId="0" sldId="259"/>
            <ac:spMk id="12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6:33:57.906" v="312"/>
          <ac:spMkLst>
            <pc:docMk/>
            <pc:sldMk cId="0" sldId="259"/>
            <ac:spMk id="13" creationId="{00000000-0000-0000-0000-000000000000}"/>
          </ac:spMkLst>
        </pc:spChg>
        <pc:spChg chg="add del mod">
          <ac:chgData name="Krishnaraj Rao" userId="S::krishnaraj@devappsys.com::a83542c9-5cf2-493e-a756-14c8b4a74310" providerId="AD" clId="Web-{6EE5FFB5-FA97-431F-A702-10D5039EA187}" dt="2025-06-07T06:38:58.849" v="333"/>
          <ac:spMkLst>
            <pc:docMk/>
            <pc:sldMk cId="0" sldId="259"/>
            <ac:spMk id="14" creationId="{00000000-0000-0000-0000-000000000000}"/>
          </ac:spMkLst>
        </pc:spChg>
        <pc:grpChg chg="del mod">
          <ac:chgData name="Krishnaraj Rao" userId="S::krishnaraj@devappsys.com::a83542c9-5cf2-493e-a756-14c8b4a74310" providerId="AD" clId="Web-{6EE5FFB5-FA97-431F-A702-10D5039EA187}" dt="2025-06-07T06:34:08.203" v="315"/>
          <ac:grpSpMkLst>
            <pc:docMk/>
            <pc:sldMk cId="0" sldId="259"/>
            <ac:grpSpMk id="5" creationId="{00000000-0000-0000-0000-000000000000}"/>
          </ac:grpSpMkLst>
        </pc:grpChg>
        <pc:grpChg chg="del">
          <ac:chgData name="Krishnaraj Rao" userId="S::krishnaraj@devappsys.com::a83542c9-5cf2-493e-a756-14c8b4a74310" providerId="AD" clId="Web-{6EE5FFB5-FA97-431F-A702-10D5039EA187}" dt="2025-06-07T06:32:40.420" v="303"/>
          <ac:grpSpMkLst>
            <pc:docMk/>
            <pc:sldMk cId="0" sldId="259"/>
            <ac:grpSpMk id="7" creationId="{00000000-0000-0000-0000-000000000000}"/>
          </ac:grpSpMkLst>
        </pc:grpChg>
        <pc:picChg chg="add del mod">
          <ac:chgData name="Krishnaraj Rao" userId="S::krishnaraj@devappsys.com::a83542c9-5cf2-493e-a756-14c8b4a74310" providerId="AD" clId="Web-{6EE5FFB5-FA97-431F-A702-10D5039EA187}" dt="2025-06-07T06:33:12.562" v="306"/>
          <ac:picMkLst>
            <pc:docMk/>
            <pc:sldMk cId="0" sldId="259"/>
            <ac:picMk id="15" creationId="{A5F09E1F-B94D-CF10-0339-42869DFD4B6C}"/>
          </ac:picMkLst>
        </pc:picChg>
        <pc:picChg chg="add del mod">
          <ac:chgData name="Krishnaraj Rao" userId="S::krishnaraj@devappsys.com::a83542c9-5cf2-493e-a756-14c8b4a74310" providerId="AD" clId="Web-{6EE5FFB5-FA97-431F-A702-10D5039EA187}" dt="2025-06-07T06:35:30.845" v="324"/>
          <ac:picMkLst>
            <pc:docMk/>
            <pc:sldMk cId="0" sldId="259"/>
            <ac:picMk id="16" creationId="{11C996E2-76DC-3210-5EAB-41284963AF19}"/>
          </ac:picMkLst>
        </pc:picChg>
        <pc:picChg chg="add del mod">
          <ac:chgData name="Krishnaraj Rao" userId="S::krishnaraj@devappsys.com::a83542c9-5cf2-493e-a756-14c8b4a74310" providerId="AD" clId="Web-{6EE5FFB5-FA97-431F-A702-10D5039EA187}" dt="2025-06-07T06:39:01.396" v="334"/>
          <ac:picMkLst>
            <pc:docMk/>
            <pc:sldMk cId="0" sldId="259"/>
            <ac:picMk id="17" creationId="{19740CE3-C360-7535-5DA7-CC40B350C4AD}"/>
          </ac:picMkLst>
        </pc:picChg>
      </pc:sldChg>
      <pc:sldChg chg="del ord">
        <pc:chgData name="Krishnaraj Rao" userId="S::krishnaraj@devappsys.com::a83542c9-5cf2-493e-a756-14c8b4a74310" providerId="AD" clId="Web-{6EE5FFB5-FA97-431F-A702-10D5039EA187}" dt="2025-06-07T06:58:06.079" v="503"/>
        <pc:sldMkLst>
          <pc:docMk/>
          <pc:sldMk cId="0" sldId="260"/>
        </pc:sldMkLst>
      </pc:sldChg>
      <pc:sldChg chg="del">
        <pc:chgData name="Krishnaraj Rao" userId="S::krishnaraj@devappsys.com::a83542c9-5cf2-493e-a756-14c8b4a74310" providerId="AD" clId="Web-{6EE5FFB5-FA97-431F-A702-10D5039EA187}" dt="2025-06-07T06:58:02.360" v="502"/>
        <pc:sldMkLst>
          <pc:docMk/>
          <pc:sldMk cId="0" sldId="261"/>
        </pc:sldMkLst>
      </pc:sldChg>
      <pc:sldChg chg="del">
        <pc:chgData name="Krishnaraj Rao" userId="S::krishnaraj@devappsys.com::a83542c9-5cf2-493e-a756-14c8b4a74310" providerId="AD" clId="Web-{6EE5FFB5-FA97-431F-A702-10D5039EA187}" dt="2025-06-07T06:58:06.438" v="504"/>
        <pc:sldMkLst>
          <pc:docMk/>
          <pc:sldMk cId="0" sldId="262"/>
        </pc:sldMkLst>
      </pc:sldChg>
      <pc:sldChg chg="delSp modSp del">
        <pc:chgData name="Krishnaraj Rao" userId="S::krishnaraj@devappsys.com::a83542c9-5cf2-493e-a756-14c8b4a74310" providerId="AD" clId="Web-{6EE5FFB5-FA97-431F-A702-10D5039EA187}" dt="2025-06-07T07:02:59.334" v="566"/>
        <pc:sldMkLst>
          <pc:docMk/>
          <pc:sldMk cId="0" sldId="263"/>
        </pc:sldMkLst>
        <pc:spChg chg="mod">
          <ac:chgData name="Krishnaraj Rao" userId="S::krishnaraj@devappsys.com::a83542c9-5cf2-493e-a756-14c8b4a74310" providerId="AD" clId="Web-{6EE5FFB5-FA97-431F-A702-10D5039EA187}" dt="2025-06-07T06:59:52.581" v="529" actId="14100"/>
          <ac:spMkLst>
            <pc:docMk/>
            <pc:sldMk cId="0" sldId="263"/>
            <ac:spMk id="6" creationId="{00000000-0000-0000-0000-000000000000}"/>
          </ac:spMkLst>
        </pc:spChg>
        <pc:spChg chg="mod topLvl">
          <ac:chgData name="Krishnaraj Rao" userId="S::krishnaraj@devappsys.com::a83542c9-5cf2-493e-a756-14c8b4a74310" providerId="AD" clId="Web-{6EE5FFB5-FA97-431F-A702-10D5039EA187}" dt="2025-06-07T07:02:38.381" v="565" actId="20577"/>
          <ac:spMkLst>
            <pc:docMk/>
            <pc:sldMk cId="0" sldId="263"/>
            <ac:spMk id="8" creationId="{00000000-0000-0000-0000-000000000000}"/>
          </ac:spMkLst>
        </pc:spChg>
        <pc:spChg chg="del mod topLvl">
          <ac:chgData name="Krishnaraj Rao" userId="S::krishnaraj@devappsys.com::a83542c9-5cf2-493e-a756-14c8b4a74310" providerId="AD" clId="Web-{6EE5FFB5-FA97-431F-A702-10D5039EA187}" dt="2025-06-07T06:59:00.127" v="511"/>
          <ac:spMkLst>
            <pc:docMk/>
            <pc:sldMk cId="0" sldId="263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8.096" v="510"/>
          <ac:spMkLst>
            <pc:docMk/>
            <pc:sldMk cId="0" sldId="263"/>
            <ac:spMk id="10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6.080" v="509"/>
          <ac:spMkLst>
            <pc:docMk/>
            <pc:sldMk cId="0" sldId="263"/>
            <ac:spMk id="11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4.236" v="50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1.392" v="507"/>
          <ac:spMkLst>
            <pc:docMk/>
            <pc:sldMk cId="0" sldId="263"/>
            <ac:spMk id="13" creationId="{00000000-0000-0000-0000-000000000000}"/>
          </ac:spMkLst>
        </pc:spChg>
        <pc:grpChg chg="del">
          <ac:chgData name="Krishnaraj Rao" userId="S::krishnaraj@devappsys.com::a83542c9-5cf2-493e-a756-14c8b4a74310" providerId="AD" clId="Web-{6EE5FFB5-FA97-431F-A702-10D5039EA187}" dt="2025-06-07T06:59:00.127" v="511"/>
          <ac:grpSpMkLst>
            <pc:docMk/>
            <pc:sldMk cId="0" sldId="263"/>
            <ac:grpSpMk id="7" creationId="{00000000-0000-0000-0000-000000000000}"/>
          </ac:grpSpMkLst>
        </pc:grpChg>
      </pc:sldChg>
      <pc:sldChg chg="del">
        <pc:chgData name="Krishnaraj Rao" userId="S::krishnaraj@devappsys.com::a83542c9-5cf2-493e-a756-14c8b4a74310" providerId="AD" clId="Web-{6EE5FFB5-FA97-431F-A702-10D5039EA187}" dt="2025-06-07T07:08:17.606" v="627"/>
        <pc:sldMkLst>
          <pc:docMk/>
          <pc:sldMk cId="0" sldId="264"/>
        </pc:sldMkLst>
      </pc:sldChg>
      <pc:sldChg chg="modSp">
        <pc:chgData name="Krishnaraj Rao" userId="S::krishnaraj@devappsys.com::a83542c9-5cf2-493e-a756-14c8b4a74310" providerId="AD" clId="Web-{6EE5FFB5-FA97-431F-A702-10D5039EA187}" dt="2025-06-07T07:22:48.957" v="898" actId="20577"/>
        <pc:sldMkLst>
          <pc:docMk/>
          <pc:sldMk cId="0" sldId="265"/>
        </pc:sldMkLst>
        <pc:spChg chg="mod">
          <ac:chgData name="Krishnaraj Rao" userId="S::krishnaraj@devappsys.com::a83542c9-5cf2-493e-a756-14c8b4a74310" providerId="AD" clId="Web-{6EE5FFB5-FA97-431F-A702-10D5039EA187}" dt="2025-06-07T07:11:42.657" v="646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2:39.486" v="655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2:48.957" v="898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4:02.535" v="684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38"/>
          <ac:spMkLst>
            <pc:docMk/>
            <pc:sldMk cId="0" sldId="265"/>
            <ac:spMk id="9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39"/>
          <ac:spMkLst>
            <pc:docMk/>
            <pc:sldMk cId="0" sldId="265"/>
            <ac:spMk id="10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0"/>
          <ac:spMkLst>
            <pc:docMk/>
            <pc:sldMk cId="0" sldId="265"/>
            <ac:spMk id="11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1"/>
          <ac:spMkLst>
            <pc:docMk/>
            <pc:sldMk cId="0" sldId="265"/>
            <ac:spMk id="1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2"/>
          <ac:spMkLst>
            <pc:docMk/>
            <pc:sldMk cId="0" sldId="265"/>
            <ac:spMk id="1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97" v="843"/>
          <ac:spMkLst>
            <pc:docMk/>
            <pc:sldMk cId="0" sldId="265"/>
            <ac:spMk id="1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08:49.732" v="629" actId="20577"/>
          <ac:spMkLst>
            <pc:docMk/>
            <pc:sldMk cId="0" sldId="265"/>
            <ac:spMk id="15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7:24:47.568" v="934" actId="1076"/>
        <pc:sldMkLst>
          <pc:docMk/>
          <pc:sldMk cId="0" sldId="266"/>
        </pc:sldMkLst>
        <pc:spChg chg="del mod">
          <ac:chgData name="Krishnaraj Rao" userId="S::krishnaraj@devappsys.com::a83542c9-5cf2-493e-a756-14c8b4a74310" providerId="AD" clId="Web-{6EE5FFB5-FA97-431F-A702-10D5039EA187}" dt="2025-06-07T07:23:40.583" v="913"/>
          <ac:spMkLst>
            <pc:docMk/>
            <pc:sldMk cId="0" sldId="266"/>
            <ac:spMk id="19" creationId="{00000000-0000-0000-0000-000000000000}"/>
          </ac:spMkLst>
        </pc:spChg>
        <pc:spChg chg="mod topLvl">
          <ac:chgData name="Krishnaraj Rao" userId="S::krishnaraj@devappsys.com::a83542c9-5cf2-493e-a756-14c8b4a74310" providerId="AD" clId="Web-{6EE5FFB5-FA97-431F-A702-10D5039EA187}" dt="2025-06-07T07:24:47.568" v="934" actId="1076"/>
          <ac:spMkLst>
            <pc:docMk/>
            <pc:sldMk cId="0" sldId="266"/>
            <ac:spMk id="21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7:23:19.926" v="909"/>
          <ac:spMkLst>
            <pc:docMk/>
            <pc:sldMk cId="0" sldId="266"/>
            <ac:spMk id="22" creationId="{00000000-0000-0000-0000-000000000000}"/>
          </ac:spMkLst>
        </pc:spChg>
        <pc:spChg chg="del topLvl">
          <ac:chgData name="Krishnaraj Rao" userId="S::krishnaraj@devappsys.com::a83542c9-5cf2-493e-a756-14c8b4a74310" providerId="AD" clId="Web-{6EE5FFB5-FA97-431F-A702-10D5039EA187}" dt="2025-06-07T07:23:21.598" v="910"/>
          <ac:spMkLst>
            <pc:docMk/>
            <pc:sldMk cId="0" sldId="266"/>
            <ac:spMk id="23" creationId="{00000000-0000-0000-0000-000000000000}"/>
          </ac:spMkLst>
        </pc:spChg>
        <pc:grpChg chg="del">
          <ac:chgData name="Krishnaraj Rao" userId="S::krishnaraj@devappsys.com::a83542c9-5cf2-493e-a756-14c8b4a74310" providerId="AD" clId="Web-{6EE5FFB5-FA97-431F-A702-10D5039EA187}" dt="2025-06-07T07:23:21.598" v="910"/>
          <ac:grpSpMkLst>
            <pc:docMk/>
            <pc:sldMk cId="0" sldId="266"/>
            <ac:grpSpMk id="20" creationId="{00000000-0000-0000-0000-000000000000}"/>
          </ac:grpSpMkLst>
        </pc:grpChg>
      </pc:sldChg>
      <pc:sldChg chg="modSp">
        <pc:chgData name="Krishnaraj Rao" userId="S::krishnaraj@devappsys.com::a83542c9-5cf2-493e-a756-14c8b4a74310" providerId="AD" clId="Web-{6EE5FFB5-FA97-431F-A702-10D5039EA187}" dt="2025-06-07T07:28:34.807" v="976" actId="20577"/>
        <pc:sldMkLst>
          <pc:docMk/>
          <pc:sldMk cId="0" sldId="267"/>
        </pc:sldMkLst>
        <pc:spChg chg="mod">
          <ac:chgData name="Krishnaraj Rao" userId="S::krishnaraj@devappsys.com::a83542c9-5cf2-493e-a756-14c8b4a74310" providerId="AD" clId="Web-{6EE5FFB5-FA97-431F-A702-10D5039EA187}" dt="2025-06-07T07:27:56.916" v="948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12.807" v="957" actId="20577"/>
          <ac:spMkLst>
            <pc:docMk/>
            <pc:sldMk cId="0" sldId="267"/>
            <ac:spMk id="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34.807" v="976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25.666" v="968" actId="20577"/>
          <ac:spMkLst>
            <pc:docMk/>
            <pc:sldMk cId="0" sldId="267"/>
            <ac:spMk id="7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7:39:16.444" v="1033"/>
        <pc:sldMkLst>
          <pc:docMk/>
          <pc:sldMk cId="0" sldId="268"/>
        </pc:sldMkLst>
        <pc:spChg chg="del mod">
          <ac:chgData name="Krishnaraj Rao" userId="S::krishnaraj@devappsys.com::a83542c9-5cf2-493e-a756-14c8b4a74310" providerId="AD" clId="Web-{6EE5FFB5-FA97-431F-A702-10D5039EA187}" dt="2025-06-07T07:39:09.710" v="1030"/>
          <ac:spMkLst>
            <pc:docMk/>
            <pc:sldMk cId="0" sldId="268"/>
            <ac:spMk id="6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7:29:33.871" v="978"/>
          <ac:spMkLst>
            <pc:docMk/>
            <pc:sldMk cId="0" sldId="268"/>
            <ac:spMk id="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32:43.406" v="1028" actId="20577"/>
          <ac:spMkLst>
            <pc:docMk/>
            <pc:sldMk cId="0" sldId="268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6.444" v="1033"/>
          <ac:spMkLst>
            <pc:docMk/>
            <pc:sldMk cId="0" sldId="268"/>
            <ac:spMk id="10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1.132" v="1031"/>
          <ac:spMkLst>
            <pc:docMk/>
            <pc:sldMk cId="0" sldId="268"/>
            <ac:spMk id="11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4.241" v="1032"/>
          <ac:spMkLst>
            <pc:docMk/>
            <pc:sldMk cId="0" sldId="268"/>
            <ac:spMk id="12" creationId="{00000000-0000-0000-0000-000000000000}"/>
          </ac:spMkLst>
        </pc:spChg>
      </pc:sldChg>
      <pc:sldChg chg="addSp modSp add del replId">
        <pc:chgData name="Krishnaraj Rao" userId="S::krishnaraj@devappsys.com::a83542c9-5cf2-493e-a756-14c8b4a74310" providerId="AD" clId="Web-{6EE5FFB5-FA97-431F-A702-10D5039EA187}" dt="2025-06-07T06:56:40.249" v="501"/>
        <pc:sldMkLst>
          <pc:docMk/>
          <pc:sldMk cId="2009292532" sldId="270"/>
        </pc:sldMkLst>
        <pc:spChg chg="mod">
          <ac:chgData name="Krishnaraj Rao" userId="S::krishnaraj@devappsys.com::a83542c9-5cf2-493e-a756-14c8b4a74310" providerId="AD" clId="Web-{6EE5FFB5-FA97-431F-A702-10D5039EA187}" dt="2025-06-07T06:04:13.987" v="154" actId="14100"/>
          <ac:spMkLst>
            <pc:docMk/>
            <pc:sldMk cId="2009292532" sldId="270"/>
            <ac:spMk id="5" creationId="{3C034509-A163-54FF-33EF-A5317C50E181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55:06.779" v="500" actId="20577"/>
          <ac:spMkLst>
            <pc:docMk/>
            <pc:sldMk cId="2009292532" sldId="270"/>
            <ac:spMk id="9" creationId="{A5613FCB-0CCD-CED3-C4BF-22EDAD66F491}"/>
          </ac:spMkLst>
        </pc:spChg>
        <pc:graphicFrameChg chg="add mod modGraphic">
          <ac:chgData name="Krishnaraj Rao" userId="S::krishnaraj@devappsys.com::a83542c9-5cf2-493e-a756-14c8b4a74310" providerId="AD" clId="Web-{6EE5FFB5-FA97-431F-A702-10D5039EA187}" dt="2025-06-07T06:04:17.315" v="155"/>
          <ac:graphicFrameMkLst>
            <pc:docMk/>
            <pc:sldMk cId="2009292532" sldId="270"/>
            <ac:graphicFrameMk id="14" creationId="{B004AC6C-DBF2-F92D-5B0F-776E75526CE0}"/>
          </ac:graphicFrameMkLst>
        </pc:graphicFrameChg>
      </pc:sldChg>
      <pc:sldChg chg="addSp delSp modSp add replId">
        <pc:chgData name="Krishnaraj Rao" userId="S::krishnaraj@devappsys.com::a83542c9-5cf2-493e-a756-14c8b4a74310" providerId="AD" clId="Web-{6EE5FFB5-FA97-431F-A702-10D5039EA187}" dt="2025-06-07T06:25:32.985" v="301" actId="20577"/>
        <pc:sldMkLst>
          <pc:docMk/>
          <pc:sldMk cId="2287379508" sldId="271"/>
        </pc:sldMkLst>
        <pc:spChg chg="mod">
          <ac:chgData name="Krishnaraj Rao" userId="S::krishnaraj@devappsys.com::a83542c9-5cf2-493e-a756-14c8b4a74310" providerId="AD" clId="Web-{6EE5FFB5-FA97-431F-A702-10D5039EA187}" dt="2025-06-07T06:25:32.985" v="301" actId="20577"/>
          <ac:spMkLst>
            <pc:docMk/>
            <pc:sldMk cId="2287379508" sldId="271"/>
            <ac:spMk id="5" creationId="{011B476D-250C-9356-4E61-619F8DF47597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09:07.430" v="169" actId="20577"/>
          <ac:spMkLst>
            <pc:docMk/>
            <pc:sldMk cId="2287379508" sldId="271"/>
            <ac:spMk id="9" creationId="{12B9693A-628F-8041-7BC9-5F1E902449D1}"/>
          </ac:spMkLst>
        </pc:spChg>
        <pc:grpChg chg="mod">
          <ac:chgData name="Krishnaraj Rao" userId="S::krishnaraj@devappsys.com::a83542c9-5cf2-493e-a756-14c8b4a74310" providerId="AD" clId="Web-{6EE5FFB5-FA97-431F-A702-10D5039EA187}" dt="2025-06-07T06:14:33.858" v="224" actId="14100"/>
          <ac:grpSpMkLst>
            <pc:docMk/>
            <pc:sldMk cId="2287379508" sldId="271"/>
            <ac:grpSpMk id="4" creationId="{DBC1F9EA-ABAE-A6CC-DD7F-74AFBC992DF6}"/>
          </ac:grpSpMkLst>
        </pc:grpChg>
        <pc:graphicFrameChg chg="add del mod modGraphic">
          <ac:chgData name="Krishnaraj Rao" userId="S::krishnaraj@devappsys.com::a83542c9-5cf2-493e-a756-14c8b4a74310" providerId="AD" clId="Web-{6EE5FFB5-FA97-431F-A702-10D5039EA187}" dt="2025-06-07T06:10:28.166" v="194"/>
          <ac:graphicFrameMkLst>
            <pc:docMk/>
            <pc:sldMk cId="2287379508" sldId="271"/>
            <ac:graphicFrameMk id="14" creationId="{4BA22D0A-9425-D34C-A5CF-8AF270F32586}"/>
          </ac:graphicFrameMkLst>
        </pc:graphicFrameChg>
      </pc:sldChg>
      <pc:sldChg chg="addSp delSp modSp add replId">
        <pc:chgData name="Krishnaraj Rao" userId="S::krishnaraj@devappsys.com::a83542c9-5cf2-493e-a756-14c8b4a74310" providerId="AD" clId="Web-{6EE5FFB5-FA97-431F-A702-10D5039EA187}" dt="2025-06-07T06:40:00.819" v="347" actId="14100"/>
        <pc:sldMkLst>
          <pc:docMk/>
          <pc:sldMk cId="1378273258" sldId="272"/>
        </pc:sldMkLst>
        <pc:spChg chg="mod">
          <ac:chgData name="Krishnaraj Rao" userId="S::krishnaraj@devappsys.com::a83542c9-5cf2-493e-a756-14c8b4a74310" providerId="AD" clId="Web-{6EE5FFB5-FA97-431F-A702-10D5039EA187}" dt="2025-06-07T06:39:33.084" v="340" actId="20577"/>
          <ac:spMkLst>
            <pc:docMk/>
            <pc:sldMk cId="1378273258" sldId="272"/>
            <ac:spMk id="12" creationId="{C4829F24-53C2-7E91-0A22-DF71521DA44E}"/>
          </ac:spMkLst>
        </pc:spChg>
        <pc:picChg chg="add mod">
          <ac:chgData name="Krishnaraj Rao" userId="S::krishnaraj@devappsys.com::a83542c9-5cf2-493e-a756-14c8b4a74310" providerId="AD" clId="Web-{6EE5FFB5-FA97-431F-A702-10D5039EA187}" dt="2025-06-07T06:40:00.819" v="347" actId="14100"/>
          <ac:picMkLst>
            <pc:docMk/>
            <pc:sldMk cId="1378273258" sldId="272"/>
            <ac:picMk id="5" creationId="{575B74C2-9033-92D4-53D3-32C64F1FBA04}"/>
          </ac:picMkLst>
        </pc:picChg>
        <pc:picChg chg="del">
          <ac:chgData name="Krishnaraj Rao" userId="S::krishnaraj@devappsys.com::a83542c9-5cf2-493e-a756-14c8b4a74310" providerId="AD" clId="Web-{6EE5FFB5-FA97-431F-A702-10D5039EA187}" dt="2025-06-07T06:39:21.475" v="336"/>
          <ac:picMkLst>
            <pc:docMk/>
            <pc:sldMk cId="1378273258" sldId="272"/>
            <ac:picMk id="17" creationId="{AFBD2102-0E6D-A010-3B92-D628D7C084C0}"/>
          </ac:picMkLst>
        </pc:picChg>
      </pc:sldChg>
      <pc:sldChg chg="modSp add ord replId">
        <pc:chgData name="Krishnaraj Rao" userId="S::krishnaraj@devappsys.com::a83542c9-5cf2-493e-a756-14c8b4a74310" providerId="AD" clId="Web-{6EE5FFB5-FA97-431F-A702-10D5039EA187}" dt="2025-06-07T06:53:08.587" v="483" actId="14100"/>
        <pc:sldMkLst>
          <pc:docMk/>
          <pc:sldMk cId="3480894903" sldId="273"/>
        </pc:sldMkLst>
        <pc:spChg chg="mod">
          <ac:chgData name="Krishnaraj Rao" userId="S::krishnaraj@devappsys.com::a83542c9-5cf2-493e-a756-14c8b4a74310" providerId="AD" clId="Web-{6EE5FFB5-FA97-431F-A702-10D5039EA187}" dt="2025-06-07T06:53:08.587" v="483" actId="14100"/>
          <ac:spMkLst>
            <pc:docMk/>
            <pc:sldMk cId="3480894903" sldId="273"/>
            <ac:spMk id="5" creationId="{CEFD614E-217F-ADF7-5012-61A2E4C72D96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42:10.150" v="359" actId="20577"/>
          <ac:spMkLst>
            <pc:docMk/>
            <pc:sldMk cId="3480894903" sldId="273"/>
            <ac:spMk id="9" creationId="{7D9BE6DE-92DA-FBB6-6EB2-8744095645C4}"/>
          </ac:spMkLst>
        </pc:spChg>
      </pc:sldChg>
      <pc:sldChg chg="modSp add replId">
        <pc:chgData name="Krishnaraj Rao" userId="S::krishnaraj@devappsys.com::a83542c9-5cf2-493e-a756-14c8b4a74310" providerId="AD" clId="Web-{6EE5FFB5-FA97-431F-A702-10D5039EA187}" dt="2025-06-07T07:07:15.542" v="626" actId="20577"/>
        <pc:sldMkLst>
          <pc:docMk/>
          <pc:sldMk cId="4199602133" sldId="274"/>
        </pc:sldMkLst>
        <pc:spChg chg="mod">
          <ac:chgData name="Krishnaraj Rao" userId="S::krishnaraj@devappsys.com::a83542c9-5cf2-493e-a756-14c8b4a74310" providerId="AD" clId="Web-{6EE5FFB5-FA97-431F-A702-10D5039EA187}" dt="2025-06-07T07:07:15.542" v="626" actId="20577"/>
          <ac:spMkLst>
            <pc:docMk/>
            <pc:sldMk cId="4199602133" sldId="274"/>
            <ac:spMk id="5" creationId="{66866F3C-D8F5-A241-1384-65477A6EB3F9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03:50.789" v="591" actId="20577"/>
          <ac:spMkLst>
            <pc:docMk/>
            <pc:sldMk cId="4199602133" sldId="274"/>
            <ac:spMk id="9" creationId="{2B29D00A-A1AD-8ACA-5944-6D82A9647AE7}"/>
          </ac:spMkLst>
        </pc:spChg>
      </pc:sldChg>
    </pc:docChg>
  </pc:docChgLst>
  <pc:docChgLst>
    <pc:chgData name="suhas shetty" userId="S::suhas@devappsys.com::0b8a8c61-01d1-4dc3-a283-e89a57431e1e" providerId="AD" clId="Web-{C229F99B-91FC-4CCB-AA17-9B031DDDE57D}"/>
    <pc:docChg chg="modSld">
      <pc:chgData name="suhas shetty" userId="S::suhas@devappsys.com::0b8a8c61-01d1-4dc3-a283-e89a57431e1e" providerId="AD" clId="Web-{C229F99B-91FC-4CCB-AA17-9B031DDDE57D}" dt="2025-06-07T10:24:52.588" v="62" actId="1076"/>
      <pc:docMkLst>
        <pc:docMk/>
      </pc:docMkLst>
      <pc:sldChg chg="delSp">
        <pc:chgData name="suhas shetty" userId="S::suhas@devappsys.com::0b8a8c61-01d1-4dc3-a283-e89a57431e1e" providerId="AD" clId="Web-{C229F99B-91FC-4CCB-AA17-9B031DDDE57D}" dt="2025-06-07T10:21:54.211" v="46"/>
        <pc:sldMkLst>
          <pc:docMk/>
          <pc:sldMk cId="0" sldId="256"/>
        </pc:sldMkLst>
        <pc:spChg chg="del">
          <ac:chgData name="suhas shetty" userId="S::suhas@devappsys.com::0b8a8c61-01d1-4dc3-a283-e89a57431e1e" providerId="AD" clId="Web-{C229F99B-91FC-4CCB-AA17-9B031DDDE57D}" dt="2025-06-07T10:21:54.211" v="46"/>
          <ac:spMkLst>
            <pc:docMk/>
            <pc:sldMk cId="0" sldId="256"/>
            <ac:spMk id="5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1:50.883" v="45"/>
          <ac:spMkLst>
            <pc:docMk/>
            <pc:sldMk cId="0" sldId="256"/>
            <ac:spMk id="6" creationId="{00000000-0000-0000-0000-000000000000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23:28.806" v="49"/>
        <pc:sldMkLst>
          <pc:docMk/>
          <pc:sldMk cId="0" sldId="257"/>
        </pc:sldMkLst>
        <pc:spChg chg="del">
          <ac:chgData name="suhas shetty" userId="S::suhas@devappsys.com::0b8a8c61-01d1-4dc3-a283-e89a57431e1e" providerId="AD" clId="Web-{C229F99B-91FC-4CCB-AA17-9B031DDDE57D}" dt="2025-06-07T10:23:28.806" v="49"/>
          <ac:spMkLst>
            <pc:docMk/>
            <pc:sldMk cId="0" sldId="257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26.931" v="48"/>
          <ac:spMkLst>
            <pc:docMk/>
            <pc:sldMk cId="0" sldId="257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24.306" v="47"/>
          <ac:spMkLst>
            <pc:docMk/>
            <pc:sldMk cId="0" sldId="257"/>
            <ac:spMk id="6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3:49.228" v="54" actId="1076"/>
        <pc:sldMkLst>
          <pc:docMk/>
          <pc:sldMk cId="0" sldId="258"/>
        </pc:sldMkLst>
        <pc:spChg chg="mod">
          <ac:chgData name="suhas shetty" userId="S::suhas@devappsys.com::0b8a8c61-01d1-4dc3-a283-e89a57431e1e" providerId="AD" clId="Web-{C229F99B-91FC-4CCB-AA17-9B031DDDE57D}" dt="2025-06-07T10:23:43.634" v="53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suhas shetty" userId="S::suhas@devappsys.com::0b8a8c61-01d1-4dc3-a283-e89a57431e1e" providerId="AD" clId="Web-{C229F99B-91FC-4CCB-AA17-9B031DDDE57D}" dt="2025-06-07T10:23:49.228" v="54" actId="1076"/>
          <ac:spMkLst>
            <pc:docMk/>
            <pc:sldMk cId="0" sldId="258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7.462" v="51"/>
          <ac:spMkLst>
            <pc:docMk/>
            <pc:sldMk cId="0" sldId="258"/>
            <ac:spMk id="10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8.712" v="52"/>
          <ac:spMkLst>
            <pc:docMk/>
            <pc:sldMk cId="0" sldId="258"/>
            <ac:spMk id="11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6.650" v="50"/>
          <ac:spMkLst>
            <pc:docMk/>
            <pc:sldMk cId="0" sldId="258"/>
            <ac:spMk id="15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7:20.003" v="10" actId="1076"/>
        <pc:sldMkLst>
          <pc:docMk/>
          <pc:sldMk cId="0" sldId="259"/>
        </pc:sldMkLst>
        <pc:spChg chg="del">
          <ac:chgData name="suhas shetty" userId="S::suhas@devappsys.com::0b8a8c61-01d1-4dc3-a283-e89a57431e1e" providerId="AD" clId="Web-{C229F99B-91FC-4CCB-AA17-9B031DDDE57D}" dt="2025-06-07T10:17:14.878" v="8"/>
          <ac:spMkLst>
            <pc:docMk/>
            <pc:sldMk cId="0" sldId="259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7:16.190" v="9"/>
          <ac:spMkLst>
            <pc:docMk/>
            <pc:sldMk cId="0" sldId="259"/>
            <ac:spMk id="3" creationId="{00000000-0000-0000-0000-000000000000}"/>
          </ac:spMkLst>
        </pc:spChg>
        <pc:spChg chg="mod">
          <ac:chgData name="suhas shetty" userId="S::suhas@devappsys.com::0b8a8c61-01d1-4dc3-a283-e89a57431e1e" providerId="AD" clId="Web-{C229F99B-91FC-4CCB-AA17-9B031DDDE57D}" dt="2025-06-07T10:17:20.003" v="10" actId="1076"/>
          <ac:spMkLst>
            <pc:docMk/>
            <pc:sldMk cId="0" sldId="259"/>
            <ac:spMk id="4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4:52.588" v="62" actId="1076"/>
        <pc:sldMkLst>
          <pc:docMk/>
          <pc:sldMk cId="0" sldId="265"/>
        </pc:sldMkLst>
        <pc:spChg chg="mod">
          <ac:chgData name="suhas shetty" userId="S::suhas@devappsys.com::0b8a8c61-01d1-4dc3-a283-e89a57431e1e" providerId="AD" clId="Web-{C229F99B-91FC-4CCB-AA17-9B031DDDE57D}" dt="2025-06-07T10:24:52.588" v="62" actId="1076"/>
          <ac:spMkLst>
            <pc:docMk/>
            <pc:sldMk cId="0" sldId="265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8:13.207" v="20"/>
          <ac:spMkLst>
            <pc:docMk/>
            <pc:sldMk cId="0" sldId="265"/>
            <ac:spMk id="3" creationId="{00000000-0000-0000-0000-000000000000}"/>
          </ac:spMkLst>
        </pc:spChg>
        <pc:grpChg chg="mod">
          <ac:chgData name="suhas shetty" userId="S::suhas@devappsys.com::0b8a8c61-01d1-4dc3-a283-e89a57431e1e" providerId="AD" clId="Web-{C229F99B-91FC-4CCB-AA17-9B031DDDE57D}" dt="2025-06-07T10:18:32.348" v="23" actId="1076"/>
          <ac:grpSpMkLst>
            <pc:docMk/>
            <pc:sldMk cId="0" sldId="265"/>
            <ac:grpSpMk id="16" creationId="{00000000-0000-0000-0000-000000000000}"/>
          </ac:grpSpMkLst>
        </pc:grpChg>
      </pc:sldChg>
      <pc:sldChg chg="delSp modSp">
        <pc:chgData name="suhas shetty" userId="S::suhas@devappsys.com::0b8a8c61-01d1-4dc3-a283-e89a57431e1e" providerId="AD" clId="Web-{C229F99B-91FC-4CCB-AA17-9B031DDDE57D}" dt="2025-06-07T10:19:32.458" v="32" actId="1076"/>
        <pc:sldMkLst>
          <pc:docMk/>
          <pc:sldMk cId="0" sldId="266"/>
        </pc:sldMkLst>
        <pc:spChg chg="del">
          <ac:chgData name="suhas shetty" userId="S::suhas@devappsys.com::0b8a8c61-01d1-4dc3-a283-e89a57431e1e" providerId="AD" clId="Web-{C229F99B-91FC-4CCB-AA17-9B031DDDE57D}" dt="2025-06-07T10:19:10.660" v="30"/>
          <ac:spMkLst>
            <pc:docMk/>
            <pc:sldMk cId="0" sldId="266"/>
            <ac:spMk id="4" creationId="{00000000-0000-0000-0000-000000000000}"/>
          </ac:spMkLst>
        </pc:spChg>
        <pc:grpChg chg="mod">
          <ac:chgData name="suhas shetty" userId="S::suhas@devappsys.com::0b8a8c61-01d1-4dc3-a283-e89a57431e1e" providerId="AD" clId="Web-{C229F99B-91FC-4CCB-AA17-9B031DDDE57D}" dt="2025-06-07T10:19:32.458" v="32" actId="1076"/>
          <ac:grpSpMkLst>
            <pc:docMk/>
            <pc:sldMk cId="0" sldId="266"/>
            <ac:grpSpMk id="5" creationId="{00000000-0000-0000-0000-000000000000}"/>
          </ac:grpSpMkLst>
        </pc:grpChg>
      </pc:sldChg>
      <pc:sldChg chg="delSp">
        <pc:chgData name="suhas shetty" userId="S::suhas@devappsys.com::0b8a8c61-01d1-4dc3-a283-e89a57431e1e" providerId="AD" clId="Web-{C229F99B-91FC-4CCB-AA17-9B031DDDE57D}" dt="2025-06-07T10:19:49.678" v="36"/>
        <pc:sldMkLst>
          <pc:docMk/>
          <pc:sldMk cId="0" sldId="267"/>
        </pc:sldMkLst>
        <pc:spChg chg="del">
          <ac:chgData name="suhas shetty" userId="S::suhas@devappsys.com::0b8a8c61-01d1-4dc3-a283-e89a57431e1e" providerId="AD" clId="Web-{C229F99B-91FC-4CCB-AA17-9B031DDDE57D}" dt="2025-06-07T10:19:49.678" v="36"/>
          <ac:spMkLst>
            <pc:docMk/>
            <pc:sldMk cId="0" sldId="267"/>
            <ac:spMk id="9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7.725" v="34"/>
          <ac:spMkLst>
            <pc:docMk/>
            <pc:sldMk cId="0" sldId="267"/>
            <ac:spMk id="11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6.866" v="33"/>
          <ac:spMkLst>
            <pc:docMk/>
            <pc:sldMk cId="0" sldId="267"/>
            <ac:spMk id="1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8.459" v="35"/>
          <ac:spMkLst>
            <pc:docMk/>
            <pc:sldMk cId="0" sldId="267"/>
            <ac:spMk id="13" creationId="{00000000-0000-0000-0000-000000000000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20:00.241" v="38"/>
        <pc:sldMkLst>
          <pc:docMk/>
          <pc:sldMk cId="0" sldId="268"/>
        </pc:sldMkLst>
        <pc:spChg chg="del">
          <ac:chgData name="suhas shetty" userId="S::suhas@devappsys.com::0b8a8c61-01d1-4dc3-a283-e89a57431e1e" providerId="AD" clId="Web-{C229F99B-91FC-4CCB-AA17-9B031DDDE57D}" dt="2025-06-07T10:20:00.241" v="38"/>
          <ac:spMkLst>
            <pc:docMk/>
            <pc:sldMk cId="0" sldId="268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59.459" v="37"/>
          <ac:spMkLst>
            <pc:docMk/>
            <pc:sldMk cId="0" sldId="268"/>
            <ac:spMk id="4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1:31.258" v="44"/>
        <pc:sldMkLst>
          <pc:docMk/>
          <pc:sldMk cId="2287379508" sldId="271"/>
        </pc:sldMkLst>
        <pc:spChg chg="mod">
          <ac:chgData name="suhas shetty" userId="S::suhas@devappsys.com::0b8a8c61-01d1-4dc3-a283-e89a57431e1e" providerId="AD" clId="Web-{C229F99B-91FC-4CCB-AA17-9B031DDDE57D}" dt="2025-06-07T10:20:47.538" v="42" actId="1076"/>
          <ac:spMkLst>
            <pc:docMk/>
            <pc:sldMk cId="2287379508" sldId="271"/>
            <ac:spMk id="2" creationId="{3D3BC89B-198E-95E7-CAB8-49D9950B4399}"/>
          </ac:spMkLst>
        </pc:spChg>
        <pc:spChg chg="mod">
          <ac:chgData name="suhas shetty" userId="S::suhas@devappsys.com::0b8a8c61-01d1-4dc3-a283-e89a57431e1e" providerId="AD" clId="Web-{C229F99B-91FC-4CCB-AA17-9B031DDDE57D}" dt="2025-06-07T10:20:53.367" v="43" actId="1076"/>
          <ac:spMkLst>
            <pc:docMk/>
            <pc:sldMk cId="2287379508" sldId="271"/>
            <ac:spMk id="3" creationId="{8856D57A-79A1-557B-10E9-6C76D7352A37}"/>
          </ac:spMkLst>
        </pc:spChg>
        <pc:spChg chg="del">
          <ac:chgData name="suhas shetty" userId="S::suhas@devappsys.com::0b8a8c61-01d1-4dc3-a283-e89a57431e1e" providerId="AD" clId="Web-{C229F99B-91FC-4CCB-AA17-9B031DDDE57D}" dt="2025-06-07T10:20:40.054" v="40"/>
          <ac:spMkLst>
            <pc:docMk/>
            <pc:sldMk cId="2287379508" sldId="271"/>
            <ac:spMk id="10" creationId="{A77F1D4A-AE13-86BD-B20A-30354A4B13B6}"/>
          </ac:spMkLst>
        </pc:spChg>
        <pc:spChg chg="del">
          <ac:chgData name="suhas shetty" userId="S::suhas@devappsys.com::0b8a8c61-01d1-4dc3-a283-e89a57431e1e" providerId="AD" clId="Web-{C229F99B-91FC-4CCB-AA17-9B031DDDE57D}" dt="2025-06-07T10:20:41.023" v="41"/>
          <ac:spMkLst>
            <pc:docMk/>
            <pc:sldMk cId="2287379508" sldId="271"/>
            <ac:spMk id="11" creationId="{7D9990DD-66E5-E745-5C42-21C2E85EC04D}"/>
          </ac:spMkLst>
        </pc:spChg>
        <pc:spChg chg="del">
          <ac:chgData name="suhas shetty" userId="S::suhas@devappsys.com::0b8a8c61-01d1-4dc3-a283-e89a57431e1e" providerId="AD" clId="Web-{C229F99B-91FC-4CCB-AA17-9B031DDDE57D}" dt="2025-06-07T10:21:31.258" v="44"/>
          <ac:spMkLst>
            <pc:docMk/>
            <pc:sldMk cId="2287379508" sldId="271"/>
            <ac:spMk id="12" creationId="{F3427883-478C-5626-D65F-989B034D6414}"/>
          </ac:spMkLst>
        </pc:spChg>
        <pc:spChg chg="del">
          <ac:chgData name="suhas shetty" userId="S::suhas@devappsys.com::0b8a8c61-01d1-4dc3-a283-e89a57431e1e" providerId="AD" clId="Web-{C229F99B-91FC-4CCB-AA17-9B031DDDE57D}" dt="2025-06-07T10:20:38.976" v="39"/>
          <ac:spMkLst>
            <pc:docMk/>
            <pc:sldMk cId="2287379508" sldId="271"/>
            <ac:spMk id="15" creationId="{0F7430E2-3464-0EE0-2654-84F6CE365B45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17:25.753" v="12"/>
        <pc:sldMkLst>
          <pc:docMk/>
          <pc:sldMk cId="1378273258" sldId="272"/>
        </pc:sldMkLst>
        <pc:spChg chg="del">
          <ac:chgData name="suhas shetty" userId="S::suhas@devappsys.com::0b8a8c61-01d1-4dc3-a283-e89a57431e1e" providerId="AD" clId="Web-{C229F99B-91FC-4CCB-AA17-9B031DDDE57D}" dt="2025-06-07T10:17:24.831" v="11"/>
          <ac:spMkLst>
            <pc:docMk/>
            <pc:sldMk cId="1378273258" sldId="272"/>
            <ac:spMk id="2" creationId="{FECB00D7-6F62-9793-9EE2-7892B91839A6}"/>
          </ac:spMkLst>
        </pc:spChg>
        <pc:spChg chg="del">
          <ac:chgData name="suhas shetty" userId="S::suhas@devappsys.com::0b8a8c61-01d1-4dc3-a283-e89a57431e1e" providerId="AD" clId="Web-{C229F99B-91FC-4CCB-AA17-9B031DDDE57D}" dt="2025-06-07T10:17:25.753" v="12"/>
          <ac:spMkLst>
            <pc:docMk/>
            <pc:sldMk cId="1378273258" sldId="272"/>
            <ac:spMk id="3" creationId="{2B085B73-2F03-8EE5-CD60-6DAD7668EAA8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8:09.738" v="19"/>
        <pc:sldMkLst>
          <pc:docMk/>
          <pc:sldMk cId="3480894903" sldId="273"/>
        </pc:sldMkLst>
        <pc:spChg chg="mod">
          <ac:chgData name="suhas shetty" userId="S::suhas@devappsys.com::0b8a8c61-01d1-4dc3-a283-e89a57431e1e" providerId="AD" clId="Web-{C229F99B-91FC-4CCB-AA17-9B031DDDE57D}" dt="2025-06-07T10:17:56.800" v="16" actId="1076"/>
          <ac:spMkLst>
            <pc:docMk/>
            <pc:sldMk cId="3480894903" sldId="273"/>
            <ac:spMk id="2" creationId="{8530082D-B95D-F29E-ACD6-3E38CC643FBB}"/>
          </ac:spMkLst>
        </pc:spChg>
        <pc:spChg chg="mod">
          <ac:chgData name="suhas shetty" userId="S::suhas@devappsys.com::0b8a8c61-01d1-4dc3-a283-e89a57431e1e" providerId="AD" clId="Web-{C229F99B-91FC-4CCB-AA17-9B031DDDE57D}" dt="2025-06-07T10:18:03.238" v="18" actId="1076"/>
          <ac:spMkLst>
            <pc:docMk/>
            <pc:sldMk cId="3480894903" sldId="273"/>
            <ac:spMk id="3" creationId="{FE1EF1A6-9E58-F92B-18F6-4692677CD6AF}"/>
          </ac:spMkLst>
        </pc:spChg>
        <pc:spChg chg="del">
          <ac:chgData name="suhas shetty" userId="S::suhas@devappsys.com::0b8a8c61-01d1-4dc3-a283-e89a57431e1e" providerId="AD" clId="Web-{C229F99B-91FC-4CCB-AA17-9B031DDDE57D}" dt="2025-06-07T10:17:29.315" v="14"/>
          <ac:spMkLst>
            <pc:docMk/>
            <pc:sldMk cId="3480894903" sldId="273"/>
            <ac:spMk id="10" creationId="{8F4CDE23-BBF1-C540-D0D0-6C7DE66D4874}"/>
          </ac:spMkLst>
        </pc:spChg>
        <pc:spChg chg="del">
          <ac:chgData name="suhas shetty" userId="S::suhas@devappsys.com::0b8a8c61-01d1-4dc3-a283-e89a57431e1e" providerId="AD" clId="Web-{C229F99B-91FC-4CCB-AA17-9B031DDDE57D}" dt="2025-06-07T10:17:30.394" v="15"/>
          <ac:spMkLst>
            <pc:docMk/>
            <pc:sldMk cId="3480894903" sldId="273"/>
            <ac:spMk id="11" creationId="{BC5FE385-87A3-5BF4-BF39-A9FDBE0985A3}"/>
          </ac:spMkLst>
        </pc:spChg>
        <pc:spChg chg="del">
          <ac:chgData name="suhas shetty" userId="S::suhas@devappsys.com::0b8a8c61-01d1-4dc3-a283-e89a57431e1e" providerId="AD" clId="Web-{C229F99B-91FC-4CCB-AA17-9B031DDDE57D}" dt="2025-06-07T10:18:09.738" v="19"/>
          <ac:spMkLst>
            <pc:docMk/>
            <pc:sldMk cId="3480894903" sldId="273"/>
            <ac:spMk id="12" creationId="{475219E9-21D8-8D41-E28A-3800F71627DF}"/>
          </ac:spMkLst>
        </pc:spChg>
        <pc:spChg chg="del">
          <ac:chgData name="suhas shetty" userId="S::suhas@devappsys.com::0b8a8c61-01d1-4dc3-a283-e89a57431e1e" providerId="AD" clId="Web-{C229F99B-91FC-4CCB-AA17-9B031DDDE57D}" dt="2025-06-07T10:17:28.534" v="13"/>
          <ac:spMkLst>
            <pc:docMk/>
            <pc:sldMk cId="3480894903" sldId="273"/>
            <ac:spMk id="15" creationId="{F4092CF4-DD76-EAEB-21B8-342F72619F7E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8:58.504" v="29"/>
        <pc:sldMkLst>
          <pc:docMk/>
          <pc:sldMk cId="4199602133" sldId="274"/>
        </pc:sldMkLst>
        <pc:spChg chg="mod">
          <ac:chgData name="suhas shetty" userId="S::suhas@devappsys.com::0b8a8c61-01d1-4dc3-a283-e89a57431e1e" providerId="AD" clId="Web-{C229F99B-91FC-4CCB-AA17-9B031DDDE57D}" dt="2025-06-07T10:18:47.785" v="27" actId="1076"/>
          <ac:spMkLst>
            <pc:docMk/>
            <pc:sldMk cId="4199602133" sldId="274"/>
            <ac:spMk id="2" creationId="{364476D6-7519-12AA-579F-3D275C89B824}"/>
          </ac:spMkLst>
        </pc:spChg>
        <pc:spChg chg="mod">
          <ac:chgData name="suhas shetty" userId="S::suhas@devappsys.com::0b8a8c61-01d1-4dc3-a283-e89a57431e1e" providerId="AD" clId="Web-{C229F99B-91FC-4CCB-AA17-9B031DDDE57D}" dt="2025-06-07T10:18:53.426" v="28" actId="1076"/>
          <ac:spMkLst>
            <pc:docMk/>
            <pc:sldMk cId="4199602133" sldId="274"/>
            <ac:spMk id="3" creationId="{D3EEFCE7-BAE8-80C3-5EC6-EDBBDEE09863}"/>
          </ac:spMkLst>
        </pc:spChg>
        <pc:spChg chg="del">
          <ac:chgData name="suhas shetty" userId="S::suhas@devappsys.com::0b8a8c61-01d1-4dc3-a283-e89a57431e1e" providerId="AD" clId="Web-{C229F99B-91FC-4CCB-AA17-9B031DDDE57D}" dt="2025-06-07T10:18:41.879" v="25"/>
          <ac:spMkLst>
            <pc:docMk/>
            <pc:sldMk cId="4199602133" sldId="274"/>
            <ac:spMk id="10" creationId="{00862970-8963-0999-27CE-587A285014BF}"/>
          </ac:spMkLst>
        </pc:spChg>
        <pc:spChg chg="del">
          <ac:chgData name="suhas shetty" userId="S::suhas@devappsys.com::0b8a8c61-01d1-4dc3-a283-e89a57431e1e" providerId="AD" clId="Web-{C229F99B-91FC-4CCB-AA17-9B031DDDE57D}" dt="2025-06-07T10:18:42.848" v="26"/>
          <ac:spMkLst>
            <pc:docMk/>
            <pc:sldMk cId="4199602133" sldId="274"/>
            <ac:spMk id="11" creationId="{FC746209-F63C-374A-65B3-53AD0B5BE21C}"/>
          </ac:spMkLst>
        </pc:spChg>
        <pc:spChg chg="del">
          <ac:chgData name="suhas shetty" userId="S::suhas@devappsys.com::0b8a8c61-01d1-4dc3-a283-e89a57431e1e" providerId="AD" clId="Web-{C229F99B-91FC-4CCB-AA17-9B031DDDE57D}" dt="2025-06-07T10:18:58.504" v="29"/>
          <ac:spMkLst>
            <pc:docMk/>
            <pc:sldMk cId="4199602133" sldId="274"/>
            <ac:spMk id="12" creationId="{E6E56F64-877A-FC1E-0777-AC779385A84B}"/>
          </ac:spMkLst>
        </pc:spChg>
        <pc:spChg chg="del">
          <ac:chgData name="suhas shetty" userId="S::suhas@devappsys.com::0b8a8c61-01d1-4dc3-a283-e89a57431e1e" providerId="AD" clId="Web-{C229F99B-91FC-4CCB-AA17-9B031DDDE57D}" dt="2025-06-07T10:18:40.832" v="24"/>
          <ac:spMkLst>
            <pc:docMk/>
            <pc:sldMk cId="4199602133" sldId="274"/>
            <ac:spMk id="15" creationId="{921BC9BB-5576-132A-E532-B046830D0D59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4:17.119" v="60"/>
        <pc:sldMkLst>
          <pc:docMk/>
          <pc:sldMk cId="2783255690" sldId="275"/>
        </pc:sldMkLst>
        <pc:spChg chg="mod">
          <ac:chgData name="suhas shetty" userId="S::suhas@devappsys.com::0b8a8c61-01d1-4dc3-a283-e89a57431e1e" providerId="AD" clId="Web-{C229F99B-91FC-4CCB-AA17-9B031DDDE57D}" dt="2025-06-07T10:24:11.213" v="58" actId="1076"/>
          <ac:spMkLst>
            <pc:docMk/>
            <pc:sldMk cId="2783255690" sldId="275"/>
            <ac:spMk id="2" creationId="{5D87BE63-EA7F-FBE4-55AF-B7AA4EC8BEE3}"/>
          </ac:spMkLst>
        </pc:spChg>
        <pc:spChg chg="mod">
          <ac:chgData name="suhas shetty" userId="S::suhas@devappsys.com::0b8a8c61-01d1-4dc3-a283-e89a57431e1e" providerId="AD" clId="Web-{C229F99B-91FC-4CCB-AA17-9B031DDDE57D}" dt="2025-06-07T10:24:14.619" v="59" actId="1076"/>
          <ac:spMkLst>
            <pc:docMk/>
            <pc:sldMk cId="2783255690" sldId="275"/>
            <ac:spMk id="3" creationId="{7BC1C182-11D9-7918-235F-A5FC67EDC05A}"/>
          </ac:spMkLst>
        </pc:spChg>
        <pc:spChg chg="del">
          <ac:chgData name="suhas shetty" userId="S::suhas@devappsys.com::0b8a8c61-01d1-4dc3-a283-e89a57431e1e" providerId="AD" clId="Web-{C229F99B-91FC-4CCB-AA17-9B031DDDE57D}" dt="2025-06-07T10:24:05.697" v="56"/>
          <ac:spMkLst>
            <pc:docMk/>
            <pc:sldMk cId="2783255690" sldId="275"/>
            <ac:spMk id="10" creationId="{62F81244-8E0A-46EA-8F01-D848E80BBC01}"/>
          </ac:spMkLst>
        </pc:spChg>
        <pc:spChg chg="del">
          <ac:chgData name="suhas shetty" userId="S::suhas@devappsys.com::0b8a8c61-01d1-4dc3-a283-e89a57431e1e" providerId="AD" clId="Web-{C229F99B-91FC-4CCB-AA17-9B031DDDE57D}" dt="2025-06-07T10:24:06.822" v="57"/>
          <ac:spMkLst>
            <pc:docMk/>
            <pc:sldMk cId="2783255690" sldId="275"/>
            <ac:spMk id="11" creationId="{8DDCFB93-9699-5366-C9E5-98111280C64E}"/>
          </ac:spMkLst>
        </pc:spChg>
        <pc:spChg chg="del">
          <ac:chgData name="suhas shetty" userId="S::suhas@devappsys.com::0b8a8c61-01d1-4dc3-a283-e89a57431e1e" providerId="AD" clId="Web-{C229F99B-91FC-4CCB-AA17-9B031DDDE57D}" dt="2025-06-07T10:24:17.119" v="60"/>
          <ac:spMkLst>
            <pc:docMk/>
            <pc:sldMk cId="2783255690" sldId="275"/>
            <ac:spMk id="12" creationId="{D85A16FA-06B7-6D46-5915-E9EDFDF367F5}"/>
          </ac:spMkLst>
        </pc:spChg>
        <pc:spChg chg="del">
          <ac:chgData name="suhas shetty" userId="S::suhas@devappsys.com::0b8a8c61-01d1-4dc3-a283-e89a57431e1e" providerId="AD" clId="Web-{C229F99B-91FC-4CCB-AA17-9B031DDDE57D}" dt="2025-06-07T10:24:04.838" v="55"/>
          <ac:spMkLst>
            <pc:docMk/>
            <pc:sldMk cId="2783255690" sldId="275"/>
            <ac:spMk id="15" creationId="{F0C39DDB-B5AE-AAFB-FAA3-08846CCCD776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7:01.862" v="7" actId="1076"/>
        <pc:sldMkLst>
          <pc:docMk/>
          <pc:sldMk cId="2466518213" sldId="276"/>
        </pc:sldMkLst>
        <pc:spChg chg="mod">
          <ac:chgData name="suhas shetty" userId="S::suhas@devappsys.com::0b8a8c61-01d1-4dc3-a283-e89a57431e1e" providerId="AD" clId="Web-{C229F99B-91FC-4CCB-AA17-9B031DDDE57D}" dt="2025-06-07T10:17:01.862" v="7" actId="1076"/>
          <ac:spMkLst>
            <pc:docMk/>
            <pc:sldMk cId="2466518213" sldId="276"/>
            <ac:spMk id="2" creationId="{44B74709-C462-95F8-08CD-0D0FCEF0E19E}"/>
          </ac:spMkLst>
        </pc:spChg>
        <pc:spChg chg="mod">
          <ac:chgData name="suhas shetty" userId="S::suhas@devappsys.com::0b8a8c61-01d1-4dc3-a283-e89a57431e1e" providerId="AD" clId="Web-{C229F99B-91FC-4CCB-AA17-9B031DDDE57D}" dt="2025-06-07T10:16:52.456" v="6" actId="1076"/>
          <ac:spMkLst>
            <pc:docMk/>
            <pc:sldMk cId="2466518213" sldId="276"/>
            <ac:spMk id="3" creationId="{CDD05D65-E3B2-A39A-4FAE-7F33521F69D0}"/>
          </ac:spMkLst>
        </pc:spChg>
        <pc:spChg chg="del">
          <ac:chgData name="suhas shetty" userId="S::suhas@devappsys.com::0b8a8c61-01d1-4dc3-a283-e89a57431e1e" providerId="AD" clId="Web-{C229F99B-91FC-4CCB-AA17-9B031DDDE57D}" dt="2025-06-07T10:16:36.033" v="2"/>
          <ac:spMkLst>
            <pc:docMk/>
            <pc:sldMk cId="2466518213" sldId="276"/>
            <ac:spMk id="10" creationId="{69E22FD6-DC33-C636-C129-4F2F60F5D49D}"/>
          </ac:spMkLst>
        </pc:spChg>
        <pc:spChg chg="del">
          <ac:chgData name="suhas shetty" userId="S::suhas@devappsys.com::0b8a8c61-01d1-4dc3-a283-e89a57431e1e" providerId="AD" clId="Web-{C229F99B-91FC-4CCB-AA17-9B031DDDE57D}" dt="2025-06-07T10:16:38.002" v="4"/>
          <ac:spMkLst>
            <pc:docMk/>
            <pc:sldMk cId="2466518213" sldId="276"/>
            <ac:spMk id="11" creationId="{322C02D8-E501-E5E3-EC9C-20DFCDE9ADB2}"/>
          </ac:spMkLst>
        </pc:spChg>
        <pc:spChg chg="del">
          <ac:chgData name="suhas shetty" userId="S::suhas@devappsys.com::0b8a8c61-01d1-4dc3-a283-e89a57431e1e" providerId="AD" clId="Web-{C229F99B-91FC-4CCB-AA17-9B031DDDE57D}" dt="2025-06-07T10:16:39.237" v="5"/>
          <ac:spMkLst>
            <pc:docMk/>
            <pc:sldMk cId="2466518213" sldId="276"/>
            <ac:spMk id="12" creationId="{FA7064AC-738F-70CD-924F-C796515CBE82}"/>
          </ac:spMkLst>
        </pc:spChg>
        <pc:spChg chg="del">
          <ac:chgData name="suhas shetty" userId="S::suhas@devappsys.com::0b8a8c61-01d1-4dc3-a283-e89a57431e1e" providerId="AD" clId="Web-{C229F99B-91FC-4CCB-AA17-9B031DDDE57D}" dt="2025-06-07T10:16:37.283" v="3"/>
          <ac:spMkLst>
            <pc:docMk/>
            <pc:sldMk cId="2466518213" sldId="276"/>
            <ac:spMk id="15" creationId="{16EDE5EC-EF28-5F1F-6F3F-1CD012B42B00}"/>
          </ac:spMkLst>
        </pc:spChg>
      </pc:sldChg>
    </pc:docChg>
  </pc:docChgLst>
  <pc:docChgLst>
    <pc:chgData name="Krishnaraj Rao" userId="S::krishnaraj@devappsys.com::a83542c9-5cf2-493e-a756-14c8b4a74310" providerId="AD" clId="Web-{BB55558A-5814-425F-BF8E-19951515002E}"/>
    <pc:docChg chg="mod modSld modMainMaster">
      <pc:chgData name="Krishnaraj Rao" userId="S::krishnaraj@devappsys.com::a83542c9-5cf2-493e-a756-14c8b4a74310" providerId="AD" clId="Web-{BB55558A-5814-425F-BF8E-19951515002E}" dt="2025-06-07T00:49:22.607" v="3"/>
      <pc:docMkLst>
        <pc:docMk/>
      </pc:docMkLst>
      <pc:sldChg chg="addSp modSp">
        <pc:chgData name="Krishnaraj Rao" userId="S::krishnaraj@devappsys.com::a83542c9-5cf2-493e-a756-14c8b4a74310" providerId="AD" clId="Web-{BB55558A-5814-425F-BF8E-19951515002E}" dt="2025-06-07T00:49:13.435" v="1"/>
        <pc:sldMkLst>
          <pc:docMk/>
          <pc:sldMk cId="0" sldId="256"/>
        </pc:sldMkLst>
        <pc:spChg chg="add mod">
          <ac:chgData name="Krishnaraj Rao" userId="S::krishnaraj@devappsys.com::a83542c9-5cf2-493e-a756-14c8b4a74310" providerId="AD" clId="Web-{BB55558A-5814-425F-BF8E-19951515002E}" dt="2025-06-07T00:49:06.310" v="0"/>
          <ac:spMkLst>
            <pc:docMk/>
            <pc:sldMk cId="0" sldId="256"/>
            <ac:spMk id="12" creationId="{85F18A22-050D-96D1-3301-F57D14DE7EED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13.435" v="1"/>
          <ac:spMkLst>
            <pc:docMk/>
            <pc:sldMk cId="0" sldId="256"/>
            <ac:spMk id="13" creationId="{35FD7363-FEF8-DD18-4DF8-DEF5ADDBF191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7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7"/>
            <ac:spMk id="49" creationId="{0BA155CB-A8DA-5752-7372-2A1A9EB0AA43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7"/>
            <ac:spMk id="50" creationId="{90E327EE-D449-710A-524F-FDBC3B072DF4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8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8"/>
            <ac:spMk id="16" creationId="{CDBDAF61-21A8-F453-6028-F56891D25C18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8"/>
            <ac:spMk id="17" creationId="{03C4E3B1-EDD4-4D0B-C13E-4DE51F4B516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9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9"/>
            <ac:spMk id="15" creationId="{6E420746-B275-4438-F3E0-237810C81591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9"/>
            <ac:spMk id="16" creationId="{AEC99B2C-787C-9CDA-CF38-405CFCC78B21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0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0"/>
            <ac:spMk id="33" creationId="{4CC9B1B3-E18A-3EA4-8FC9-9F35F59D88FF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0"/>
            <ac:spMk id="34" creationId="{59572D42-1E1A-7209-9D9D-B77B65B2F45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1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1"/>
            <ac:spMk id="13" creationId="{E296D9E6-FFF5-BF6A-1D73-040270AD08BA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1"/>
            <ac:spMk id="14" creationId="{0FF27691-3742-FF2D-B30F-B81BBC80157E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2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2"/>
            <ac:spMk id="16" creationId="{094548CB-5EE2-5A9E-4721-A1FBA1EA7EEF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2"/>
            <ac:spMk id="17" creationId="{9F7C080D-FC93-869B-F377-2DDD79B02D9F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3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3"/>
            <ac:spMk id="16" creationId="{30FD7492-52EC-D49F-4A27-37BDA0F53E6B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3"/>
            <ac:spMk id="17" creationId="{A1572DA4-30F9-62BF-C8EB-D3567A28AEA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4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4"/>
            <ac:spMk id="27" creationId="{33CADF40-D3D0-FE6D-819B-5876019D928D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4"/>
            <ac:spMk id="28" creationId="{C4232EE6-AB90-1693-D4FF-4055F84CE92C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5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5"/>
            <ac:spMk id="20" creationId="{429B65AB-D657-3746-EE25-113CE8DC3469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5"/>
            <ac:spMk id="21" creationId="{9BE73999-29C0-F7ED-3A16-4C18EEA9CF70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6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6"/>
            <ac:spMk id="24" creationId="{356B3F51-87DB-965E-8D5C-086C8102B432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6"/>
            <ac:spMk id="25" creationId="{1CFC368F-8EF1-84E4-54BA-3B4565B548FF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7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7"/>
            <ac:spMk id="16" creationId="{EE62FFA1-F211-B211-F9A1-ADBF68728184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7"/>
            <ac:spMk id="17" creationId="{2B3E45DA-BA9B-A034-0B99-EFA7AF4242BE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8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8"/>
            <ac:spMk id="13" creationId="{AE60D82D-54A9-20A4-AED1-524904392CD3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8"/>
            <ac:spMk id="14" creationId="{496FDA14-4E30-37E7-87DC-C4AB98B85A3D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9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9"/>
            <ac:spMk id="5" creationId="{AA04E0F9-F5E4-951A-EBFD-D1E065E2A81C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9"/>
            <ac:spMk id="6" creationId="{68EF33A1-EA75-7DBD-0985-08D881B8B6DB}"/>
          </ac:spMkLst>
        </pc:spChg>
      </pc:sldChg>
      <pc:sldMasterChg chg="mod modSldLayout">
        <pc:chgData name="Krishnaraj Rao" userId="S::krishnaraj@devappsys.com::a83542c9-5cf2-493e-a756-14c8b4a74310" providerId="AD" clId="Web-{BB55558A-5814-425F-BF8E-19951515002E}" dt="2025-06-07T00:49:22.607" v="3"/>
        <pc:sldMasterMkLst>
          <pc:docMk/>
          <pc:sldMasterMk cId="0" sldId="2147483648"/>
        </pc:sldMasterMkLst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0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1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2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3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4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5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6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7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8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Krishnaraj Rao" userId="S::krishnaraj@devappsys.com::a83542c9-5cf2-493e-a756-14c8b4a74310" providerId="AD" clId="Web-{8530CCF8-970C-45E7-B10C-1B8DC558D11B}"/>
    <pc:docChg chg="modSld">
      <pc:chgData name="Krishnaraj Rao" userId="S::krishnaraj@devappsys.com::a83542c9-5cf2-493e-a756-14c8b4a74310" providerId="AD" clId="Web-{8530CCF8-970C-45E7-B10C-1B8DC558D11B}" dt="2025-06-07T00:43:59.214" v="1"/>
      <pc:docMkLst>
        <pc:docMk/>
      </pc:docMkLst>
      <pc:sldChg chg="addSp delSp modSp">
        <pc:chgData name="Krishnaraj Rao" userId="S::krishnaraj@devappsys.com::a83542c9-5cf2-493e-a756-14c8b4a74310" providerId="AD" clId="Web-{8530CCF8-970C-45E7-B10C-1B8DC558D11B}" dt="2025-06-07T00:43:59.214" v="1"/>
        <pc:sldMkLst>
          <pc:docMk/>
          <pc:sldMk cId="0" sldId="256"/>
        </pc:sldMkLst>
        <pc:picChg chg="add del mod">
          <ac:chgData name="Krishnaraj Rao" userId="S::krishnaraj@devappsys.com::a83542c9-5cf2-493e-a756-14c8b4a74310" providerId="AD" clId="Web-{8530CCF8-970C-45E7-B10C-1B8DC558D11B}" dt="2025-06-07T00:43:59.214" v="1"/>
          <ac:picMkLst>
            <pc:docMk/>
            <pc:sldMk cId="0" sldId="256"/>
            <ac:picMk id="12" creationId="{055C782F-BA52-4AA7-C295-778C304A1278}"/>
          </ac:picMkLst>
        </pc:picChg>
      </pc:sldChg>
    </pc:docChg>
  </pc:docChgLst>
  <pc:docChgLst>
    <pc:chgData name="Krishnaraj Rao" userId="S::krishnaraj@devappsys.com::a83542c9-5cf2-493e-a756-14c8b4a74310" providerId="AD" clId="Web-{6217F43D-2A94-46AF-90C1-C85748EC6597}"/>
    <pc:docChg chg="addSld modSld">
      <pc:chgData name="Krishnaraj Rao" userId="S::krishnaraj@devappsys.com::a83542c9-5cf2-493e-a756-14c8b4a74310" providerId="AD" clId="Web-{6217F43D-2A94-46AF-90C1-C85748EC6597}" dt="2025-06-07T10:14:43.119" v="226" actId="20577"/>
      <pc:docMkLst>
        <pc:docMk/>
      </pc:docMkLst>
      <pc:sldChg chg="addSp delSp modSp">
        <pc:chgData name="Krishnaraj Rao" userId="S::krishnaraj@devappsys.com::a83542c9-5cf2-493e-a756-14c8b4a74310" providerId="AD" clId="Web-{6217F43D-2A94-46AF-90C1-C85748EC6597}" dt="2025-06-07T10:05:24.093" v="160" actId="20577"/>
        <pc:sldMkLst>
          <pc:docMk/>
          <pc:sldMk cId="0" sldId="257"/>
        </pc:sldMkLst>
        <pc:spChg chg="mod">
          <ac:chgData name="Krishnaraj Rao" userId="S::krishnaraj@devappsys.com::a83542c9-5cf2-493e-a756-14c8b4a74310" providerId="AD" clId="Web-{6217F43D-2A94-46AF-90C1-C85748EC6597}" dt="2025-06-07T09:26:41.172" v="6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7:00.969" v="10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8:33.377" v="25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5:24.093" v="160" actId="20577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4"/>
          <ac:spMkLst>
            <pc:docMk/>
            <pc:sldMk cId="0" sldId="257"/>
            <ac:spMk id="3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7:52.142" v="19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57:42.943" v="119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5"/>
          <ac:spMkLst>
            <pc:docMk/>
            <pc:sldMk cId="0" sldId="257"/>
            <ac:spMk id="47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6"/>
          <ac:spMkLst>
            <pc:docMk/>
            <pc:sldMk cId="0" sldId="257"/>
            <ac:spMk id="48" creationId="{00000000-0000-0000-0000-000000000000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4"/>
          <ac:spMkLst>
            <pc:docMk/>
            <pc:sldMk cId="0" sldId="257"/>
            <ac:spMk id="50" creationId="{40C7A061-A9F9-91A3-F425-FE80FA8D66E5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3"/>
          <ac:spMkLst>
            <pc:docMk/>
            <pc:sldMk cId="0" sldId="257"/>
            <ac:spMk id="53" creationId="{47A6797E-280B-1055-C494-8093D3FA38B1}"/>
          </ac:spMkLst>
        </pc:spChg>
        <pc:spChg chg="add del">
          <ac:chgData name="Krishnaraj Rao" userId="S::krishnaraj@devappsys.com::a83542c9-5cf2-493e-a756-14c8b4a74310" providerId="AD" clId="Web-{6217F43D-2A94-46AF-90C1-C85748EC6597}" dt="2025-06-07T09:59:32.867" v="134"/>
          <ac:spMkLst>
            <pc:docMk/>
            <pc:sldMk cId="0" sldId="257"/>
            <ac:spMk id="55" creationId="{CE39E873-83B2-5DCC-477D-1D6D1622CB1C}"/>
          </ac:spMkLst>
        </pc:spChg>
        <pc:spChg chg="add del">
          <ac:chgData name="Krishnaraj Rao" userId="S::krishnaraj@devappsys.com::a83542c9-5cf2-493e-a756-14c8b4a74310" providerId="AD" clId="Web-{6217F43D-2A94-46AF-90C1-C85748EC6597}" dt="2025-06-07T09:59:32.867" v="133"/>
          <ac:spMkLst>
            <pc:docMk/>
            <pc:sldMk cId="0" sldId="257"/>
            <ac:spMk id="57" creationId="{0398FE93-FA09-C39E-2B36-1A635D3614A5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2"/>
          <ac:spMkLst>
            <pc:docMk/>
            <pc:sldMk cId="0" sldId="257"/>
            <ac:spMk id="58" creationId="{97CE721C-7EAD-92DA-4156-F5B171C68162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7"/>
          <ac:spMkLst>
            <pc:docMk/>
            <pc:sldMk cId="0" sldId="257"/>
            <ac:spMk id="61" creationId="{E0385902-10FC-9EF6-50F9-248B3E78AC66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415" v="158"/>
          <ac:spMkLst>
            <pc:docMk/>
            <pc:sldMk cId="0" sldId="257"/>
            <ac:spMk id="62" creationId="{2504A983-3E7A-EFD5-8F19-5F30731E9222}"/>
          </ac:spMkLst>
        </pc:spChg>
        <pc:grpChg chg="mod">
          <ac:chgData name="Krishnaraj Rao" userId="S::krishnaraj@devappsys.com::a83542c9-5cf2-493e-a756-14c8b4a74310" providerId="AD" clId="Web-{6217F43D-2A94-46AF-90C1-C85748EC6597}" dt="2025-06-07T09:29:14.206" v="27" actId="1076"/>
          <ac:grpSpMkLst>
            <pc:docMk/>
            <pc:sldMk cId="0" sldId="257"/>
            <ac:grpSpMk id="44" creationId="{00000000-0000-0000-0000-000000000000}"/>
          </ac:grpSpMkLst>
        </pc:grpChg>
        <pc:grpChg chg="add mod">
          <ac:chgData name="Krishnaraj Rao" userId="S::krishnaraj@devappsys.com::a83542c9-5cf2-493e-a756-14c8b4a74310" providerId="AD" clId="Web-{6217F43D-2A94-46AF-90C1-C85748EC6597}" dt="2025-06-07T10:03:00.208" v="146" actId="1076"/>
          <ac:grpSpMkLst>
            <pc:docMk/>
            <pc:sldMk cId="0" sldId="257"/>
            <ac:grpSpMk id="59" creationId="{2BD9318D-F62C-595C-ED79-4644ED29D06A}"/>
          </ac:grpSpMkLst>
        </pc:grpChg>
      </pc:sldChg>
      <pc:sldChg chg="modSp">
        <pc:chgData name="Krishnaraj Rao" userId="S::krishnaraj@devappsys.com::a83542c9-5cf2-493e-a756-14c8b4a74310" providerId="AD" clId="Web-{6217F43D-2A94-46AF-90C1-C85748EC6597}" dt="2025-06-07T10:14:43.119" v="226" actId="20577"/>
        <pc:sldMkLst>
          <pc:docMk/>
          <pc:sldMk cId="0" sldId="268"/>
        </pc:sldMkLst>
        <pc:spChg chg="mod">
          <ac:chgData name="Krishnaraj Rao" userId="S::krishnaraj@devappsys.com::a83542c9-5cf2-493e-a756-14c8b4a74310" providerId="AD" clId="Web-{6217F43D-2A94-46AF-90C1-C85748EC6597}" dt="2025-06-07T10:14:43.119" v="226" actId="20577"/>
          <ac:spMkLst>
            <pc:docMk/>
            <pc:sldMk cId="0" sldId="268"/>
            <ac:spMk id="5" creationId="{00000000-0000-0000-0000-000000000000}"/>
          </ac:spMkLst>
        </pc:spChg>
      </pc:sldChg>
      <pc:sldChg chg="modSp">
        <pc:chgData name="Krishnaraj Rao" userId="S::krishnaraj@devappsys.com::a83542c9-5cf2-493e-a756-14c8b4a74310" providerId="AD" clId="Web-{6217F43D-2A94-46AF-90C1-C85748EC6597}" dt="2025-06-07T09:52:38.376" v="101" actId="20577"/>
        <pc:sldMkLst>
          <pc:docMk/>
          <pc:sldMk cId="2287379508" sldId="271"/>
        </pc:sldMkLst>
        <pc:spChg chg="mod">
          <ac:chgData name="Krishnaraj Rao" userId="S::krishnaraj@devappsys.com::a83542c9-5cf2-493e-a756-14c8b4a74310" providerId="AD" clId="Web-{6217F43D-2A94-46AF-90C1-C85748EC6597}" dt="2025-06-07T09:52:38.376" v="101" actId="20577"/>
          <ac:spMkLst>
            <pc:docMk/>
            <pc:sldMk cId="2287379508" sldId="271"/>
            <ac:spMk id="9" creationId="{12B9693A-628F-8041-7BC9-5F1E902449D1}"/>
          </ac:spMkLst>
        </pc:spChg>
      </pc:sldChg>
      <pc:sldChg chg="addSp modSp">
        <pc:chgData name="Krishnaraj Rao" userId="S::krishnaraj@devappsys.com::a83542c9-5cf2-493e-a756-14c8b4a74310" providerId="AD" clId="Web-{6217F43D-2A94-46AF-90C1-C85748EC6597}" dt="2025-06-07T10:08:10.518" v="177" actId="14100"/>
        <pc:sldMkLst>
          <pc:docMk/>
          <pc:sldMk cId="3480894903" sldId="273"/>
        </pc:sldMkLst>
        <pc:spChg chg="mod">
          <ac:chgData name="Krishnaraj Rao" userId="S::krishnaraj@devappsys.com::a83542c9-5cf2-493e-a756-14c8b4a74310" providerId="AD" clId="Web-{6217F43D-2A94-46AF-90C1-C85748EC6597}" dt="2025-06-07T10:07:57.487" v="175" actId="1076"/>
          <ac:spMkLst>
            <pc:docMk/>
            <pc:sldMk cId="3480894903" sldId="273"/>
            <ac:spMk id="5" creationId="{CEFD614E-217F-ADF7-5012-61A2E4C72D96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7:52.502" v="174" actId="1076"/>
          <ac:spMkLst>
            <pc:docMk/>
            <pc:sldMk cId="3480894903" sldId="273"/>
            <ac:spMk id="9" creationId="{7D9BE6DE-92DA-FBB6-6EB2-8744095645C4}"/>
          </ac:spMkLst>
        </pc:spChg>
        <pc:grpChg chg="mod">
          <ac:chgData name="Krishnaraj Rao" userId="S::krishnaraj@devappsys.com::a83542c9-5cf2-493e-a756-14c8b4a74310" providerId="AD" clId="Web-{6217F43D-2A94-46AF-90C1-C85748EC6597}" dt="2025-06-07T10:07:32.189" v="169" actId="14100"/>
          <ac:grpSpMkLst>
            <pc:docMk/>
            <pc:sldMk cId="3480894903" sldId="273"/>
            <ac:grpSpMk id="4" creationId="{98376E93-0E2E-9726-C3C0-2F3CB7841D26}"/>
          </ac:grpSpMkLst>
        </pc:grpChg>
        <pc:picChg chg="add mod">
          <ac:chgData name="Krishnaraj Rao" userId="S::krishnaraj@devappsys.com::a83542c9-5cf2-493e-a756-14c8b4a74310" providerId="AD" clId="Web-{6217F43D-2A94-46AF-90C1-C85748EC6597}" dt="2025-06-07T10:08:10.518" v="177" actId="14100"/>
          <ac:picMkLst>
            <pc:docMk/>
            <pc:sldMk cId="3480894903" sldId="273"/>
            <ac:picMk id="13" creationId="{A2F2963B-196E-0362-4BF4-0D18BD039FDB}"/>
          </ac:picMkLst>
        </pc:picChg>
      </pc:sldChg>
      <pc:sldChg chg="addSp modSp add replId">
        <pc:chgData name="Krishnaraj Rao" userId="S::krishnaraj@devappsys.com::a83542c9-5cf2-493e-a756-14c8b4a74310" providerId="AD" clId="Web-{6217F43D-2A94-46AF-90C1-C85748EC6597}" dt="2025-06-07T09:52:01.750" v="100" actId="1076"/>
        <pc:sldMkLst>
          <pc:docMk/>
          <pc:sldMk cId="2783255690" sldId="275"/>
        </pc:sldMkLst>
        <pc:spChg chg="mod">
          <ac:chgData name="Krishnaraj Rao" userId="S::krishnaraj@devappsys.com::a83542c9-5cf2-493e-a756-14c8b4a74310" providerId="AD" clId="Web-{6217F43D-2A94-46AF-90C1-C85748EC6597}" dt="2025-06-07T09:52:01.750" v="100" actId="1076"/>
          <ac:spMkLst>
            <pc:docMk/>
            <pc:sldMk cId="2783255690" sldId="275"/>
            <ac:spMk id="5" creationId="{487E9DEE-4E73-2FED-9AB6-E8FC4B11D8AD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51:59" v="99" actId="1076"/>
          <ac:spMkLst>
            <pc:docMk/>
            <pc:sldMk cId="2783255690" sldId="275"/>
            <ac:spMk id="9" creationId="{24BF6FCB-1B82-2758-1A6E-D4A02EC55439}"/>
          </ac:spMkLst>
        </pc:spChg>
        <pc:graphicFrameChg chg="add mod modGraphic">
          <ac:chgData name="Krishnaraj Rao" userId="S::krishnaraj@devappsys.com::a83542c9-5cf2-493e-a756-14c8b4a74310" providerId="AD" clId="Web-{6217F43D-2A94-46AF-90C1-C85748EC6597}" dt="2025-06-07T09:51:48.343" v="96"/>
          <ac:graphicFrameMkLst>
            <pc:docMk/>
            <pc:sldMk cId="2783255690" sldId="275"/>
            <ac:graphicFrameMk id="14" creationId="{6B01A76A-C38A-D2CC-838D-9A31A6A7474B}"/>
          </ac:graphicFrameMkLst>
        </pc:graphicFrameChg>
      </pc:sldChg>
      <pc:sldChg chg="addSp modSp add replId">
        <pc:chgData name="Krishnaraj Rao" userId="S::krishnaraj@devappsys.com::a83542c9-5cf2-493e-a756-14c8b4a74310" providerId="AD" clId="Web-{6217F43D-2A94-46AF-90C1-C85748EC6597}" dt="2025-06-07T10:11:57.663" v="225" actId="14100"/>
        <pc:sldMkLst>
          <pc:docMk/>
          <pc:sldMk cId="2466518213" sldId="276"/>
        </pc:sldMkLst>
        <pc:spChg chg="mod">
          <ac:chgData name="Krishnaraj Rao" userId="S::krishnaraj@devappsys.com::a83542c9-5cf2-493e-a756-14c8b4a74310" providerId="AD" clId="Web-{6217F43D-2A94-46AF-90C1-C85748EC6597}" dt="2025-06-07T10:11:48.319" v="224" actId="20577"/>
          <ac:spMkLst>
            <pc:docMk/>
            <pc:sldMk cId="2466518213" sldId="276"/>
            <ac:spMk id="5" creationId="{C3B135D7-88A5-B84B-C023-37DC14FBFBAA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11:00.349" v="219" actId="1076"/>
          <ac:spMkLst>
            <pc:docMk/>
            <pc:sldMk cId="2466518213" sldId="276"/>
            <ac:spMk id="9" creationId="{72A4B228-6952-4F52-16AC-B47AB546A649}"/>
          </ac:spMkLst>
        </pc:spChg>
        <pc:grpChg chg="mod">
          <ac:chgData name="Krishnaraj Rao" userId="S::krishnaraj@devappsys.com::a83542c9-5cf2-493e-a756-14c8b4a74310" providerId="AD" clId="Web-{6217F43D-2A94-46AF-90C1-C85748EC6597}" dt="2025-06-07T10:09:02.628" v="189" actId="1076"/>
          <ac:grpSpMkLst>
            <pc:docMk/>
            <pc:sldMk cId="2466518213" sldId="276"/>
            <ac:grpSpMk id="4" creationId="{0362F84B-568A-E77B-A22D-D15ACE8BD1F3}"/>
          </ac:grpSpMkLst>
        </pc:grpChg>
        <pc:picChg chg="add mod">
          <ac:chgData name="Krishnaraj Rao" userId="S::krishnaraj@devappsys.com::a83542c9-5cf2-493e-a756-14c8b4a74310" providerId="AD" clId="Web-{6217F43D-2A94-46AF-90C1-C85748EC6597}" dt="2025-06-07T10:11:57.663" v="225" actId="14100"/>
          <ac:picMkLst>
            <pc:docMk/>
            <pc:sldMk cId="2466518213" sldId="276"/>
            <ac:picMk id="13" creationId="{D48FCAFE-9E44-9383-2094-5CCBC9B2982F}"/>
          </ac:picMkLst>
        </pc:picChg>
      </pc:sldChg>
    </pc:docChg>
  </pc:docChgLst>
  <pc:docChgLst>
    <pc:chgData name="Krishnaraj Rao" userId="S::krishnaraj@devappsys.com::a83542c9-5cf2-493e-a756-14c8b4a74310" providerId="AD" clId="Web-{993A952B-EB64-46F1-A797-5574A5E2CF03}"/>
    <pc:docChg chg="mod modSld modMainMaster">
      <pc:chgData name="Krishnaraj Rao" userId="S::krishnaraj@devappsys.com::a83542c9-5cf2-493e-a756-14c8b4a74310" providerId="AD" clId="Web-{993A952B-EB64-46F1-A797-5574A5E2CF03}" dt="2025-06-07T00:57:34.844" v="25" actId="1076"/>
      <pc:docMkLst>
        <pc:docMk/>
      </pc:docMkLst>
      <pc:sldChg chg="addSp delSp modSp">
        <pc:chgData name="Krishnaraj Rao" userId="S::krishnaraj@devappsys.com::a83542c9-5cf2-493e-a756-14c8b4a74310" providerId="AD" clId="Web-{993A952B-EB64-46F1-A797-5574A5E2CF03}" dt="2025-06-07T00:57:34.844" v="25" actId="1076"/>
        <pc:sldMkLst>
          <pc:docMk/>
          <pc:sldMk cId="0" sldId="256"/>
        </pc:sldMkLst>
        <pc:spChg chg="mod">
          <ac:chgData name="Krishnaraj Rao" userId="S::krishnaraj@devappsys.com::a83542c9-5cf2-493e-a756-14c8b4a74310" providerId="AD" clId="Web-{993A952B-EB64-46F1-A797-5574A5E2CF03}" dt="2025-06-07T00:57:34.844" v="25" actId="1076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Krishnaraj Rao" userId="S::krishnaraj@devappsys.com::a83542c9-5cf2-493e-a756-14c8b4a74310" providerId="AD" clId="Web-{993A952B-EB64-46F1-A797-5574A5E2CF03}" dt="2025-06-07T00:52:19.845" v="1"/>
          <ac:spMkLst>
            <pc:docMk/>
            <pc:sldMk cId="0" sldId="256"/>
            <ac:spMk id="12" creationId="{85F18A22-050D-96D1-3301-F57D14DE7EED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1.110" v="2"/>
          <ac:spMkLst>
            <pc:docMk/>
            <pc:sldMk cId="0" sldId="256"/>
            <ac:spMk id="13" creationId="{35FD7363-FEF8-DD18-4DF8-DEF5ADDBF191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2:28.486" v="5"/>
          <ac:spMkLst>
            <pc:docMk/>
            <pc:sldMk cId="0" sldId="256"/>
            <ac:spMk id="14" creationId="{A788A892-53E9-C1D1-8945-E37AAF27FEF5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06.442" v="21" actId="1076"/>
          <ac:spMkLst>
            <pc:docMk/>
            <pc:sldMk cId="0" sldId="256"/>
            <ac:spMk id="15" creationId="{45BF26D9-E672-5704-847A-EC70136C457F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7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7"/>
            <ac:spMk id="49" creationId="{0BA155CB-A8DA-5752-7372-2A1A9EB0AA43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7"/>
            <ac:spMk id="50" creationId="{90E327EE-D449-710A-524F-FDBC3B072DF4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7"/>
            <ac:spMk id="51" creationId="{A17B05B3-0594-F81F-73B9-E312A4458F6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7"/>
            <ac:spMk id="52" creationId="{F014F566-679C-7B70-6B31-31DC6A6FB9B1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8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8"/>
            <ac:spMk id="16" creationId="{CDBDAF61-21A8-F453-6028-F56891D25C18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8"/>
            <ac:spMk id="17" creationId="{03C4E3B1-EDD4-4D0B-C13E-4DE51F4B516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8"/>
            <ac:spMk id="18" creationId="{7B3027A7-DAC5-DCD6-514D-8CE16A96B9A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8"/>
            <ac:spMk id="19" creationId="{9638AB3A-734E-28AD-106B-E6DC74EB2121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9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9"/>
            <ac:spMk id="15" creationId="{6E420746-B275-4438-F3E0-237810C81591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9"/>
            <ac:spMk id="16" creationId="{AEC99B2C-787C-9CDA-CF38-405CFCC78B21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9"/>
            <ac:spMk id="17" creationId="{17D831A0-7C01-707A-4C80-74428957F38C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9"/>
            <ac:spMk id="18" creationId="{1F7B5AE0-E946-4423-4F82-43967F249503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0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0"/>
            <ac:spMk id="33" creationId="{4CC9B1B3-E18A-3EA4-8FC9-9F35F59D88FF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0"/>
            <ac:spMk id="34" creationId="{59572D42-1E1A-7209-9D9D-B77B65B2F45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0"/>
            <ac:spMk id="35" creationId="{5BB8C59D-A84F-B76A-AF74-E2C7C1AB8825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0"/>
            <ac:spMk id="36" creationId="{9843DB6C-6E6A-3852-CC4F-CB3AADE51CAE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1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1"/>
            <ac:spMk id="13" creationId="{E296D9E6-FFF5-BF6A-1D73-040270AD08BA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1"/>
            <ac:spMk id="14" creationId="{0FF27691-3742-FF2D-B30F-B81BBC80157E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1"/>
            <ac:spMk id="15" creationId="{2D5696C4-FCF8-BCC3-0465-6143C8706BF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1"/>
            <ac:spMk id="16" creationId="{3B706D7D-C598-83A3-6C00-26801E598E8D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2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2"/>
            <ac:spMk id="16" creationId="{094548CB-5EE2-5A9E-4721-A1FBA1EA7EEF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2"/>
            <ac:spMk id="17" creationId="{9F7C080D-FC93-869B-F377-2DDD79B02D9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2"/>
            <ac:spMk id="18" creationId="{31E22B1B-04BE-C61A-F002-C1AD09C6ADB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2"/>
            <ac:spMk id="19" creationId="{AB3E09E8-B768-F8D9-8A8B-63F503CAE2F0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3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3"/>
            <ac:spMk id="16" creationId="{30FD7492-52EC-D49F-4A27-37BDA0F53E6B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3"/>
            <ac:spMk id="17" creationId="{A1572DA4-30F9-62BF-C8EB-D3567A28AEA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3"/>
            <ac:spMk id="18" creationId="{C6158D96-D804-DD74-9B1C-65F843FC17A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3"/>
            <ac:spMk id="19" creationId="{6194A6FE-EFF6-109E-58FB-CBA4BB9E20C5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4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4"/>
            <ac:spMk id="27" creationId="{33CADF40-D3D0-FE6D-819B-5876019D928D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4"/>
            <ac:spMk id="28" creationId="{C4232EE6-AB90-1693-D4FF-4055F84CE92C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4"/>
            <ac:spMk id="29" creationId="{BC86B100-FCAB-32FB-01C6-2F12FBCE34D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4"/>
            <ac:spMk id="30" creationId="{8A31F693-244D-F38C-C060-5ED257A7A28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5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5"/>
            <ac:spMk id="20" creationId="{429B65AB-D657-3746-EE25-113CE8DC3469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5"/>
            <ac:spMk id="21" creationId="{9BE73999-29C0-F7ED-3A16-4C18EEA9CF7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5"/>
            <ac:spMk id="22" creationId="{05024533-8989-7596-7E39-926CC3164904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5"/>
            <ac:spMk id="23" creationId="{AFB55547-605D-EDB9-41FF-CD3D51DA671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6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6"/>
            <ac:spMk id="24" creationId="{356B3F51-87DB-965E-8D5C-086C8102B432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6"/>
            <ac:spMk id="25" creationId="{1CFC368F-8EF1-84E4-54BA-3B4565B548F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6"/>
            <ac:spMk id="26" creationId="{FAC103A1-4B09-675D-A37A-19459355F868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6"/>
            <ac:spMk id="27" creationId="{FD0538BD-B281-3C0B-F413-48312AD49C50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7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7"/>
            <ac:spMk id="16" creationId="{EE62FFA1-F211-B211-F9A1-ADBF68728184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7"/>
            <ac:spMk id="17" creationId="{2B3E45DA-BA9B-A034-0B99-EFA7AF4242BE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7"/>
            <ac:spMk id="18" creationId="{668A2F5C-FF54-A66F-5D12-D192F5B5691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7"/>
            <ac:spMk id="19" creationId="{E09AA338-7558-DCBF-9BD3-6A55D9D0B666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8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8"/>
            <ac:spMk id="13" creationId="{AE60D82D-54A9-20A4-AED1-524904392CD3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8"/>
            <ac:spMk id="14" creationId="{496FDA14-4E30-37E7-87DC-C4AB98B85A3D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8"/>
            <ac:spMk id="15" creationId="{7287FD4E-C786-B09B-663B-82A1E1EE551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8"/>
            <ac:spMk id="16" creationId="{7A203954-94E8-E177-2D54-36499D9C9FB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9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9"/>
            <ac:spMk id="5" creationId="{AA04E0F9-F5E4-951A-EBFD-D1E065E2A81C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9"/>
            <ac:spMk id="6" creationId="{68EF33A1-EA75-7DBD-0985-08D881B8B6D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9"/>
            <ac:spMk id="7" creationId="{2158483B-0401-A966-5BCC-93F23D71CED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9"/>
            <ac:spMk id="8" creationId="{EE169540-353F-AA0D-CE5D-9D92894927AE}"/>
          </ac:spMkLst>
        </pc:spChg>
      </pc:sldChg>
      <pc:sldMasterChg chg="modSp mod modSldLayout">
        <pc:chgData name="Krishnaraj Rao" userId="S::krishnaraj@devappsys.com::a83542c9-5cf2-493e-a756-14c8b4a74310" providerId="AD" clId="Web-{993A952B-EB64-46F1-A797-5574A5E2CF03}" dt="2025-06-07T00:55:24.496" v="24"/>
        <pc:sldMasterMkLst>
          <pc:docMk/>
          <pc:sldMasterMk cId="0" sldId="2147483648"/>
        </pc:sldMasterMkLst>
        <pc:spChg chg="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asterMk cId="0" sldId="2147483648"/>
            <ac:spMk id="5" creationId="{00000000-0000-0000-0000-000000000000}"/>
          </ac:spMkLst>
        </pc:sp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49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0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1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1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2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2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3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3"/>
              <ac:spMk id="8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4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5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5"/>
              <ac:spMk id="3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6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6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7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7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8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8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9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9"/>
              <ac:spMk id="5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F452A0-443B-4AE5-844F-327A951B6869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5C7330-2FF3-4E19-A871-082ECA4DA8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950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4450" y="2240806"/>
            <a:ext cx="15324363" cy="4695700"/>
            <a:chOff x="-665728" y="-1910308"/>
            <a:chExt cx="17217406" cy="6260934"/>
          </a:xfrm>
        </p:grpSpPr>
        <p:sp>
          <p:nvSpPr>
            <p:cNvPr id="3" name="TextBox 3"/>
            <p:cNvSpPr txBox="1"/>
            <p:nvPr/>
          </p:nvSpPr>
          <p:spPr>
            <a:xfrm>
              <a:off x="-665728" y="-1910308"/>
              <a:ext cx="17217406" cy="462254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US" sz="9600" spc="279" dirty="0">
                  <a:solidFill>
                    <a:srgbClr val="FFFFFF"/>
                  </a:solidFill>
                  <a:ea typeface="+mn-lt"/>
                  <a:cs typeface="+mn-lt"/>
                  <a:sym typeface="Heebo Black"/>
                </a:rPr>
                <a:t>Inheritance, Polymorphism in C# </a:t>
              </a:r>
              <a:endParaRPr lang="en-US" dirty="0">
                <a:ea typeface="+mn-lt"/>
                <a:cs typeface="+mn-l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814" y="3828090"/>
              <a:ext cx="15312407" cy="522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endParaRPr lang="en-US" sz="3000">
                <a:solidFill>
                  <a:srgbClr val="FFFFFF"/>
                </a:solidFill>
                <a:latin typeface="Agrandir"/>
                <a:ea typeface="Agrandir"/>
                <a:cs typeface="Agrandir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6736200" y="427522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1605490" y="7945838"/>
            <a:ext cx="3933043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3200" b="1">
                <a:solidFill>
                  <a:srgbClr val="FFFFFF"/>
                </a:solidFill>
                <a:latin typeface="Calibri"/>
                <a:ea typeface="Agrandir Bold"/>
                <a:cs typeface="Agrandir Bold"/>
                <a:sym typeface="Agrandir Bold"/>
              </a:rPr>
              <a:t>Mr. </a:t>
            </a:r>
            <a:r>
              <a:rPr lang="en-US" sz="3200" b="1" err="1">
                <a:solidFill>
                  <a:srgbClr val="FFFFFF"/>
                </a:solidFill>
                <a:latin typeface="Calibri"/>
                <a:ea typeface="Agrandir Bold"/>
                <a:cs typeface="Agrandir Bold"/>
                <a:sym typeface="Agrandir Bold"/>
              </a:rPr>
              <a:t>Krishnaraj</a:t>
            </a:r>
            <a:endParaRPr lang="en-US" sz="3200" b="1">
              <a:solidFill>
                <a:srgbClr val="FFFFFF"/>
              </a:solidFill>
              <a:latin typeface="Calibri"/>
              <a:ea typeface="Agrandir Bold"/>
              <a:cs typeface="Agrandir Bold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788A892-53E9-C1D1-8945-E37AAF27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-766888" y="10287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2515029" y="1104900"/>
            <a:ext cx="9880880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Todays Agenda</a:t>
            </a:r>
          </a:p>
        </p:txBody>
      </p:sp>
      <p:sp>
        <p:nvSpPr>
          <p:cNvPr id="7" name="Freeform 7"/>
          <p:cNvSpPr/>
          <p:nvPr/>
        </p:nvSpPr>
        <p:spPr>
          <a:xfrm>
            <a:off x="11549380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5828568" y="88891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3951514" y="2847678"/>
            <a:ext cx="6486668" cy="881343"/>
            <a:chOff x="0" y="0"/>
            <a:chExt cx="7481570" cy="1175123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66298" y="335404"/>
              <a:ext cx="442528" cy="523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u="none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91982" y="232552"/>
              <a:ext cx="5989588" cy="4924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rgbClr val="33123B"/>
                  </a:solidFill>
                  <a:ea typeface="+mn-lt"/>
                  <a:cs typeface="+mn-lt"/>
                  <a:sym typeface="Agrandir"/>
                </a:rPr>
                <a:t>Inheritance </a:t>
              </a:r>
              <a:endParaRPr lang="en-US" sz="2400" u="none" dirty="0">
                <a:solidFill>
                  <a:srgbClr val="33123B"/>
                </a:solidFill>
                <a:latin typeface="Agrandir"/>
                <a:ea typeface="Agrandir"/>
                <a:cs typeface="Agrandir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17501" y="2912245"/>
            <a:ext cx="5347005" cy="881343"/>
            <a:chOff x="0" y="0"/>
            <a:chExt cx="7129340" cy="1175123"/>
          </a:xfrm>
        </p:grpSpPr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41420" y="260950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sz="2400" dirty="0">
                  <a:solidFill>
                    <a:srgbClr val="33123B"/>
                  </a:solidFill>
                  <a:ea typeface="+mn-lt"/>
                  <a:cs typeface="+mn-lt"/>
                  <a:sym typeface="Agrandir"/>
                </a:rPr>
                <a:t>Types of Inheritance </a:t>
              </a:r>
              <a:endParaRPr lang="en-US" sz="2400" u="none" dirty="0">
                <a:solidFill>
                  <a:srgbClr val="33123B"/>
                </a:solidFill>
                <a:latin typeface="Agrandir"/>
                <a:ea typeface="Agrandir"/>
                <a:cs typeface="Agrandir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951514" y="4337958"/>
            <a:ext cx="5548532" cy="881343"/>
            <a:chOff x="0" y="0"/>
            <a:chExt cx="7398043" cy="1175123"/>
          </a:xfrm>
        </p:grpSpPr>
        <p:grpSp>
          <p:nvGrpSpPr>
            <p:cNvPr id="30" name="Group 3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  <a:sym typeface="Horizon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Calibri"/>
                  <a:ea typeface="Calibri"/>
                  <a:cs typeface="Calibri"/>
                  <a:sym typeface="Agrandir"/>
                </a:rPr>
                <a:t>Polymorphism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017501" y="4385978"/>
            <a:ext cx="5347005" cy="881343"/>
            <a:chOff x="0" y="0"/>
            <a:chExt cx="7129340" cy="1175123"/>
          </a:xfrm>
        </p:grpSpPr>
        <p:grpSp>
          <p:nvGrpSpPr>
            <p:cNvPr id="45" name="Group 4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  <a:sym typeface="Horizon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541420" y="232472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Calibri"/>
                  <a:ea typeface="Calibri"/>
                  <a:cs typeface="Calibri"/>
                  <a:sym typeface="Agrandir"/>
                </a:rPr>
                <a:t>Use Cases</a:t>
              </a:r>
            </a:p>
          </p:txBody>
        </p:sp>
      </p:grp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F014F566-679C-7B70-6B31-31DC6A6F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GB"/>
          </a:p>
        </p:txBody>
      </p:sp>
      <p:grpSp>
        <p:nvGrpSpPr>
          <p:cNvPr id="59" name="Group 44">
            <a:extLst>
              <a:ext uri="{FF2B5EF4-FFF2-40B4-BE49-F238E27FC236}">
                <a16:creationId xmlns:a16="http://schemas.microsoft.com/office/drawing/2014/main" id="{2BD9318D-F62C-595C-ED79-4644ED29D06A}"/>
              </a:ext>
            </a:extLst>
          </p:cNvPr>
          <p:cNvGrpSpPr/>
          <p:nvPr/>
        </p:nvGrpSpPr>
        <p:grpSpPr>
          <a:xfrm>
            <a:off x="4052671" y="5791690"/>
            <a:ext cx="5447375" cy="881343"/>
            <a:chOff x="0" y="0"/>
            <a:chExt cx="7263168" cy="1175123"/>
          </a:xfrm>
        </p:grpSpPr>
        <p:grpSp>
          <p:nvGrpSpPr>
            <p:cNvPr id="60" name="Group 45">
              <a:extLst>
                <a:ext uri="{FF2B5EF4-FFF2-40B4-BE49-F238E27FC236}">
                  <a16:creationId xmlns:a16="http://schemas.microsoft.com/office/drawing/2014/main" id="{EE1B6938-CC03-20D3-D3CF-6BA95C211E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63" name="Freeform 46">
                <a:extLst>
                  <a:ext uri="{FF2B5EF4-FFF2-40B4-BE49-F238E27FC236}">
                    <a16:creationId xmlns:a16="http://schemas.microsoft.com/office/drawing/2014/main" id="{B67049FF-7DAB-AF7E-2735-870039FFAB5F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1" name="TextBox 47">
              <a:extLst>
                <a:ext uri="{FF2B5EF4-FFF2-40B4-BE49-F238E27FC236}">
                  <a16:creationId xmlns:a16="http://schemas.microsoft.com/office/drawing/2014/main" id="{E0385902-10FC-9EF6-50F9-248B3E78AC66}"/>
                </a:ext>
              </a:extLst>
            </p:cNvPr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</a:rPr>
                <a:t>5</a:t>
              </a:r>
            </a:p>
          </p:txBody>
        </p:sp>
        <p:sp>
          <p:nvSpPr>
            <p:cNvPr id="62" name="TextBox 48">
              <a:extLst>
                <a:ext uri="{FF2B5EF4-FFF2-40B4-BE49-F238E27FC236}">
                  <a16:creationId xmlns:a16="http://schemas.microsoft.com/office/drawing/2014/main" id="{2504A983-3E7A-EFD5-8F19-5F30731E9222}"/>
                </a:ext>
              </a:extLst>
            </p:cNvPr>
            <p:cNvSpPr txBox="1"/>
            <p:nvPr/>
          </p:nvSpPr>
          <p:spPr>
            <a:xfrm>
              <a:off x="1675248" y="223500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Calibri"/>
                  <a:ea typeface="Calibri"/>
                  <a:cs typeface="Calibri"/>
                  <a:sym typeface="Agrandir"/>
                </a:rPr>
                <a:t>Assignments</a:t>
              </a:r>
            </a:p>
          </p:txBody>
        </p:sp>
      </p:grpSp>
      <p:grpSp>
        <p:nvGrpSpPr>
          <p:cNvPr id="2" name="Group 44">
            <a:extLst>
              <a:ext uri="{FF2B5EF4-FFF2-40B4-BE49-F238E27FC236}">
                <a16:creationId xmlns:a16="http://schemas.microsoft.com/office/drawing/2014/main" id="{70299B2D-F2B3-1FD4-CB85-21B1CF00A652}"/>
              </a:ext>
            </a:extLst>
          </p:cNvPr>
          <p:cNvGrpSpPr/>
          <p:nvPr/>
        </p:nvGrpSpPr>
        <p:grpSpPr>
          <a:xfrm>
            <a:off x="10955210" y="5699463"/>
            <a:ext cx="5548531" cy="881343"/>
            <a:chOff x="0" y="0"/>
            <a:chExt cx="7398043" cy="1175123"/>
          </a:xfrm>
        </p:grpSpPr>
        <p:grpSp>
          <p:nvGrpSpPr>
            <p:cNvPr id="3" name="Group 45">
              <a:extLst>
                <a:ext uri="{FF2B5EF4-FFF2-40B4-BE49-F238E27FC236}">
                  <a16:creationId xmlns:a16="http://schemas.microsoft.com/office/drawing/2014/main" id="{F99D5DA5-09E4-0FA6-BCC7-415C310003C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0" name="Freeform 46">
                <a:extLst>
                  <a:ext uri="{FF2B5EF4-FFF2-40B4-BE49-F238E27FC236}">
                    <a16:creationId xmlns:a16="http://schemas.microsoft.com/office/drawing/2014/main" id="{5696FB89-B041-0D67-190E-BC40CC589C32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" name="TextBox 47">
              <a:extLst>
                <a:ext uri="{FF2B5EF4-FFF2-40B4-BE49-F238E27FC236}">
                  <a16:creationId xmlns:a16="http://schemas.microsoft.com/office/drawing/2014/main" id="{23CA4432-2391-B97A-6CBE-007438D7BB19}"/>
                </a:ext>
              </a:extLst>
            </p:cNvPr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</a:rPr>
                <a:t>6</a:t>
              </a:r>
            </a:p>
          </p:txBody>
        </p:sp>
        <p:sp>
          <p:nvSpPr>
            <p:cNvPr id="19" name="TextBox 48">
              <a:extLst>
                <a:ext uri="{FF2B5EF4-FFF2-40B4-BE49-F238E27FC236}">
                  <a16:creationId xmlns:a16="http://schemas.microsoft.com/office/drawing/2014/main" id="{0B30EAC3-D918-89B4-6263-E1AE9E33B41D}"/>
                </a:ext>
              </a:extLst>
            </p:cNvPr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Calibri"/>
                  <a:ea typeface="Calibri"/>
                  <a:cs typeface="Calibri"/>
                  <a:sym typeface="Agrandir"/>
                </a:rPr>
                <a:t>Debrief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885598" y="2353193"/>
            <a:ext cx="15259050" cy="6160917"/>
            <a:chOff x="-1450966" y="-1908928"/>
            <a:chExt cx="20345401" cy="8214559"/>
          </a:xfrm>
        </p:grpSpPr>
        <p:sp>
          <p:nvSpPr>
            <p:cNvPr id="5" name="TextBox 5"/>
            <p:cNvSpPr txBox="1"/>
            <p:nvPr/>
          </p:nvSpPr>
          <p:spPr>
            <a:xfrm>
              <a:off x="-1450966" y="-1908928"/>
              <a:ext cx="20345401" cy="82145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Inheritance is one of the foundational concepts of Object-Oriented Programming (OOP).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It allows a class to reuse the members (fields, properties, and methods) of another class.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Inheritance establishes a hierarchical relationship between two classes, enabling code reuse, extension, and organization.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The class that provides its members is called the base class (or parent class), and the class that inherits from it is called the derived class (or child class).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Basic Terminology 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Base Class : The class that is inherited from. 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Derived Class : The class that inherits from the base class. </a:t>
              </a: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Inheritance</a:t>
            </a:r>
          </a:p>
        </p:txBody>
      </p:sp>
      <p:sp>
        <p:nvSpPr>
          <p:cNvPr id="12" name="Freeform 12"/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638AB3A-734E-28AD-106B-E6DC74EB2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6BF6A0-40B1-22C8-2ED8-D996D8B7B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F61C6AE-326E-20E9-9D88-8C558C767AC0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8DDB184-BA81-3D05-301A-66FEEF281DD2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4F5EFFE-C294-763F-2DE7-8FBDFE0C2C99}"/>
              </a:ext>
            </a:extLst>
          </p:cNvPr>
          <p:cNvGrpSpPr/>
          <p:nvPr/>
        </p:nvGrpSpPr>
        <p:grpSpPr>
          <a:xfrm>
            <a:off x="1885598" y="2353193"/>
            <a:ext cx="15259050" cy="1961405"/>
            <a:chOff x="-1450966" y="-1908928"/>
            <a:chExt cx="20345401" cy="261520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EA8CD1D-380F-AE17-76F2-39791E5E68B3}"/>
                </a:ext>
              </a:extLst>
            </p:cNvPr>
            <p:cNvSpPr txBox="1"/>
            <p:nvPr/>
          </p:nvSpPr>
          <p:spPr>
            <a:xfrm>
              <a:off x="-1450966" y="-1908928"/>
              <a:ext cx="20345401" cy="17512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Syntax</a:t>
              </a: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: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238C0AC-5900-6716-0AA8-1B4A89B9B52E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2F307B6D-6C92-D68D-4BAD-A1706F40CCE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4DC7DD8-49E6-33A0-1D3D-1796311EAA70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D565356-D162-14F9-5201-AD70FAC2515F}"/>
              </a:ext>
            </a:extLst>
          </p:cNvPr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Inheritance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2D27CE37-8DCE-CC7C-C137-995F7A63A325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4378135-7371-31F0-BAD1-404E2DECC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EF492E-A2CC-5711-9CAE-B40984E809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1165" y="3192922"/>
            <a:ext cx="12979192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049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121712-80B2-0EB0-9E8A-A1FE864E9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5B8B532-F6C0-1C06-2C18-13719F919B98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A9FAB8E-273E-7712-69EB-9BD2C715CF3F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C51D933-26DD-E78F-8E07-71E25E24141B}"/>
              </a:ext>
            </a:extLst>
          </p:cNvPr>
          <p:cNvGrpSpPr/>
          <p:nvPr/>
        </p:nvGrpSpPr>
        <p:grpSpPr>
          <a:xfrm>
            <a:off x="1885598" y="2353193"/>
            <a:ext cx="15259050" cy="2005934"/>
            <a:chOff x="-1450966" y="-1908928"/>
            <a:chExt cx="20345401" cy="267458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05521B3-2230-30A0-998B-DDB451B571D4}"/>
                </a:ext>
              </a:extLst>
            </p:cNvPr>
            <p:cNvSpPr txBox="1"/>
            <p:nvPr/>
          </p:nvSpPr>
          <p:spPr>
            <a:xfrm>
              <a:off x="-1450966" y="-1908928"/>
              <a:ext cx="20345401" cy="26745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Types of Inheritance</a:t>
              </a: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: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+mn-lt"/>
                <a:cs typeface="+mn-lt"/>
                <a:sym typeface="Assistant Regular Bold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AF4795E-AD31-8B66-7CBE-85E06C1F72DF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1274A69F-08EC-AE48-FA33-AD23135E9E0A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F1966D6-7A47-06F7-7A08-41E62FA3F48D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A9C7163-7058-49CA-1368-774FAB7FB195}"/>
              </a:ext>
            </a:extLst>
          </p:cNvPr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Inheritance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1FE9F1B-D571-07A7-0FB1-38D616202B74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DD519B1-018D-ADB1-F2A6-0F79F067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FC6787-A9C4-8E00-186F-3D137C6529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7693" y="3642386"/>
            <a:ext cx="14189528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939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658BE2-4D7F-76B8-ABBD-A64401FFE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F28DEB7-F189-669F-EC8D-98CB22AB41E4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DE9C175-E056-1B95-76BB-D4041CC8BD5D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A82B6C3-C984-F077-82A7-2CF28C3E2351}"/>
              </a:ext>
            </a:extLst>
          </p:cNvPr>
          <p:cNvGrpSpPr/>
          <p:nvPr/>
        </p:nvGrpSpPr>
        <p:grpSpPr>
          <a:xfrm>
            <a:off x="1885598" y="1993930"/>
            <a:ext cx="15259050" cy="2005934"/>
            <a:chOff x="-1450966" y="-1908928"/>
            <a:chExt cx="20345401" cy="267458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038EEE0-E6D8-69A4-5C7C-028D92D5A278}"/>
                </a:ext>
              </a:extLst>
            </p:cNvPr>
            <p:cNvSpPr txBox="1"/>
            <p:nvPr/>
          </p:nvSpPr>
          <p:spPr>
            <a:xfrm>
              <a:off x="-1450966" y="-1908928"/>
              <a:ext cx="20345401" cy="26745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Single Inheritance</a:t>
              </a: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: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+mn-lt"/>
                <a:cs typeface="+mn-lt"/>
                <a:sym typeface="Assistant Regular Bold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055E0DE-72C8-853A-59B3-E53FF74EEB59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4539A58-06C6-EF7A-3E00-2B68FECA43CE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F67DB1D-FC28-EFAE-13CE-3B0879CADAA5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1D34C99-252D-77C1-294C-80148E9296C3}"/>
              </a:ext>
            </a:extLst>
          </p:cNvPr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Inheritance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24BC262C-A5F7-B5D8-DB98-DA0C3271F4E2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AA297BE-31F5-6571-8F84-8D4035144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77759E-7D86-8C7D-03CB-FF171F8D5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5621" y="2943225"/>
            <a:ext cx="8792936" cy="431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E3A2BAD-F020-0FB5-00B0-930649647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508" y="7851296"/>
            <a:ext cx="8765049" cy="1803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6946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B3E6A3-110E-D78D-DB05-38E9C74B8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82A7DD9-F8B3-7CE9-AC1D-C8825131341B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E612E0A-5FF3-9781-3E5D-D98E9FA0B929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32C09DA-1F3D-B40D-DFE3-20F0B93ECB2B}"/>
              </a:ext>
            </a:extLst>
          </p:cNvPr>
          <p:cNvGrpSpPr/>
          <p:nvPr/>
        </p:nvGrpSpPr>
        <p:grpSpPr>
          <a:xfrm>
            <a:off x="1885598" y="1993930"/>
            <a:ext cx="15259050" cy="2005934"/>
            <a:chOff x="-1450966" y="-1908928"/>
            <a:chExt cx="20345401" cy="267458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DC15B2D-F644-73DF-0EC1-B5516CE5D618}"/>
                </a:ext>
              </a:extLst>
            </p:cNvPr>
            <p:cNvSpPr txBox="1"/>
            <p:nvPr/>
          </p:nvSpPr>
          <p:spPr>
            <a:xfrm>
              <a:off x="-1450966" y="-1908928"/>
              <a:ext cx="20345401" cy="26745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Multilevel Inheritance</a:t>
              </a: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: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+mn-lt"/>
                <a:cs typeface="+mn-lt"/>
                <a:sym typeface="Assistant Regular Bold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5DA1E0F-29E4-D313-E9FA-7E41CB6F1ADC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EAB6077-F120-6E55-B912-64A518C44B54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718621A-A61B-08DE-F6E5-F5E0E7271255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ECBB8B1-26B2-4CB6-2AB7-3EF80996F8DD}"/>
              </a:ext>
            </a:extLst>
          </p:cNvPr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Inheritance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DE30BE14-5D92-D2FE-A925-08718EAF97B5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555B681-E1E6-850B-661F-B164DA1D0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EE10944-D597-1099-CA8B-9D3763BBC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3822" y="3305261"/>
            <a:ext cx="12824071" cy="6679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4557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7D5D9A-722A-A2B0-B6CA-2E7FBC30A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6A5384C-430B-DF87-F0B4-F14FA6C924A3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BD336BC-381F-F56D-45E1-C4B9FA869741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2B2B985-2FEA-7C06-7F49-BB7E37281C2F}"/>
              </a:ext>
            </a:extLst>
          </p:cNvPr>
          <p:cNvGrpSpPr/>
          <p:nvPr/>
        </p:nvGrpSpPr>
        <p:grpSpPr>
          <a:xfrm>
            <a:off x="1885598" y="1993930"/>
            <a:ext cx="15259050" cy="2005934"/>
            <a:chOff x="-1450966" y="-1908928"/>
            <a:chExt cx="20345401" cy="267458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67E3FC1-EF3E-0B90-D817-EFC69DF3BBC5}"/>
                </a:ext>
              </a:extLst>
            </p:cNvPr>
            <p:cNvSpPr txBox="1"/>
            <p:nvPr/>
          </p:nvSpPr>
          <p:spPr>
            <a:xfrm>
              <a:off x="-1450966" y="-1908928"/>
              <a:ext cx="20345401" cy="26745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Multilevel Inheritance</a:t>
              </a: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: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+mn-lt"/>
                <a:cs typeface="+mn-lt"/>
                <a:sym typeface="Assistant Regular Bold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99FF988D-1087-3975-6626-9FF7C7EF4483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DBC695E-E5F6-4B2F-4B1D-519610233AE0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DC046CA-EB6A-9DD8-D638-5DDC34C53198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471F8D5-0B46-8A49-62C0-60214A53FE88}"/>
              </a:ext>
            </a:extLst>
          </p:cNvPr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Inheritance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B6AF90C-36CF-BADE-14CE-74BD23217659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BAB42AA-1C1B-7F77-8481-350750362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GB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EC5F11D-7E8F-E5ED-4573-A1AB3566A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214" y="3097667"/>
            <a:ext cx="12619963" cy="2935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770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C90707-CD61-FC81-F6C6-E84D69B33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F657F8-25E2-BA3F-4DC7-FE439AB48210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C2E69E7-FAEF-BF28-9B89-E202EBB9B735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E1DBF15-0EED-261D-C2C0-7F759A673351}"/>
              </a:ext>
            </a:extLst>
          </p:cNvPr>
          <p:cNvGrpSpPr/>
          <p:nvPr/>
        </p:nvGrpSpPr>
        <p:grpSpPr>
          <a:xfrm>
            <a:off x="1885598" y="1993930"/>
            <a:ext cx="15259050" cy="2005934"/>
            <a:chOff x="-1450966" y="-1908928"/>
            <a:chExt cx="20345401" cy="267458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8FB0DA3-680A-76A4-2DA0-1E27EED7A7C1}"/>
                </a:ext>
              </a:extLst>
            </p:cNvPr>
            <p:cNvSpPr txBox="1"/>
            <p:nvPr/>
          </p:nvSpPr>
          <p:spPr>
            <a:xfrm>
              <a:off x="-1450966" y="-1908928"/>
              <a:ext cx="20345401" cy="26745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Hierarchical  Inheritance</a:t>
              </a: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: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+mn-lt"/>
                <a:cs typeface="+mn-lt"/>
                <a:sym typeface="Assistant Regular Bold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ED8A6EF-80AD-4290-9046-71989508F735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7B085EF-C8D0-E966-BF1D-36C53523879F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01BFD33-8B9C-FEFC-221E-F8F62DB2292B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37ACE85-5DE5-AD31-849F-BC877EF23CF5}"/>
              </a:ext>
            </a:extLst>
          </p:cNvPr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Inheritance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684ED795-2715-1A36-9208-665ACF50BD27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34608AE-1A7E-C8F7-4B74-E0A828EFF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GB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3241B02-7CC7-69A3-576D-38AA00B7E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329" y="2784021"/>
            <a:ext cx="12646477" cy="6645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281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F57567-5B6A-6661-1DA3-19A9C713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5AA7A25-4A6E-5B97-ACD5-4C348EB5B963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22CCDDC-EBA2-1A8E-1C1D-9602601BF27B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47821A5-5630-87DB-3F03-C6D835426A65}"/>
              </a:ext>
            </a:extLst>
          </p:cNvPr>
          <p:cNvGrpSpPr/>
          <p:nvPr/>
        </p:nvGrpSpPr>
        <p:grpSpPr>
          <a:xfrm>
            <a:off x="1885598" y="1993930"/>
            <a:ext cx="15259050" cy="3390928"/>
            <a:chOff x="-1450966" y="-1908928"/>
            <a:chExt cx="20345401" cy="45212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0E655A2-88D0-7E01-8F01-5551A52D18D3}"/>
                </a:ext>
              </a:extLst>
            </p:cNvPr>
            <p:cNvSpPr txBox="1"/>
            <p:nvPr/>
          </p:nvSpPr>
          <p:spPr>
            <a:xfrm>
              <a:off x="-1450966" y="-1908928"/>
              <a:ext cx="20345401" cy="45212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Method Overriding</a:t>
              </a: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:</a:t>
              </a:r>
            </a:p>
            <a:p>
              <a:pPr lvl="2" algn="just">
                <a:lnSpc>
                  <a:spcPct val="150000"/>
                </a:lnSpc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Derived class can modify the behavior of a method inherited from the base class. This is called method overriding.  Example,</a:t>
              </a:r>
            </a:p>
            <a:p>
              <a:pPr lvl="2" algn="just">
                <a:lnSpc>
                  <a:spcPct val="150000"/>
                </a:lnSpc>
              </a:pPr>
              <a:endParaRPr lang="en-US" sz="3000" dirty="0">
                <a:solidFill>
                  <a:srgbClr val="FFFFFF"/>
                </a:solidFill>
                <a:ea typeface="+mn-lt"/>
                <a:cs typeface="+mn-lt"/>
                <a:sym typeface="Assistant Regular Bold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872C645-B4CB-AB12-C12F-AF10427CBA11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2BA3532-9523-66F1-F814-ACEB8637FD47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E36CC33-AD82-98A8-3054-F56AA9754D58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A3680D9-D1A9-A503-8D79-DF8ECEC203C0}"/>
              </a:ext>
            </a:extLst>
          </p:cNvPr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Inheritance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275CD1E8-E64B-0F1A-342D-7EA39CE12E28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9858702-D783-3C62-CEA4-CF03005F2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GB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C9228CE-7439-C17A-3ABB-09093A9D3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293" y="4391024"/>
            <a:ext cx="10074728" cy="5153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3555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4904D4-92BB-101B-E1BA-97E31A256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F1EA4D-6022-E2A5-19C1-C1014FE72D80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34EC7FE-1D86-F2B0-A04C-BE2C866A8D0C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F8C775F-2D1A-3737-B5C7-805E3A96AA26}"/>
              </a:ext>
            </a:extLst>
          </p:cNvPr>
          <p:cNvGrpSpPr/>
          <p:nvPr/>
        </p:nvGrpSpPr>
        <p:grpSpPr>
          <a:xfrm>
            <a:off x="1885598" y="1993930"/>
            <a:ext cx="15259050" cy="6160917"/>
            <a:chOff x="-1450966" y="-1908928"/>
            <a:chExt cx="20345401" cy="8214561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E8D1DA5-CAE2-374E-404F-2683E4B54499}"/>
                </a:ext>
              </a:extLst>
            </p:cNvPr>
            <p:cNvSpPr txBox="1"/>
            <p:nvPr/>
          </p:nvSpPr>
          <p:spPr>
            <a:xfrm>
              <a:off x="-1450966" y="-1908928"/>
              <a:ext cx="20345401" cy="82145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Polymorphism allows the same operation to behave differently based on the context.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Types of Polymorphism: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b="1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Compile-Time Polymorphism</a:t>
              </a: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: Also known as Method Overloading; decided at compile time. 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b="1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Run-Time Polymorphism</a:t>
              </a: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: Also known as Method Overriding; decided at runtime.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Method Overriding: 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Allows a derived class to provide a specific implementation of a method that is already defined in its base class.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The base class method must be marked with the </a:t>
              </a:r>
              <a:r>
                <a:rPr lang="en-US" sz="3000" i="1" dirty="0">
                  <a:solidFill>
                    <a:srgbClr val="FFFFFF"/>
                  </a:solidFill>
                  <a:ea typeface="Calibri"/>
                  <a:cs typeface="Calibri"/>
                </a:rPr>
                <a:t>virtual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 keyword. 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The derived class method must use the </a:t>
              </a:r>
              <a:r>
                <a:rPr lang="en-US" sz="3000" i="1" dirty="0">
                  <a:solidFill>
                    <a:srgbClr val="FFFFFF"/>
                  </a:solidFill>
                  <a:ea typeface="Calibri"/>
                  <a:cs typeface="Calibri"/>
                </a:rPr>
                <a:t>override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 keyword. </a:t>
              </a: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20099C8-FAFE-D8C0-99F9-17BF5C5E331D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67738ED-555C-DDEA-7D00-D22049D83F00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AFED217-1D07-560C-5326-734E2F44DC4F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9FD54BD-A7E6-D801-0134-D585989C1AAD}"/>
              </a:ext>
            </a:extLst>
          </p:cNvPr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Polymorphism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59CCEB14-3D76-231F-7FA1-77E44895F990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EF5EB45-F255-4DC8-4972-A03036448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9465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1113CB-E1B6-2C7B-4947-CB04DD4F1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0E64663-637C-D15B-57EA-CBC9FE743FD9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917540C-C60E-298E-5E1E-A2F78260544D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49425E0-0040-D284-DBD2-0376790B1EA8}"/>
              </a:ext>
            </a:extLst>
          </p:cNvPr>
          <p:cNvGrpSpPr/>
          <p:nvPr/>
        </p:nvGrpSpPr>
        <p:grpSpPr>
          <a:xfrm>
            <a:off x="1885598" y="1993930"/>
            <a:ext cx="15259050" cy="1961405"/>
            <a:chOff x="-1450966" y="-1908928"/>
            <a:chExt cx="20345401" cy="261520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4D20105-5659-515D-E0C4-E9B92907F9E3}"/>
                </a:ext>
              </a:extLst>
            </p:cNvPr>
            <p:cNvSpPr txBox="1"/>
            <p:nvPr/>
          </p:nvSpPr>
          <p:spPr>
            <a:xfrm>
              <a:off x="-1450966" y="-1908928"/>
              <a:ext cx="20345401" cy="17512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Example: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768F931-7CCD-54DA-E47E-E465035A427B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1ABFED9A-D674-A6EB-3847-334C23C430E4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4A1B69F-5195-5370-D5E9-49CD9A13904E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E44B7AB-39CA-DD30-E9AC-431A415F9F4C}"/>
              </a:ext>
            </a:extLst>
          </p:cNvPr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Polymorphism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B41C6C5-47CB-5904-D828-C20EB3FC3483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C23C763-FBEB-75A7-F3AE-7E4AB4F97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GB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53420F3-8D8F-144D-953F-20AD576F7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4849" y="2614450"/>
            <a:ext cx="9748157" cy="5008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FD6C951C-240B-D1EC-9F38-9C603BF6D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4848" y="7994807"/>
            <a:ext cx="9748157" cy="1774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6468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251C8C-23CF-EB55-7CFF-AEA3CCBE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64476D6-7519-12AA-579F-3D275C89B824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3EEFCE7-BAE8-80C3-5EC6-EDBBDEE09863}"/>
              </a:ext>
            </a:extLst>
          </p:cNvPr>
          <p:cNvSpPr/>
          <p:nvPr/>
        </p:nvSpPr>
        <p:spPr>
          <a:xfrm>
            <a:off x="-889027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4D3C335-7C24-BFCF-BB00-8E376E7DD826}"/>
              </a:ext>
            </a:extLst>
          </p:cNvPr>
          <p:cNvGrpSpPr/>
          <p:nvPr/>
        </p:nvGrpSpPr>
        <p:grpSpPr>
          <a:xfrm>
            <a:off x="2541584" y="3143953"/>
            <a:ext cx="14535120" cy="2033069"/>
            <a:chOff x="-2918087" y="-1990758"/>
            <a:chExt cx="21900210" cy="269703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6866F3C-D8F5-A241-1384-65477A6EB3F9}"/>
                </a:ext>
              </a:extLst>
            </p:cNvPr>
            <p:cNvSpPr txBox="1"/>
            <p:nvPr/>
          </p:nvSpPr>
          <p:spPr>
            <a:xfrm>
              <a:off x="-2918087" y="-1990758"/>
              <a:ext cx="21900210" cy="8786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Wingdings"/>
                <a:buChar char="Ø"/>
              </a:pPr>
              <a:endParaRPr lang="en-US" sz="3200" dirty="0">
                <a:solidFill>
                  <a:srgbClr val="FFFFFF"/>
                </a:solidFill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DABA98-EE6B-976A-4B3E-AE8D88A81219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D2D8356-DB38-1A96-9DC5-EB09044A26B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00C9E15-8BB0-D68A-6F0D-F238DAB432A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B29D00A-A1AD-8ACA-5944-6D82A9647AE7}"/>
              </a:ext>
            </a:extLst>
          </p:cNvPr>
          <p:cNvSpPr txBox="1"/>
          <p:nvPr/>
        </p:nvSpPr>
        <p:spPr>
          <a:xfrm>
            <a:off x="2925188" y="1467324"/>
            <a:ext cx="14857300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</a:rPr>
              <a:t>Use Cases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8F9574A-83CB-4373-715E-6E0E72CC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9602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028700" y="2571933"/>
            <a:ext cx="10254993" cy="6800789"/>
            <a:chOff x="0" y="-5751"/>
            <a:chExt cx="13673324" cy="9067719"/>
          </a:xfrm>
        </p:grpSpPr>
        <p:sp>
          <p:nvSpPr>
            <p:cNvPr id="5" name="TextBox 5"/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688706"/>
              <a:ext cx="13250213" cy="18466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838200" lvl="1" indent="-5143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5869167"/>
              <a:ext cx="7271104" cy="47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Assistant Regular"/>
                </a:rPr>
                <a:t>Sample Motivational Quotes: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92835" y="7723367"/>
              <a:ext cx="5005696" cy="47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53" lvl="1" indent="-269876" algn="l">
                <a:lnSpc>
                  <a:spcPts val="3000"/>
                </a:lnSpc>
                <a:buFont typeface="Arial"/>
                <a:buChar char="•"/>
              </a:pPr>
              <a:r>
                <a:rPr lang="en-US" sz="20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Assistant Regular"/>
                </a:rPr>
                <a:t> "Keep pushing!",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98531" y="7736067"/>
              <a:ext cx="5005696" cy="47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53" lvl="1" indent="-269876" algn="l">
                <a:lnSpc>
                  <a:spcPts val="3000"/>
                </a:lnSpc>
                <a:buFont typeface="Arial"/>
                <a:buChar char="•"/>
              </a:pPr>
              <a:r>
                <a:rPr lang="en-US" sz="20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Assistant Regular"/>
                </a:rPr>
                <a:t>"Believe in yourself!",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2835" y="6885167"/>
              <a:ext cx="5005696" cy="47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53" lvl="1" indent="-269876" algn="l">
                <a:lnSpc>
                  <a:spcPts val="3000"/>
                </a:lnSpc>
                <a:buFont typeface="Arial"/>
                <a:buChar char="•"/>
              </a:pPr>
              <a:r>
                <a:rPr lang="en-US" sz="20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Assistant Regular"/>
                </a:rPr>
                <a:t>"You're doing great!",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98531" y="6885167"/>
              <a:ext cx="5060012" cy="47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53" lvl="1" indent="-269876" algn="l">
                <a:lnSpc>
                  <a:spcPts val="3000"/>
                </a:lnSpc>
                <a:buFont typeface="Arial"/>
                <a:buChar char="•"/>
              </a:pPr>
              <a:r>
                <a:rPr lang="en-US" sz="20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Assistant Regular"/>
                </a:rPr>
                <a:t> "Every step counts!",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4127" y="8586967"/>
              <a:ext cx="5182851" cy="47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53" lvl="1" indent="-269876" algn="l">
                <a:lnSpc>
                  <a:spcPts val="3000"/>
                </a:lnSpc>
                <a:buFont typeface="Arial"/>
                <a:buChar char="•"/>
              </a:pPr>
              <a:r>
                <a:rPr lang="en-US" sz="20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Assistant Regular"/>
                </a:rPr>
                <a:t> "Flutter on!"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FB55547-605D-EDB9-41FF-CD3D51DA6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1462747" y="533743"/>
            <a:ext cx="6368927" cy="225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>
                <a:solidFill>
                  <a:srgbClr val="FFFFFF"/>
                </a:solidFill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>
              <a:solidFill>
                <a:srgbClr val="FFFFFF"/>
              </a:solidFill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1305451" y="-607460"/>
            <a:ext cx="6064405" cy="6138747"/>
            <a:chOff x="0" y="0"/>
            <a:chExt cx="14840029" cy="14840029"/>
          </a:xfrm>
        </p:grpSpPr>
        <p:sp>
          <p:nvSpPr>
            <p:cNvPr id="6" name="Freeform 6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885020" y="434632"/>
            <a:ext cx="2025393" cy="1188136"/>
            <a:chOff x="0" y="0"/>
            <a:chExt cx="2700524" cy="158418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4300"/>
              <a:ext cx="2700524" cy="503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solidFill>
                    <a:srgbClr val="3168D8"/>
                  </a:solidFill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76639"/>
              <a:ext cx="2700524" cy="907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solidFill>
                    <a:srgbClr val="7900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18607" y="143142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97716" y="1307003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31304" y="912703"/>
            <a:ext cx="134751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37758" y="912703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72323" y="-17471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31819" y="421328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18279" y="143142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D0538BD-B281-3C0B-F413-48312AD4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38650" y="2344203"/>
            <a:ext cx="11352740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Debrief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141729" y="4681835"/>
            <a:ext cx="622118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200" dirty="0">
                <a:solidFill>
                  <a:srgbClr val="33123B"/>
                </a:solidFill>
                <a:ea typeface="+mn-lt"/>
                <a:cs typeface="+mn-lt"/>
                <a:sym typeface="Agrandir"/>
              </a:rPr>
              <a:t>Inheritance</a:t>
            </a:r>
            <a:endParaRPr lang="en-US" sz="3000" b="1" dirty="0">
              <a:solidFill>
                <a:srgbClr val="33123B"/>
              </a:solidFill>
              <a:latin typeface="Assistant Regular Bold"/>
              <a:ea typeface="Assistant Regular Bold"/>
              <a:cs typeface="Assistant Regular Bold"/>
              <a:sym typeface="Assistant Regular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1035679" y="4559932"/>
            <a:ext cx="4541778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</a:rPr>
              <a:t>Types of Inheritance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31891" y="5545418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Use cases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63000" y="5592869"/>
            <a:ext cx="485202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GB" sz="3200" dirty="0">
                <a:solidFill>
                  <a:srgbClr val="33123B"/>
                </a:solidFill>
                <a:ea typeface="+mn-lt"/>
                <a:cs typeface="+mn-lt"/>
                <a:sym typeface="Agrandir"/>
              </a:rPr>
              <a:t>Polymorphism</a:t>
            </a:r>
          </a:p>
        </p:txBody>
      </p:sp>
      <p:sp>
        <p:nvSpPr>
          <p:cNvPr id="8" name="Freeform 8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6606919" y="1646831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7914284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7914284" y="92583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09AA338-7558-DCBF-9BD3-6A55D9D0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55775" y="8640169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9960917" y="4609225"/>
            <a:ext cx="7298383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References</a:t>
            </a:r>
            <a:endParaRPr lang="en-US" sz="9000" b="1">
              <a:solidFill>
                <a:srgbClr val="8D0A75"/>
              </a:solidFill>
              <a:latin typeface="Heebo Black"/>
              <a:ea typeface="Heebo Black"/>
              <a:cs typeface="Heebo Black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54662" y="819150"/>
            <a:ext cx="900625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3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📘 Official Resources (High-Quality &amp; Up-to-Date)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8728" y="1548652"/>
            <a:ext cx="11229428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/>
              <a:buChar char="ü"/>
            </a:pPr>
            <a:endParaRPr lang="en-US" dirty="0">
              <a:ea typeface="Calibri"/>
              <a:cs typeface="Calibri"/>
              <a:hlinkClick r:id="" action="ppaction://noaction"/>
            </a:endParaRPr>
          </a:p>
          <a:p>
            <a:pPr algn="ctr">
              <a:lnSpc>
                <a:spcPts val="3600"/>
              </a:lnSpc>
              <a:spcBef>
                <a:spcPct val="0"/>
              </a:spcBef>
            </a:pPr>
            <a:endParaRPr lang="en-US" sz="3000" dirty="0">
              <a:latin typeface="Assistant Regular"/>
              <a:cs typeface="Assistant Regular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A203954-94E8-E177-2D54-36499D9C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65649" y="4333875"/>
            <a:ext cx="8956702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2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 rot="-410883">
            <a:off x="12294665" y="-1805330"/>
            <a:ext cx="11747274" cy="5668060"/>
          </a:xfrm>
          <a:custGeom>
            <a:avLst/>
            <a:gdLst/>
            <a:ahLst/>
            <a:cxnLst/>
            <a:rect l="l" t="t" r="r" b="b"/>
            <a:pathLst>
              <a:path w="11747274" h="5668060">
                <a:moveTo>
                  <a:pt x="0" y="0"/>
                </a:moveTo>
                <a:lnTo>
                  <a:pt x="11747274" y="0"/>
                </a:lnTo>
                <a:lnTo>
                  <a:pt x="11747274" y="5668060"/>
                </a:lnTo>
                <a:lnTo>
                  <a:pt x="0" y="5668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rot="-10800000">
            <a:off x="-5224993" y="6057900"/>
            <a:ext cx="11992069" cy="5786173"/>
          </a:xfrm>
          <a:custGeom>
            <a:avLst/>
            <a:gdLst/>
            <a:ahLst/>
            <a:cxnLst/>
            <a:rect l="l" t="t" r="r" b="b"/>
            <a:pathLst>
              <a:path w="11992069" h="5786173">
                <a:moveTo>
                  <a:pt x="0" y="0"/>
                </a:moveTo>
                <a:lnTo>
                  <a:pt x="11992070" y="0"/>
                </a:lnTo>
                <a:lnTo>
                  <a:pt x="11992070" y="5786173"/>
                </a:lnTo>
                <a:lnTo>
                  <a:pt x="0" y="57861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169540-353F-AA0D-CE5D-9D928949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334A554D3A384490F35006611FA8EF" ma:contentTypeVersion="3" ma:contentTypeDescription="Create a new document." ma:contentTypeScope="" ma:versionID="d1c5e390780e0d38844ed75d3cc2b18b">
  <xsd:schema xmlns:xsd="http://www.w3.org/2001/XMLSchema" xmlns:xs="http://www.w3.org/2001/XMLSchema" xmlns:p="http://schemas.microsoft.com/office/2006/metadata/properties" xmlns:ns2="ad7d03b8-5160-4549-a356-269f90954506" targetNamespace="http://schemas.microsoft.com/office/2006/metadata/properties" ma:root="true" ma:fieldsID="39eb13f22fcc0a4b85956ff2d0548361" ns2:_="">
    <xsd:import namespace="ad7d03b8-5160-4549-a356-269f909545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7d03b8-5160-4549-a356-269f909545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7DE38ED-BA02-4EFE-ABA8-9CCE8587C0DF}"/>
</file>

<file path=customXml/itemProps2.xml><?xml version="1.0" encoding="utf-8"?>
<ds:datastoreItem xmlns:ds="http://schemas.openxmlformats.org/officeDocument/2006/customXml" ds:itemID="{448FE0A4-9915-42A7-8782-74DA0D466E65}"/>
</file>

<file path=customXml/itemProps3.xml><?xml version="1.0" encoding="utf-8"?>
<ds:datastoreItem xmlns:ds="http://schemas.openxmlformats.org/officeDocument/2006/customXml" ds:itemID="{C04D3AF3-EE7D-4B7E-B038-A7D6C9342237}"/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361</Words>
  <Application>Microsoft Office PowerPoint</Application>
  <PresentationFormat>Custom</PresentationFormat>
  <Paragraphs>94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Agrandir</vt:lpstr>
      <vt:lpstr>Courier New</vt:lpstr>
      <vt:lpstr>Arial</vt:lpstr>
      <vt:lpstr>Calibri</vt:lpstr>
      <vt:lpstr>Assistant Regular Bold</vt:lpstr>
      <vt:lpstr>Assistant Regular</vt:lpstr>
      <vt:lpstr>Heebo Black</vt:lpstr>
      <vt:lpstr>HK Modular</vt:lpstr>
      <vt:lpstr>Horizon</vt:lpstr>
      <vt:lpstr>Aptos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sample presentation</dc:title>
  <cp:lastModifiedBy>Krishna Raj</cp:lastModifiedBy>
  <cp:revision>34</cp:revision>
  <dcterms:created xsi:type="dcterms:W3CDTF">2006-08-16T00:00:00Z</dcterms:created>
  <dcterms:modified xsi:type="dcterms:W3CDTF">2025-07-11T11:21:52Z</dcterms:modified>
  <dc:identifier>DAGpXxrSFgM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0x01010020334A554D3A384490F35006611FA8EF</vt:lpwstr>
  </property>
</Properties>
</file>