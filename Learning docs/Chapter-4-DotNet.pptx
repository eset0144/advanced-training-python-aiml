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Masters/slideMaster1.xml" ContentType="application/vnd.openxmlformats-officedocument.presentationml.slideMaster+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8.xml" ContentType="application/vnd.openxmlformats-officedocument.presentationml.slideLayout+xml"/>
  <Override PartName="/ppt/slideLayouts/slideLayout11.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Masters/notesMaster1.xml" ContentType="application/vnd.openxmlformats-officedocument.presentationml.notesMaster+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app.xml" ContentType="application/vnd.openxmlformats-officedocument.extended-properties+xml"/>
  <Override PartName="/ppt/revisionInfo.xml" ContentType="application/vnd.ms-powerpoint.revisioninfo+xml"/>
  <Override PartName="/ppt/changesInfos/changesInfo1.xml" ContentType="application/vnd.ms-powerpoint.changesinfo+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p:sldMasterIdLst>
    <p:sldMasterId id="2147483648" r:id="rId1"/>
  </p:sldMasterIdLst>
  <p:notesMasterIdLst>
    <p:notesMasterId r:id="rId48"/>
  </p:notesMasterIdLst>
  <p:sldIdLst>
    <p:sldId id="316" r:id="rId2"/>
    <p:sldId id="256" r:id="rId3"/>
    <p:sldId id="257" r:id="rId4"/>
    <p:sldId id="276" r:id="rId5"/>
    <p:sldId id="289" r:id="rId6"/>
    <p:sldId id="317" r:id="rId7"/>
    <p:sldId id="319" r:id="rId8"/>
    <p:sldId id="318" r:id="rId9"/>
    <p:sldId id="320" r:id="rId10"/>
    <p:sldId id="275" r:id="rId11"/>
    <p:sldId id="321" r:id="rId12"/>
    <p:sldId id="291" r:id="rId13"/>
    <p:sldId id="322" r:id="rId14"/>
    <p:sldId id="292" r:id="rId15"/>
    <p:sldId id="323" r:id="rId16"/>
    <p:sldId id="295" r:id="rId17"/>
    <p:sldId id="293" r:id="rId18"/>
    <p:sldId id="324" r:id="rId19"/>
    <p:sldId id="299" r:id="rId20"/>
    <p:sldId id="325" r:id="rId21"/>
    <p:sldId id="296" r:id="rId22"/>
    <p:sldId id="326" r:id="rId23"/>
    <p:sldId id="300" r:id="rId24"/>
    <p:sldId id="339" r:id="rId25"/>
    <p:sldId id="340" r:id="rId26"/>
    <p:sldId id="301" r:id="rId27"/>
    <p:sldId id="329" r:id="rId28"/>
    <p:sldId id="330" r:id="rId29"/>
    <p:sldId id="282" r:id="rId30"/>
    <p:sldId id="331" r:id="rId31"/>
    <p:sldId id="332" r:id="rId32"/>
    <p:sldId id="283" r:id="rId33"/>
    <p:sldId id="274" r:id="rId34"/>
    <p:sldId id="265" r:id="rId35"/>
    <p:sldId id="333" r:id="rId36"/>
    <p:sldId id="286" r:id="rId37"/>
    <p:sldId id="335" r:id="rId38"/>
    <p:sldId id="285" r:id="rId39"/>
    <p:sldId id="337" r:id="rId40"/>
    <p:sldId id="287" r:id="rId41"/>
    <p:sldId id="336" r:id="rId42"/>
    <p:sldId id="266" r:id="rId43"/>
    <p:sldId id="338" r:id="rId44"/>
    <p:sldId id="267" r:id="rId45"/>
    <p:sldId id="268" r:id="rId46"/>
    <p:sldId id="269" r:id="rId47"/>
  </p:sldIdLst>
  <p:sldSz cx="18288000" cy="10287000"/>
  <p:notesSz cx="6858000" cy="9144000"/>
  <p:embeddedFontLst>
    <p:embeddedFont>
      <p:font typeface="Agrandir" panose="020B0604020202020204" charset="0"/>
      <p:regular r:id="rId49"/>
    </p:embeddedFont>
    <p:embeddedFont>
      <p:font typeface="Assistant Regular" panose="020B0604020202020204" charset="-79"/>
      <p:regular r:id="rId50"/>
    </p:embeddedFont>
    <p:embeddedFont>
      <p:font typeface="Assistant Regular Bold" panose="020B0604020202020204" charset="-79"/>
      <p:regular r:id="rId51"/>
    </p:embeddedFont>
    <p:embeddedFont>
      <p:font typeface="Heebo Black" pitchFamily="2" charset="-79"/>
      <p:regular r:id="rId52"/>
      <p:bold r:id="rId53"/>
    </p:embeddedFont>
    <p:embeddedFont>
      <p:font typeface="HK Modular" panose="020B0604020202020204" charset="0"/>
      <p:regular r:id="rId54"/>
    </p:embeddedFont>
    <p:embeddedFont>
      <p:font typeface="Horizon" panose="020B0604020202020204" charset="0"/>
      <p:regular r:id="rId5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EA5DB"/>
    <a:srgbClr val="8AB7E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217F43D-2A94-46AF-90C1-C85748EC6597}" v="381" dt="2025-06-07T10:14:44.837"/>
    <p1510:client id="{6EE5FFB5-FA97-431F-A702-10D5039EA187}" v="1704" dt="2025-06-07T07:39:16.444"/>
    <p1510:client id="{8530CCF8-970C-45E7-B10C-1B8DC558D11B}" v="2" dt="2025-06-07T00:43:59.214"/>
    <p1510:client id="{993A952B-EB64-46F1-A797-5574A5E2CF03}" v="26" dt="2025-06-07T00:57:34.844"/>
    <p1510:client id="{BB55558A-5814-425F-BF8E-19951515002E}" v="4" dt="2025-06-07T00:49:22.607"/>
    <p1510:client id="{C229F99B-91FC-4CCB-AA17-9B031DDDE57D}" v="63" dt="2025-06-07T10:24:52.588"/>
    <p1510:client id="{FA7CE110-92A3-92C7-45DA-1740071A6006}" v="76" dt="2025-06-07T01:54:34.27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32" d="100"/>
          <a:sy n="32" d="100"/>
        </p:scale>
        <p:origin x="53" y="65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font" Target="fonts/font2.fntdata"/><Relationship Id="rId55" Type="http://schemas.openxmlformats.org/officeDocument/2006/relationships/font" Target="fonts/font7.fntdata"/><Relationship Id="rId63" Type="http://schemas.openxmlformats.org/officeDocument/2006/relationships/customXml" Target="../customXml/item2.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5.fntdata"/><Relationship Id="rId58" Type="http://schemas.openxmlformats.org/officeDocument/2006/relationships/theme" Target="theme/theme1.xml"/><Relationship Id="rId5" Type="http://schemas.openxmlformats.org/officeDocument/2006/relationships/slide" Target="slides/slide4.xml"/><Relationship Id="rId61" Type="http://schemas.microsoft.com/office/2015/10/relationships/revisionInfo" Target="revisionInfo.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56" Type="http://schemas.openxmlformats.org/officeDocument/2006/relationships/presProps" Target="presProps.xml"/><Relationship Id="rId64" Type="http://schemas.openxmlformats.org/officeDocument/2006/relationships/customXml" Target="../customXml/item3.xml"/><Relationship Id="rId8" Type="http://schemas.openxmlformats.org/officeDocument/2006/relationships/slide" Target="slides/slide7.xml"/><Relationship Id="rId51" Type="http://schemas.openxmlformats.org/officeDocument/2006/relationships/font" Target="fonts/font3.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6.fntdata"/><Relationship Id="rId62" Type="http://schemas.openxmlformats.org/officeDocument/2006/relationships/customXml" Target="../customXml/item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1.fntdata"/><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4.fntdata"/><Relationship Id="rId60"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est User" userId="S::urn:spo:tenantanon#efda937d-84e0-40c4-9af3-7c13939e1814::" providerId="AD" clId="Web-{FA7CE110-92A3-92C7-45DA-1740071A6006}"/>
    <pc:docChg chg="modSld modMainMaster">
      <pc:chgData name="Guest User" userId="S::urn:spo:tenantanon#efda937d-84e0-40c4-9af3-7c13939e1814::" providerId="AD" clId="Web-{FA7CE110-92A3-92C7-45DA-1740071A6006}" dt="2025-06-07T01:54:32.087" v="44" actId="20577"/>
      <pc:docMkLst>
        <pc:docMk/>
      </pc:docMkLst>
      <pc:sldChg chg="delSp modSp">
        <pc:chgData name="Guest User" userId="S::urn:spo:tenantanon#efda937d-84e0-40c4-9af3-7c13939e1814::" providerId="AD" clId="Web-{FA7CE110-92A3-92C7-45DA-1740071A6006}" dt="2025-06-07T01:51:39.903" v="29"/>
        <pc:sldMkLst>
          <pc:docMk/>
          <pc:sldMk cId="0" sldId="256"/>
        </pc:sldMkLst>
        <pc:spChg chg="mod">
          <ac:chgData name="Guest User" userId="S::urn:spo:tenantanon#efda937d-84e0-40c4-9af3-7c13939e1814::" providerId="AD" clId="Web-{FA7CE110-92A3-92C7-45DA-1740071A6006}" dt="2025-06-07T01:49:13.620" v="8" actId="14100"/>
          <ac:spMkLst>
            <pc:docMk/>
            <pc:sldMk cId="0" sldId="256"/>
            <ac:spMk id="3" creationId="{00000000-0000-0000-0000-000000000000}"/>
          </ac:spMkLst>
        </pc:spChg>
        <pc:spChg chg="mod">
          <ac:chgData name="Guest User" userId="S::urn:spo:tenantanon#efda937d-84e0-40c4-9af3-7c13939e1814::" providerId="AD" clId="Web-{FA7CE110-92A3-92C7-45DA-1740071A6006}" dt="2025-06-07T01:49:58.761" v="18" actId="20577"/>
          <ac:spMkLst>
            <pc:docMk/>
            <pc:sldMk cId="0" sldId="256"/>
            <ac:spMk id="4" creationId="{00000000-0000-0000-0000-000000000000}"/>
          </ac:spMkLst>
        </pc:spChg>
        <pc:spChg chg="del mod">
          <ac:chgData name="Guest User" userId="S::urn:spo:tenantanon#efda937d-84e0-40c4-9af3-7c13939e1814::" providerId="AD" clId="Web-{FA7CE110-92A3-92C7-45DA-1740071A6006}" dt="2025-06-07T01:51:39.903" v="29"/>
          <ac:spMkLst>
            <pc:docMk/>
            <pc:sldMk cId="0" sldId="256"/>
            <ac:spMk id="9" creationId="{00000000-0000-0000-0000-000000000000}"/>
          </ac:spMkLst>
        </pc:spChg>
        <pc:spChg chg="del mod">
          <ac:chgData name="Guest User" userId="S::urn:spo:tenantanon#efda937d-84e0-40c4-9af3-7c13939e1814::" providerId="AD" clId="Web-{FA7CE110-92A3-92C7-45DA-1740071A6006}" dt="2025-06-07T01:51:36.903" v="28"/>
          <ac:spMkLst>
            <pc:docMk/>
            <pc:sldMk cId="0" sldId="256"/>
            <ac:spMk id="10" creationId="{00000000-0000-0000-0000-000000000000}"/>
          </ac:spMkLst>
        </pc:spChg>
        <pc:spChg chg="mod">
          <ac:chgData name="Guest User" userId="S::urn:spo:tenantanon#efda937d-84e0-40c4-9af3-7c13939e1814::" providerId="AD" clId="Web-{FA7CE110-92A3-92C7-45DA-1740071A6006}" dt="2025-06-07T01:49:31.229" v="15" actId="20577"/>
          <ac:spMkLst>
            <pc:docMk/>
            <pc:sldMk cId="0" sldId="256"/>
            <ac:spMk id="11" creationId="{00000000-0000-0000-0000-000000000000}"/>
          </ac:spMkLst>
        </pc:spChg>
        <pc:spChg chg="del">
          <ac:chgData name="Guest User" userId="S::urn:spo:tenantanon#efda937d-84e0-40c4-9af3-7c13939e1814::" providerId="AD" clId="Web-{FA7CE110-92A3-92C7-45DA-1740071A6006}" dt="2025-06-07T01:50:56.402" v="19"/>
          <ac:spMkLst>
            <pc:docMk/>
            <pc:sldMk cId="0" sldId="256"/>
            <ac:spMk id="15" creationId="{45BF26D9-E672-5704-847A-EC70136C457F}"/>
          </ac:spMkLst>
        </pc:spChg>
      </pc:sldChg>
      <pc:sldChg chg="delSp modSp">
        <pc:chgData name="Guest User" userId="S::urn:spo:tenantanon#efda937d-84e0-40c4-9af3-7c13939e1814::" providerId="AD" clId="Web-{FA7CE110-92A3-92C7-45DA-1740071A6006}" dt="2025-06-07T01:54:32.087" v="44" actId="20577"/>
        <pc:sldMkLst>
          <pc:docMk/>
          <pc:sldMk cId="0" sldId="257"/>
        </pc:sldMkLst>
        <pc:spChg chg="mod">
          <ac:chgData name="Guest User" userId="S::urn:spo:tenantanon#efda937d-84e0-40c4-9af3-7c13939e1814::" providerId="AD" clId="Web-{FA7CE110-92A3-92C7-45DA-1740071A6006}" dt="2025-06-07T01:54:32.087" v="44" actId="20577"/>
          <ac:spMkLst>
            <pc:docMk/>
            <pc:sldMk cId="0" sldId="257"/>
            <ac:spMk id="13" creationId="{00000000-0000-0000-0000-000000000000}"/>
          </ac:spMkLst>
        </pc:spChg>
        <pc:spChg chg="mod">
          <ac:chgData name="Guest User" userId="S::urn:spo:tenantanon#efda937d-84e0-40c4-9af3-7c13939e1814::" providerId="AD" clId="Web-{FA7CE110-92A3-92C7-45DA-1740071A6006}" dt="2025-06-07T01:52:41.466" v="35" actId="20577"/>
          <ac:spMkLst>
            <pc:docMk/>
            <pc:sldMk cId="0" sldId="257"/>
            <ac:spMk id="18" creationId="{00000000-0000-0000-0000-000000000000}"/>
          </ac:spMkLst>
        </pc:spChg>
        <pc:spChg chg="mod">
          <ac:chgData name="Guest User" userId="S::urn:spo:tenantanon#efda937d-84e0-40c4-9af3-7c13939e1814::" providerId="AD" clId="Web-{FA7CE110-92A3-92C7-45DA-1740071A6006}" dt="2025-06-07T01:52:53.013" v="37" actId="20577"/>
          <ac:spMkLst>
            <pc:docMk/>
            <pc:sldMk cId="0" sldId="257"/>
            <ac:spMk id="23" creationId="{00000000-0000-0000-0000-000000000000}"/>
          </ac:spMkLst>
        </pc:spChg>
        <pc:spChg chg="mod">
          <ac:chgData name="Guest User" userId="S::urn:spo:tenantanon#efda937d-84e0-40c4-9af3-7c13939e1814::" providerId="AD" clId="Web-{FA7CE110-92A3-92C7-45DA-1740071A6006}" dt="2025-06-07T01:53:42.748" v="42" actId="20577"/>
          <ac:spMkLst>
            <pc:docMk/>
            <pc:sldMk cId="0" sldId="257"/>
            <ac:spMk id="28" creationId="{00000000-0000-0000-0000-000000000000}"/>
          </ac:spMkLst>
        </pc:spChg>
        <pc:spChg chg="mod">
          <ac:chgData name="Guest User" userId="S::urn:spo:tenantanon#efda937d-84e0-40c4-9af3-7c13939e1814::" providerId="AD" clId="Web-{FA7CE110-92A3-92C7-45DA-1740071A6006}" dt="2025-06-07T01:53:15.451" v="39" actId="20577"/>
          <ac:spMkLst>
            <pc:docMk/>
            <pc:sldMk cId="0" sldId="257"/>
            <ac:spMk id="38" creationId="{00000000-0000-0000-0000-000000000000}"/>
          </ac:spMkLst>
        </pc:spChg>
        <pc:spChg chg="del">
          <ac:chgData name="Guest User" userId="S::urn:spo:tenantanon#efda937d-84e0-40c4-9af3-7c13939e1814::" providerId="AD" clId="Web-{FA7CE110-92A3-92C7-45DA-1740071A6006}" dt="2025-06-07T01:51:05.246" v="20"/>
          <ac:spMkLst>
            <pc:docMk/>
            <pc:sldMk cId="0" sldId="257"/>
            <ac:spMk id="51" creationId="{A17B05B3-0594-F81F-73B9-E312A4458F6A}"/>
          </ac:spMkLst>
        </pc:spChg>
      </pc:sldChg>
      <pc:sldChg chg="delSp">
        <pc:chgData name="Guest User" userId="S::urn:spo:tenantanon#efda937d-84e0-40c4-9af3-7c13939e1814::" providerId="AD" clId="Web-{FA7CE110-92A3-92C7-45DA-1740071A6006}" dt="2025-06-07T01:51:05.246" v="20"/>
        <pc:sldMkLst>
          <pc:docMk/>
          <pc:sldMk cId="0" sldId="258"/>
        </pc:sldMkLst>
        <pc:spChg chg="del">
          <ac:chgData name="Guest User" userId="S::urn:spo:tenantanon#efda937d-84e0-40c4-9af3-7c13939e1814::" providerId="AD" clId="Web-{FA7CE110-92A3-92C7-45DA-1740071A6006}" dt="2025-06-07T01:51:05.246" v="20"/>
          <ac:spMkLst>
            <pc:docMk/>
            <pc:sldMk cId="0" sldId="258"/>
            <ac:spMk id="18" creationId="{7B3027A7-DAC5-DCD6-514D-8CE16A96B9AF}"/>
          </ac:spMkLst>
        </pc:spChg>
      </pc:sldChg>
      <pc:sldChg chg="delSp">
        <pc:chgData name="Guest User" userId="S::urn:spo:tenantanon#efda937d-84e0-40c4-9af3-7c13939e1814::" providerId="AD" clId="Web-{FA7CE110-92A3-92C7-45DA-1740071A6006}" dt="2025-06-07T01:51:05.246" v="20"/>
        <pc:sldMkLst>
          <pc:docMk/>
          <pc:sldMk cId="0" sldId="259"/>
        </pc:sldMkLst>
        <pc:spChg chg="del">
          <ac:chgData name="Guest User" userId="S::urn:spo:tenantanon#efda937d-84e0-40c4-9af3-7c13939e1814::" providerId="AD" clId="Web-{FA7CE110-92A3-92C7-45DA-1740071A6006}" dt="2025-06-07T01:51:05.246" v="20"/>
          <ac:spMkLst>
            <pc:docMk/>
            <pc:sldMk cId="0" sldId="259"/>
            <ac:spMk id="17" creationId="{17D831A0-7C01-707A-4C80-74428957F38C}"/>
          </ac:spMkLst>
        </pc:spChg>
      </pc:sldChg>
      <pc:sldChg chg="delSp">
        <pc:chgData name="Guest User" userId="S::urn:spo:tenantanon#efda937d-84e0-40c4-9af3-7c13939e1814::" providerId="AD" clId="Web-{FA7CE110-92A3-92C7-45DA-1740071A6006}" dt="2025-06-07T01:51:05.246" v="20"/>
        <pc:sldMkLst>
          <pc:docMk/>
          <pc:sldMk cId="0" sldId="260"/>
        </pc:sldMkLst>
        <pc:spChg chg="del">
          <ac:chgData name="Guest User" userId="S::urn:spo:tenantanon#efda937d-84e0-40c4-9af3-7c13939e1814::" providerId="AD" clId="Web-{FA7CE110-92A3-92C7-45DA-1740071A6006}" dt="2025-06-07T01:51:05.246" v="20"/>
          <ac:spMkLst>
            <pc:docMk/>
            <pc:sldMk cId="0" sldId="260"/>
            <ac:spMk id="35" creationId="{5BB8C59D-A84F-B76A-AF74-E2C7C1AB8825}"/>
          </ac:spMkLst>
        </pc:spChg>
      </pc:sldChg>
      <pc:sldChg chg="delSp">
        <pc:chgData name="Guest User" userId="S::urn:spo:tenantanon#efda937d-84e0-40c4-9af3-7c13939e1814::" providerId="AD" clId="Web-{FA7CE110-92A3-92C7-45DA-1740071A6006}" dt="2025-06-07T01:51:05.246" v="20"/>
        <pc:sldMkLst>
          <pc:docMk/>
          <pc:sldMk cId="0" sldId="261"/>
        </pc:sldMkLst>
        <pc:spChg chg="del">
          <ac:chgData name="Guest User" userId="S::urn:spo:tenantanon#efda937d-84e0-40c4-9af3-7c13939e1814::" providerId="AD" clId="Web-{FA7CE110-92A3-92C7-45DA-1740071A6006}" dt="2025-06-07T01:51:05.246" v="20"/>
          <ac:spMkLst>
            <pc:docMk/>
            <pc:sldMk cId="0" sldId="261"/>
            <ac:spMk id="15" creationId="{2D5696C4-FCF8-BCC3-0465-6143C8706BFA}"/>
          </ac:spMkLst>
        </pc:spChg>
      </pc:sldChg>
      <pc:sldChg chg="delSp">
        <pc:chgData name="Guest User" userId="S::urn:spo:tenantanon#efda937d-84e0-40c4-9af3-7c13939e1814::" providerId="AD" clId="Web-{FA7CE110-92A3-92C7-45DA-1740071A6006}" dt="2025-06-07T01:51:05.246" v="20"/>
        <pc:sldMkLst>
          <pc:docMk/>
          <pc:sldMk cId="0" sldId="262"/>
        </pc:sldMkLst>
        <pc:spChg chg="del">
          <ac:chgData name="Guest User" userId="S::urn:spo:tenantanon#efda937d-84e0-40c4-9af3-7c13939e1814::" providerId="AD" clId="Web-{FA7CE110-92A3-92C7-45DA-1740071A6006}" dt="2025-06-07T01:51:05.246" v="20"/>
          <ac:spMkLst>
            <pc:docMk/>
            <pc:sldMk cId="0" sldId="262"/>
            <ac:spMk id="18" creationId="{31E22B1B-04BE-C61A-F002-C1AD09C6ADBB}"/>
          </ac:spMkLst>
        </pc:spChg>
      </pc:sldChg>
      <pc:sldChg chg="delSp">
        <pc:chgData name="Guest User" userId="S::urn:spo:tenantanon#efda937d-84e0-40c4-9af3-7c13939e1814::" providerId="AD" clId="Web-{FA7CE110-92A3-92C7-45DA-1740071A6006}" dt="2025-06-07T01:51:05.246" v="20"/>
        <pc:sldMkLst>
          <pc:docMk/>
          <pc:sldMk cId="0" sldId="263"/>
        </pc:sldMkLst>
        <pc:spChg chg="del">
          <ac:chgData name="Guest User" userId="S::urn:spo:tenantanon#efda937d-84e0-40c4-9af3-7c13939e1814::" providerId="AD" clId="Web-{FA7CE110-92A3-92C7-45DA-1740071A6006}" dt="2025-06-07T01:51:05.246" v="20"/>
          <ac:spMkLst>
            <pc:docMk/>
            <pc:sldMk cId="0" sldId="263"/>
            <ac:spMk id="18" creationId="{C6158D96-D804-DD74-9B1C-65F843FC17AA}"/>
          </ac:spMkLst>
        </pc:spChg>
      </pc:sldChg>
      <pc:sldChg chg="delSp">
        <pc:chgData name="Guest User" userId="S::urn:spo:tenantanon#efda937d-84e0-40c4-9af3-7c13939e1814::" providerId="AD" clId="Web-{FA7CE110-92A3-92C7-45DA-1740071A6006}" dt="2025-06-07T01:51:05.246" v="20"/>
        <pc:sldMkLst>
          <pc:docMk/>
          <pc:sldMk cId="0" sldId="264"/>
        </pc:sldMkLst>
        <pc:spChg chg="del">
          <ac:chgData name="Guest User" userId="S::urn:spo:tenantanon#efda937d-84e0-40c4-9af3-7c13939e1814::" providerId="AD" clId="Web-{FA7CE110-92A3-92C7-45DA-1740071A6006}" dt="2025-06-07T01:51:05.246" v="20"/>
          <ac:spMkLst>
            <pc:docMk/>
            <pc:sldMk cId="0" sldId="264"/>
            <ac:spMk id="29" creationId="{BC86B100-FCAB-32FB-01C6-2F12FBCE34DF}"/>
          </ac:spMkLst>
        </pc:spChg>
      </pc:sldChg>
      <pc:sldChg chg="delSp">
        <pc:chgData name="Guest User" userId="S::urn:spo:tenantanon#efda937d-84e0-40c4-9af3-7c13939e1814::" providerId="AD" clId="Web-{FA7CE110-92A3-92C7-45DA-1740071A6006}" dt="2025-06-07T01:51:05.246" v="20"/>
        <pc:sldMkLst>
          <pc:docMk/>
          <pc:sldMk cId="0" sldId="265"/>
        </pc:sldMkLst>
        <pc:spChg chg="del">
          <ac:chgData name="Guest User" userId="S::urn:spo:tenantanon#efda937d-84e0-40c4-9af3-7c13939e1814::" providerId="AD" clId="Web-{FA7CE110-92A3-92C7-45DA-1740071A6006}" dt="2025-06-07T01:51:05.246" v="20"/>
          <ac:spMkLst>
            <pc:docMk/>
            <pc:sldMk cId="0" sldId="265"/>
            <ac:spMk id="22" creationId="{05024533-8989-7596-7E39-926CC3164904}"/>
          </ac:spMkLst>
        </pc:spChg>
      </pc:sldChg>
      <pc:sldChg chg="delSp">
        <pc:chgData name="Guest User" userId="S::urn:spo:tenantanon#efda937d-84e0-40c4-9af3-7c13939e1814::" providerId="AD" clId="Web-{FA7CE110-92A3-92C7-45DA-1740071A6006}" dt="2025-06-07T01:51:05.246" v="20"/>
        <pc:sldMkLst>
          <pc:docMk/>
          <pc:sldMk cId="0" sldId="266"/>
        </pc:sldMkLst>
        <pc:spChg chg="del">
          <ac:chgData name="Guest User" userId="S::urn:spo:tenantanon#efda937d-84e0-40c4-9af3-7c13939e1814::" providerId="AD" clId="Web-{FA7CE110-92A3-92C7-45DA-1740071A6006}" dt="2025-06-07T01:51:05.246" v="20"/>
          <ac:spMkLst>
            <pc:docMk/>
            <pc:sldMk cId="0" sldId="266"/>
            <ac:spMk id="26" creationId="{FAC103A1-4B09-675D-A37A-19459355F868}"/>
          </ac:spMkLst>
        </pc:spChg>
      </pc:sldChg>
      <pc:sldChg chg="delSp">
        <pc:chgData name="Guest User" userId="S::urn:spo:tenantanon#efda937d-84e0-40c4-9af3-7c13939e1814::" providerId="AD" clId="Web-{FA7CE110-92A3-92C7-45DA-1740071A6006}" dt="2025-06-07T01:51:05.246" v="20"/>
        <pc:sldMkLst>
          <pc:docMk/>
          <pc:sldMk cId="0" sldId="267"/>
        </pc:sldMkLst>
        <pc:spChg chg="del">
          <ac:chgData name="Guest User" userId="S::urn:spo:tenantanon#efda937d-84e0-40c4-9af3-7c13939e1814::" providerId="AD" clId="Web-{FA7CE110-92A3-92C7-45DA-1740071A6006}" dt="2025-06-07T01:51:05.246" v="20"/>
          <ac:spMkLst>
            <pc:docMk/>
            <pc:sldMk cId="0" sldId="267"/>
            <ac:spMk id="18" creationId="{668A2F5C-FF54-A66F-5D12-D192F5B56910}"/>
          </ac:spMkLst>
        </pc:spChg>
      </pc:sldChg>
      <pc:sldChg chg="delSp">
        <pc:chgData name="Guest User" userId="S::urn:spo:tenantanon#efda937d-84e0-40c4-9af3-7c13939e1814::" providerId="AD" clId="Web-{FA7CE110-92A3-92C7-45DA-1740071A6006}" dt="2025-06-07T01:51:05.246" v="20"/>
        <pc:sldMkLst>
          <pc:docMk/>
          <pc:sldMk cId="0" sldId="268"/>
        </pc:sldMkLst>
        <pc:spChg chg="del">
          <ac:chgData name="Guest User" userId="S::urn:spo:tenantanon#efda937d-84e0-40c4-9af3-7c13939e1814::" providerId="AD" clId="Web-{FA7CE110-92A3-92C7-45DA-1740071A6006}" dt="2025-06-07T01:51:05.246" v="20"/>
          <ac:spMkLst>
            <pc:docMk/>
            <pc:sldMk cId="0" sldId="268"/>
            <ac:spMk id="15" creationId="{7287FD4E-C786-B09B-663B-82A1E1EE551B}"/>
          </ac:spMkLst>
        </pc:spChg>
      </pc:sldChg>
      <pc:sldChg chg="delSp">
        <pc:chgData name="Guest User" userId="S::urn:spo:tenantanon#efda937d-84e0-40c4-9af3-7c13939e1814::" providerId="AD" clId="Web-{FA7CE110-92A3-92C7-45DA-1740071A6006}" dt="2025-06-07T01:51:05.246" v="20"/>
        <pc:sldMkLst>
          <pc:docMk/>
          <pc:sldMk cId="0" sldId="269"/>
        </pc:sldMkLst>
        <pc:spChg chg="del">
          <ac:chgData name="Guest User" userId="S::urn:spo:tenantanon#efda937d-84e0-40c4-9af3-7c13939e1814::" providerId="AD" clId="Web-{FA7CE110-92A3-92C7-45DA-1740071A6006}" dt="2025-06-07T01:51:05.246" v="20"/>
          <ac:spMkLst>
            <pc:docMk/>
            <pc:sldMk cId="0" sldId="269"/>
            <ac:spMk id="7" creationId="{2158483B-0401-A966-5BCC-93F23D71CED0}"/>
          </ac:spMkLst>
        </pc:spChg>
      </pc:sldChg>
      <pc:sldMasterChg chg="mod modSldLayout">
        <pc:chgData name="Guest User" userId="S::urn:spo:tenantanon#efda937d-84e0-40c4-9af3-7c13939e1814::" providerId="AD" clId="Web-{FA7CE110-92A3-92C7-45DA-1740071A6006}" dt="2025-06-07T01:51:05.246" v="20"/>
        <pc:sldMasterMkLst>
          <pc:docMk/>
          <pc:sldMasterMk cId="0" sldId="2147483648"/>
        </pc:sldMasterMkLst>
        <pc:sldLayoutChg chg="mod">
          <pc:chgData name="Guest User" userId="S::urn:spo:tenantanon#efda937d-84e0-40c4-9af3-7c13939e1814::" providerId="AD" clId="Web-{FA7CE110-92A3-92C7-45DA-1740071A6006}" dt="2025-06-07T01:51:05.246" v="20"/>
          <pc:sldLayoutMkLst>
            <pc:docMk/>
            <pc:sldMasterMk cId="0" sldId="2147483648"/>
            <pc:sldLayoutMk cId="0" sldId="2147483649"/>
          </pc:sldLayoutMkLst>
        </pc:sldLayoutChg>
        <pc:sldLayoutChg chg="mod">
          <pc:chgData name="Guest User" userId="S::urn:spo:tenantanon#efda937d-84e0-40c4-9af3-7c13939e1814::" providerId="AD" clId="Web-{FA7CE110-92A3-92C7-45DA-1740071A6006}" dt="2025-06-07T01:51:05.246" v="20"/>
          <pc:sldLayoutMkLst>
            <pc:docMk/>
            <pc:sldMasterMk cId="0" sldId="2147483648"/>
            <pc:sldLayoutMk cId="0" sldId="2147483650"/>
          </pc:sldLayoutMkLst>
        </pc:sldLayoutChg>
        <pc:sldLayoutChg chg="mod">
          <pc:chgData name="Guest User" userId="S::urn:spo:tenantanon#efda937d-84e0-40c4-9af3-7c13939e1814::" providerId="AD" clId="Web-{FA7CE110-92A3-92C7-45DA-1740071A6006}" dt="2025-06-07T01:51:05.246" v="20"/>
          <pc:sldLayoutMkLst>
            <pc:docMk/>
            <pc:sldMasterMk cId="0" sldId="2147483648"/>
            <pc:sldLayoutMk cId="0" sldId="2147483651"/>
          </pc:sldLayoutMkLst>
        </pc:sldLayoutChg>
        <pc:sldLayoutChg chg="mod">
          <pc:chgData name="Guest User" userId="S::urn:spo:tenantanon#efda937d-84e0-40c4-9af3-7c13939e1814::" providerId="AD" clId="Web-{FA7CE110-92A3-92C7-45DA-1740071A6006}" dt="2025-06-07T01:51:05.246" v="20"/>
          <pc:sldLayoutMkLst>
            <pc:docMk/>
            <pc:sldMasterMk cId="0" sldId="2147483648"/>
            <pc:sldLayoutMk cId="0" sldId="2147483652"/>
          </pc:sldLayoutMkLst>
        </pc:sldLayoutChg>
        <pc:sldLayoutChg chg="mod">
          <pc:chgData name="Guest User" userId="S::urn:spo:tenantanon#efda937d-84e0-40c4-9af3-7c13939e1814::" providerId="AD" clId="Web-{FA7CE110-92A3-92C7-45DA-1740071A6006}" dt="2025-06-07T01:51:05.246" v="20"/>
          <pc:sldLayoutMkLst>
            <pc:docMk/>
            <pc:sldMasterMk cId="0" sldId="2147483648"/>
            <pc:sldLayoutMk cId="0" sldId="2147483653"/>
          </pc:sldLayoutMkLst>
        </pc:sldLayoutChg>
        <pc:sldLayoutChg chg="mod">
          <pc:chgData name="Guest User" userId="S::urn:spo:tenantanon#efda937d-84e0-40c4-9af3-7c13939e1814::" providerId="AD" clId="Web-{FA7CE110-92A3-92C7-45DA-1740071A6006}" dt="2025-06-07T01:51:05.246" v="20"/>
          <pc:sldLayoutMkLst>
            <pc:docMk/>
            <pc:sldMasterMk cId="0" sldId="2147483648"/>
            <pc:sldLayoutMk cId="0" sldId="2147483654"/>
          </pc:sldLayoutMkLst>
        </pc:sldLayoutChg>
        <pc:sldLayoutChg chg="mod">
          <pc:chgData name="Guest User" userId="S::urn:spo:tenantanon#efda937d-84e0-40c4-9af3-7c13939e1814::" providerId="AD" clId="Web-{FA7CE110-92A3-92C7-45DA-1740071A6006}" dt="2025-06-07T01:51:05.246" v="20"/>
          <pc:sldLayoutMkLst>
            <pc:docMk/>
            <pc:sldMasterMk cId="0" sldId="2147483648"/>
            <pc:sldLayoutMk cId="0" sldId="2147483655"/>
          </pc:sldLayoutMkLst>
        </pc:sldLayoutChg>
        <pc:sldLayoutChg chg="mod">
          <pc:chgData name="Guest User" userId="S::urn:spo:tenantanon#efda937d-84e0-40c4-9af3-7c13939e1814::" providerId="AD" clId="Web-{FA7CE110-92A3-92C7-45DA-1740071A6006}" dt="2025-06-07T01:51:05.246" v="20"/>
          <pc:sldLayoutMkLst>
            <pc:docMk/>
            <pc:sldMasterMk cId="0" sldId="2147483648"/>
            <pc:sldLayoutMk cId="0" sldId="2147483656"/>
          </pc:sldLayoutMkLst>
        </pc:sldLayoutChg>
        <pc:sldLayoutChg chg="mod">
          <pc:chgData name="Guest User" userId="S::urn:spo:tenantanon#efda937d-84e0-40c4-9af3-7c13939e1814::" providerId="AD" clId="Web-{FA7CE110-92A3-92C7-45DA-1740071A6006}" dt="2025-06-07T01:51:05.246" v="20"/>
          <pc:sldLayoutMkLst>
            <pc:docMk/>
            <pc:sldMasterMk cId="0" sldId="2147483648"/>
            <pc:sldLayoutMk cId="0" sldId="2147483657"/>
          </pc:sldLayoutMkLst>
        </pc:sldLayoutChg>
        <pc:sldLayoutChg chg="mod">
          <pc:chgData name="Guest User" userId="S::urn:spo:tenantanon#efda937d-84e0-40c4-9af3-7c13939e1814::" providerId="AD" clId="Web-{FA7CE110-92A3-92C7-45DA-1740071A6006}" dt="2025-06-07T01:51:05.246" v="20"/>
          <pc:sldLayoutMkLst>
            <pc:docMk/>
            <pc:sldMasterMk cId="0" sldId="2147483648"/>
            <pc:sldLayoutMk cId="0" sldId="2147483658"/>
          </pc:sldLayoutMkLst>
        </pc:sldLayoutChg>
        <pc:sldLayoutChg chg="mod">
          <pc:chgData name="Guest User" userId="S::urn:spo:tenantanon#efda937d-84e0-40c4-9af3-7c13939e1814::" providerId="AD" clId="Web-{FA7CE110-92A3-92C7-45DA-1740071A6006}" dt="2025-06-07T01:51:05.246" v="20"/>
          <pc:sldLayoutMkLst>
            <pc:docMk/>
            <pc:sldMasterMk cId="0" sldId="2147483648"/>
            <pc:sldLayoutMk cId="0" sldId="2147483659"/>
          </pc:sldLayoutMkLst>
        </pc:sldLayoutChg>
      </pc:sldMasterChg>
    </pc:docChg>
  </pc:docChgLst>
  <pc:docChgLst>
    <pc:chgData name="Krishnaraj Rao" userId="S::krishnaraj@devappsys.com::a83542c9-5cf2-493e-a756-14c8b4a74310" providerId="AD" clId="Web-{6EE5FFB5-FA97-431F-A702-10D5039EA187}"/>
    <pc:docChg chg="addSld delSld modSld sldOrd">
      <pc:chgData name="Krishnaraj Rao" userId="S::krishnaraj@devappsys.com::a83542c9-5cf2-493e-a756-14c8b4a74310" providerId="AD" clId="Web-{6EE5FFB5-FA97-431F-A702-10D5039EA187}" dt="2025-06-07T07:39:16.444" v="1033"/>
      <pc:docMkLst>
        <pc:docMk/>
      </pc:docMkLst>
      <pc:sldChg chg="modSp">
        <pc:chgData name="Krishnaraj Rao" userId="S::krishnaraj@devappsys.com::a83542c9-5cf2-493e-a756-14c8b4a74310" providerId="AD" clId="Web-{6EE5FFB5-FA97-431F-A702-10D5039EA187}" dt="2025-06-07T07:27:05.040" v="942" actId="20577"/>
        <pc:sldMkLst>
          <pc:docMk/>
          <pc:sldMk cId="0" sldId="256"/>
        </pc:sldMkLst>
        <pc:spChg chg="mod">
          <ac:chgData name="Krishnaraj Rao" userId="S::krishnaraj@devappsys.com::a83542c9-5cf2-493e-a756-14c8b4a74310" providerId="AD" clId="Web-{6EE5FFB5-FA97-431F-A702-10D5039EA187}" dt="2025-06-07T07:27:05.040" v="942" actId="20577"/>
          <ac:spMkLst>
            <pc:docMk/>
            <pc:sldMk cId="0" sldId="256"/>
            <ac:spMk id="11" creationId="{00000000-0000-0000-0000-000000000000}"/>
          </ac:spMkLst>
        </pc:spChg>
      </pc:sldChg>
      <pc:sldChg chg="modSp">
        <pc:chgData name="Krishnaraj Rao" userId="S::krishnaraj@devappsys.com::a83542c9-5cf2-493e-a756-14c8b4a74310" providerId="AD" clId="Web-{6EE5FFB5-FA97-431F-A702-10D5039EA187}" dt="2025-06-07T06:54:40.138" v="485" actId="20577"/>
        <pc:sldMkLst>
          <pc:docMk/>
          <pc:sldMk cId="0" sldId="257"/>
        </pc:sldMkLst>
        <pc:spChg chg="mod">
          <ac:chgData name="Krishnaraj Rao" userId="S::krishnaraj@devappsys.com::a83542c9-5cf2-493e-a756-14c8b4a74310" providerId="AD" clId="Web-{6EE5FFB5-FA97-431F-A702-10D5039EA187}" dt="2025-06-07T05:48:26.761" v="0"/>
          <ac:spMkLst>
            <pc:docMk/>
            <pc:sldMk cId="0" sldId="257"/>
            <ac:spMk id="17" creationId="{00000000-0000-0000-0000-000000000000}"/>
          </ac:spMkLst>
        </pc:spChg>
        <pc:spChg chg="mod">
          <ac:chgData name="Krishnaraj Rao" userId="S::krishnaraj@devappsys.com::a83542c9-5cf2-493e-a756-14c8b4a74310" providerId="AD" clId="Web-{6EE5FFB5-FA97-431F-A702-10D5039EA187}" dt="2025-06-07T05:49:06.450" v="17" actId="20577"/>
          <ac:spMkLst>
            <pc:docMk/>
            <pc:sldMk cId="0" sldId="257"/>
            <ac:spMk id="18" creationId="{00000000-0000-0000-0000-000000000000}"/>
          </ac:spMkLst>
        </pc:spChg>
        <pc:spChg chg="mod">
          <ac:chgData name="Krishnaraj Rao" userId="S::krishnaraj@devappsys.com::a83542c9-5cf2-493e-a756-14c8b4a74310" providerId="AD" clId="Web-{6EE5FFB5-FA97-431F-A702-10D5039EA187}" dt="2025-06-07T05:48:26.761" v="2"/>
          <ac:spMkLst>
            <pc:docMk/>
            <pc:sldMk cId="0" sldId="257"/>
            <ac:spMk id="22" creationId="{00000000-0000-0000-0000-000000000000}"/>
          </ac:spMkLst>
        </pc:spChg>
        <pc:spChg chg="mod">
          <ac:chgData name="Krishnaraj Rao" userId="S::krishnaraj@devappsys.com::a83542c9-5cf2-493e-a756-14c8b4a74310" providerId="AD" clId="Web-{6EE5FFB5-FA97-431F-A702-10D5039EA187}" dt="2025-06-07T06:54:40.138" v="485" actId="20577"/>
          <ac:spMkLst>
            <pc:docMk/>
            <pc:sldMk cId="0" sldId="257"/>
            <ac:spMk id="23" creationId="{00000000-0000-0000-0000-000000000000}"/>
          </ac:spMkLst>
        </pc:spChg>
        <pc:spChg chg="mod">
          <ac:chgData name="Krishnaraj Rao" userId="S::krishnaraj@devappsys.com::a83542c9-5cf2-493e-a756-14c8b4a74310" providerId="AD" clId="Web-{6EE5FFB5-FA97-431F-A702-10D5039EA187}" dt="2025-06-07T05:48:26.777" v="4"/>
          <ac:spMkLst>
            <pc:docMk/>
            <pc:sldMk cId="0" sldId="257"/>
            <ac:spMk id="27" creationId="{00000000-0000-0000-0000-000000000000}"/>
          </ac:spMkLst>
        </pc:spChg>
        <pc:spChg chg="mod">
          <ac:chgData name="Krishnaraj Rao" userId="S::krishnaraj@devappsys.com::a83542c9-5cf2-493e-a756-14c8b4a74310" providerId="AD" clId="Web-{6EE5FFB5-FA97-431F-A702-10D5039EA187}" dt="2025-06-07T05:48:26.777" v="5"/>
          <ac:spMkLst>
            <pc:docMk/>
            <pc:sldMk cId="0" sldId="257"/>
            <ac:spMk id="28" creationId="{00000000-0000-0000-0000-000000000000}"/>
          </ac:spMkLst>
        </pc:spChg>
        <pc:spChg chg="mod">
          <ac:chgData name="Krishnaraj Rao" userId="S::krishnaraj@devappsys.com::a83542c9-5cf2-493e-a756-14c8b4a74310" providerId="AD" clId="Web-{6EE5FFB5-FA97-431F-A702-10D5039EA187}" dt="2025-06-07T05:48:26.777" v="6"/>
          <ac:spMkLst>
            <pc:docMk/>
            <pc:sldMk cId="0" sldId="257"/>
            <ac:spMk id="32" creationId="{00000000-0000-0000-0000-000000000000}"/>
          </ac:spMkLst>
        </pc:spChg>
        <pc:spChg chg="mod">
          <ac:chgData name="Krishnaraj Rao" userId="S::krishnaraj@devappsys.com::a83542c9-5cf2-493e-a756-14c8b4a74310" providerId="AD" clId="Web-{6EE5FFB5-FA97-431F-A702-10D5039EA187}" dt="2025-06-07T05:48:26.777" v="7"/>
          <ac:spMkLst>
            <pc:docMk/>
            <pc:sldMk cId="0" sldId="257"/>
            <ac:spMk id="33" creationId="{00000000-0000-0000-0000-000000000000}"/>
          </ac:spMkLst>
        </pc:spChg>
        <pc:spChg chg="mod">
          <ac:chgData name="Krishnaraj Rao" userId="S::krishnaraj@devappsys.com::a83542c9-5cf2-493e-a756-14c8b4a74310" providerId="AD" clId="Web-{6EE5FFB5-FA97-431F-A702-10D5039EA187}" dt="2025-06-07T05:48:26.777" v="8"/>
          <ac:spMkLst>
            <pc:docMk/>
            <pc:sldMk cId="0" sldId="257"/>
            <ac:spMk id="37" creationId="{00000000-0000-0000-0000-000000000000}"/>
          </ac:spMkLst>
        </pc:spChg>
        <pc:spChg chg="mod">
          <ac:chgData name="Krishnaraj Rao" userId="S::krishnaraj@devappsys.com::a83542c9-5cf2-493e-a756-14c8b4a74310" providerId="AD" clId="Web-{6EE5FFB5-FA97-431F-A702-10D5039EA187}" dt="2025-06-07T05:49:17.919" v="20" actId="20577"/>
          <ac:spMkLst>
            <pc:docMk/>
            <pc:sldMk cId="0" sldId="257"/>
            <ac:spMk id="38" creationId="{00000000-0000-0000-0000-000000000000}"/>
          </ac:spMkLst>
        </pc:spChg>
        <pc:spChg chg="mod">
          <ac:chgData name="Krishnaraj Rao" userId="S::krishnaraj@devappsys.com::a83542c9-5cf2-493e-a756-14c8b4a74310" providerId="AD" clId="Web-{6EE5FFB5-FA97-431F-A702-10D5039EA187}" dt="2025-06-07T05:48:26.777" v="10"/>
          <ac:spMkLst>
            <pc:docMk/>
            <pc:sldMk cId="0" sldId="257"/>
            <ac:spMk id="42" creationId="{00000000-0000-0000-0000-000000000000}"/>
          </ac:spMkLst>
        </pc:spChg>
        <pc:spChg chg="mod">
          <ac:chgData name="Krishnaraj Rao" userId="S::krishnaraj@devappsys.com::a83542c9-5cf2-493e-a756-14c8b4a74310" providerId="AD" clId="Web-{6EE5FFB5-FA97-431F-A702-10D5039EA187}" dt="2025-06-07T05:49:23.122" v="22" actId="20577"/>
          <ac:spMkLst>
            <pc:docMk/>
            <pc:sldMk cId="0" sldId="257"/>
            <ac:spMk id="43" creationId="{00000000-0000-0000-0000-000000000000}"/>
          </ac:spMkLst>
        </pc:spChg>
        <pc:spChg chg="mod">
          <ac:chgData name="Krishnaraj Rao" userId="S::krishnaraj@devappsys.com::a83542c9-5cf2-493e-a756-14c8b4a74310" providerId="AD" clId="Web-{6EE5FFB5-FA97-431F-A702-10D5039EA187}" dt="2025-06-07T05:48:26.777" v="12"/>
          <ac:spMkLst>
            <pc:docMk/>
            <pc:sldMk cId="0" sldId="257"/>
            <ac:spMk id="47" creationId="{00000000-0000-0000-0000-000000000000}"/>
          </ac:spMkLst>
        </pc:spChg>
        <pc:spChg chg="mod">
          <ac:chgData name="Krishnaraj Rao" userId="S::krishnaraj@devappsys.com::a83542c9-5cf2-493e-a756-14c8b4a74310" providerId="AD" clId="Web-{6EE5FFB5-FA97-431F-A702-10D5039EA187}" dt="2025-06-07T05:48:26.964" v="13"/>
          <ac:spMkLst>
            <pc:docMk/>
            <pc:sldMk cId="0" sldId="257"/>
            <ac:spMk id="48" creationId="{00000000-0000-0000-0000-000000000000}"/>
          </ac:spMkLst>
        </pc:spChg>
      </pc:sldChg>
      <pc:sldChg chg="delSp modSp">
        <pc:chgData name="Krishnaraj Rao" userId="S::krishnaraj@devappsys.com::a83542c9-5cf2-493e-a756-14c8b4a74310" providerId="AD" clId="Web-{6EE5FFB5-FA97-431F-A702-10D5039EA187}" dt="2025-06-07T05:54:54.601" v="71" actId="20577"/>
        <pc:sldMkLst>
          <pc:docMk/>
          <pc:sldMk cId="0" sldId="258"/>
        </pc:sldMkLst>
        <pc:spChg chg="mod">
          <ac:chgData name="Krishnaraj Rao" userId="S::krishnaraj@devappsys.com::a83542c9-5cf2-493e-a756-14c8b4a74310" providerId="AD" clId="Web-{6EE5FFB5-FA97-431F-A702-10D5039EA187}" dt="2025-06-07T05:54:54.601" v="71" actId="20577"/>
          <ac:spMkLst>
            <pc:docMk/>
            <pc:sldMk cId="0" sldId="258"/>
            <ac:spMk id="5" creationId="{00000000-0000-0000-0000-000000000000}"/>
          </ac:spMkLst>
        </pc:spChg>
        <pc:spChg chg="mod">
          <ac:chgData name="Krishnaraj Rao" userId="S::krishnaraj@devappsys.com::a83542c9-5cf2-493e-a756-14c8b4a74310" providerId="AD" clId="Web-{6EE5FFB5-FA97-431F-A702-10D5039EA187}" dt="2025-06-07T05:50:15.983" v="32" actId="1076"/>
          <ac:spMkLst>
            <pc:docMk/>
            <pc:sldMk cId="0" sldId="258"/>
            <ac:spMk id="9" creationId="{00000000-0000-0000-0000-000000000000}"/>
          </ac:spMkLst>
        </pc:spChg>
        <pc:spChg chg="del">
          <ac:chgData name="Krishnaraj Rao" userId="S::krishnaraj@devappsys.com::a83542c9-5cf2-493e-a756-14c8b4a74310" providerId="AD" clId="Web-{6EE5FFB5-FA97-431F-A702-10D5039EA187}" dt="2025-06-07T05:53:22.455" v="55"/>
          <ac:spMkLst>
            <pc:docMk/>
            <pc:sldMk cId="0" sldId="258"/>
            <ac:spMk id="13" creationId="{00000000-0000-0000-0000-000000000000}"/>
          </ac:spMkLst>
        </pc:spChg>
        <pc:spChg chg="del">
          <ac:chgData name="Krishnaraj Rao" userId="S::krishnaraj@devappsys.com::a83542c9-5cf2-493e-a756-14c8b4a74310" providerId="AD" clId="Web-{6EE5FFB5-FA97-431F-A702-10D5039EA187}" dt="2025-06-07T05:50:06.202" v="31"/>
          <ac:spMkLst>
            <pc:docMk/>
            <pc:sldMk cId="0" sldId="258"/>
            <ac:spMk id="14" creationId="{00000000-0000-0000-0000-000000000000}"/>
          </ac:spMkLst>
        </pc:spChg>
        <pc:spChg chg="mod">
          <ac:chgData name="Krishnaraj Rao" userId="S::krishnaraj@devappsys.com::a83542c9-5cf2-493e-a756-14c8b4a74310" providerId="AD" clId="Web-{6EE5FFB5-FA97-431F-A702-10D5039EA187}" dt="2025-06-07T05:52:01.985" v="43" actId="1076"/>
          <ac:spMkLst>
            <pc:docMk/>
            <pc:sldMk cId="0" sldId="258"/>
            <ac:spMk id="19" creationId="{9638AB3A-734E-28AD-106B-E6DC74EB2121}"/>
          </ac:spMkLst>
        </pc:spChg>
      </pc:sldChg>
      <pc:sldChg chg="addSp delSp modSp add del">
        <pc:chgData name="Krishnaraj Rao" userId="S::krishnaraj@devappsys.com::a83542c9-5cf2-493e-a756-14c8b4a74310" providerId="AD" clId="Web-{6EE5FFB5-FA97-431F-A702-10D5039EA187}" dt="2025-06-07T06:39:01.396" v="334"/>
        <pc:sldMkLst>
          <pc:docMk/>
          <pc:sldMk cId="0" sldId="259"/>
        </pc:sldMkLst>
        <pc:spChg chg="del">
          <ac:chgData name="Krishnaraj Rao" userId="S::krishnaraj@devappsys.com::a83542c9-5cf2-493e-a756-14c8b4a74310" providerId="AD" clId="Web-{6EE5FFB5-FA97-431F-A702-10D5039EA187}" dt="2025-06-07T06:32:38.889" v="302"/>
          <ac:spMkLst>
            <pc:docMk/>
            <pc:sldMk cId="0" sldId="259"/>
            <ac:spMk id="11" creationId="{00000000-0000-0000-0000-000000000000}"/>
          </ac:spMkLst>
        </pc:spChg>
        <pc:spChg chg="mod">
          <ac:chgData name="Krishnaraj Rao" userId="S::krishnaraj@devappsys.com::a83542c9-5cf2-493e-a756-14c8b4a74310" providerId="AD" clId="Web-{6EE5FFB5-FA97-431F-A702-10D5039EA187}" dt="2025-06-07T06:34:48.282" v="323" actId="20577"/>
          <ac:spMkLst>
            <pc:docMk/>
            <pc:sldMk cId="0" sldId="259"/>
            <ac:spMk id="12" creationId="{00000000-0000-0000-0000-000000000000}"/>
          </ac:spMkLst>
        </pc:spChg>
        <pc:spChg chg="del mod">
          <ac:chgData name="Krishnaraj Rao" userId="S::krishnaraj@devappsys.com::a83542c9-5cf2-493e-a756-14c8b4a74310" providerId="AD" clId="Web-{6EE5FFB5-FA97-431F-A702-10D5039EA187}" dt="2025-06-07T06:33:57.906" v="312"/>
          <ac:spMkLst>
            <pc:docMk/>
            <pc:sldMk cId="0" sldId="259"/>
            <ac:spMk id="13" creationId="{00000000-0000-0000-0000-000000000000}"/>
          </ac:spMkLst>
        </pc:spChg>
        <pc:spChg chg="add del mod">
          <ac:chgData name="Krishnaraj Rao" userId="S::krishnaraj@devappsys.com::a83542c9-5cf2-493e-a756-14c8b4a74310" providerId="AD" clId="Web-{6EE5FFB5-FA97-431F-A702-10D5039EA187}" dt="2025-06-07T06:38:58.849" v="333"/>
          <ac:spMkLst>
            <pc:docMk/>
            <pc:sldMk cId="0" sldId="259"/>
            <ac:spMk id="14" creationId="{00000000-0000-0000-0000-000000000000}"/>
          </ac:spMkLst>
        </pc:spChg>
        <pc:grpChg chg="del mod">
          <ac:chgData name="Krishnaraj Rao" userId="S::krishnaraj@devappsys.com::a83542c9-5cf2-493e-a756-14c8b4a74310" providerId="AD" clId="Web-{6EE5FFB5-FA97-431F-A702-10D5039EA187}" dt="2025-06-07T06:34:08.203" v="315"/>
          <ac:grpSpMkLst>
            <pc:docMk/>
            <pc:sldMk cId="0" sldId="259"/>
            <ac:grpSpMk id="5" creationId="{00000000-0000-0000-0000-000000000000}"/>
          </ac:grpSpMkLst>
        </pc:grpChg>
        <pc:grpChg chg="del">
          <ac:chgData name="Krishnaraj Rao" userId="S::krishnaraj@devappsys.com::a83542c9-5cf2-493e-a756-14c8b4a74310" providerId="AD" clId="Web-{6EE5FFB5-FA97-431F-A702-10D5039EA187}" dt="2025-06-07T06:32:40.420" v="303"/>
          <ac:grpSpMkLst>
            <pc:docMk/>
            <pc:sldMk cId="0" sldId="259"/>
            <ac:grpSpMk id="7" creationId="{00000000-0000-0000-0000-000000000000}"/>
          </ac:grpSpMkLst>
        </pc:grpChg>
        <pc:picChg chg="add del mod">
          <ac:chgData name="Krishnaraj Rao" userId="S::krishnaraj@devappsys.com::a83542c9-5cf2-493e-a756-14c8b4a74310" providerId="AD" clId="Web-{6EE5FFB5-FA97-431F-A702-10D5039EA187}" dt="2025-06-07T06:33:12.562" v="306"/>
          <ac:picMkLst>
            <pc:docMk/>
            <pc:sldMk cId="0" sldId="259"/>
            <ac:picMk id="15" creationId="{A5F09E1F-B94D-CF10-0339-42869DFD4B6C}"/>
          </ac:picMkLst>
        </pc:picChg>
        <pc:picChg chg="add del mod">
          <ac:chgData name="Krishnaraj Rao" userId="S::krishnaraj@devappsys.com::a83542c9-5cf2-493e-a756-14c8b4a74310" providerId="AD" clId="Web-{6EE5FFB5-FA97-431F-A702-10D5039EA187}" dt="2025-06-07T06:35:30.845" v="324"/>
          <ac:picMkLst>
            <pc:docMk/>
            <pc:sldMk cId="0" sldId="259"/>
            <ac:picMk id="16" creationId="{11C996E2-76DC-3210-5EAB-41284963AF19}"/>
          </ac:picMkLst>
        </pc:picChg>
        <pc:picChg chg="add del mod">
          <ac:chgData name="Krishnaraj Rao" userId="S::krishnaraj@devappsys.com::a83542c9-5cf2-493e-a756-14c8b4a74310" providerId="AD" clId="Web-{6EE5FFB5-FA97-431F-A702-10D5039EA187}" dt="2025-06-07T06:39:01.396" v="334"/>
          <ac:picMkLst>
            <pc:docMk/>
            <pc:sldMk cId="0" sldId="259"/>
            <ac:picMk id="17" creationId="{19740CE3-C360-7535-5DA7-CC40B350C4AD}"/>
          </ac:picMkLst>
        </pc:picChg>
      </pc:sldChg>
      <pc:sldChg chg="del ord">
        <pc:chgData name="Krishnaraj Rao" userId="S::krishnaraj@devappsys.com::a83542c9-5cf2-493e-a756-14c8b4a74310" providerId="AD" clId="Web-{6EE5FFB5-FA97-431F-A702-10D5039EA187}" dt="2025-06-07T06:58:06.079" v="503"/>
        <pc:sldMkLst>
          <pc:docMk/>
          <pc:sldMk cId="0" sldId="260"/>
        </pc:sldMkLst>
      </pc:sldChg>
      <pc:sldChg chg="del">
        <pc:chgData name="Krishnaraj Rao" userId="S::krishnaraj@devappsys.com::a83542c9-5cf2-493e-a756-14c8b4a74310" providerId="AD" clId="Web-{6EE5FFB5-FA97-431F-A702-10D5039EA187}" dt="2025-06-07T06:58:02.360" v="502"/>
        <pc:sldMkLst>
          <pc:docMk/>
          <pc:sldMk cId="0" sldId="261"/>
        </pc:sldMkLst>
      </pc:sldChg>
      <pc:sldChg chg="del">
        <pc:chgData name="Krishnaraj Rao" userId="S::krishnaraj@devappsys.com::a83542c9-5cf2-493e-a756-14c8b4a74310" providerId="AD" clId="Web-{6EE5FFB5-FA97-431F-A702-10D5039EA187}" dt="2025-06-07T06:58:06.438" v="504"/>
        <pc:sldMkLst>
          <pc:docMk/>
          <pc:sldMk cId="0" sldId="262"/>
        </pc:sldMkLst>
      </pc:sldChg>
      <pc:sldChg chg="delSp modSp del">
        <pc:chgData name="Krishnaraj Rao" userId="S::krishnaraj@devappsys.com::a83542c9-5cf2-493e-a756-14c8b4a74310" providerId="AD" clId="Web-{6EE5FFB5-FA97-431F-A702-10D5039EA187}" dt="2025-06-07T07:02:59.334" v="566"/>
        <pc:sldMkLst>
          <pc:docMk/>
          <pc:sldMk cId="0" sldId="263"/>
        </pc:sldMkLst>
        <pc:spChg chg="mod">
          <ac:chgData name="Krishnaraj Rao" userId="S::krishnaraj@devappsys.com::a83542c9-5cf2-493e-a756-14c8b4a74310" providerId="AD" clId="Web-{6EE5FFB5-FA97-431F-A702-10D5039EA187}" dt="2025-06-07T06:59:52.581" v="529" actId="14100"/>
          <ac:spMkLst>
            <pc:docMk/>
            <pc:sldMk cId="0" sldId="263"/>
            <ac:spMk id="6" creationId="{00000000-0000-0000-0000-000000000000}"/>
          </ac:spMkLst>
        </pc:spChg>
        <pc:spChg chg="mod topLvl">
          <ac:chgData name="Krishnaraj Rao" userId="S::krishnaraj@devappsys.com::a83542c9-5cf2-493e-a756-14c8b4a74310" providerId="AD" clId="Web-{6EE5FFB5-FA97-431F-A702-10D5039EA187}" dt="2025-06-07T07:02:38.381" v="565" actId="20577"/>
          <ac:spMkLst>
            <pc:docMk/>
            <pc:sldMk cId="0" sldId="263"/>
            <ac:spMk id="8" creationId="{00000000-0000-0000-0000-000000000000}"/>
          </ac:spMkLst>
        </pc:spChg>
        <pc:spChg chg="del mod topLvl">
          <ac:chgData name="Krishnaraj Rao" userId="S::krishnaraj@devappsys.com::a83542c9-5cf2-493e-a756-14c8b4a74310" providerId="AD" clId="Web-{6EE5FFB5-FA97-431F-A702-10D5039EA187}" dt="2025-06-07T06:59:00.127" v="511"/>
          <ac:spMkLst>
            <pc:docMk/>
            <pc:sldMk cId="0" sldId="263"/>
            <ac:spMk id="9" creationId="{00000000-0000-0000-0000-000000000000}"/>
          </ac:spMkLst>
        </pc:spChg>
        <pc:spChg chg="del">
          <ac:chgData name="Krishnaraj Rao" userId="S::krishnaraj@devappsys.com::a83542c9-5cf2-493e-a756-14c8b4a74310" providerId="AD" clId="Web-{6EE5FFB5-FA97-431F-A702-10D5039EA187}" dt="2025-06-07T06:58:58.096" v="510"/>
          <ac:spMkLst>
            <pc:docMk/>
            <pc:sldMk cId="0" sldId="263"/>
            <ac:spMk id="10" creationId="{00000000-0000-0000-0000-000000000000}"/>
          </ac:spMkLst>
        </pc:spChg>
        <pc:spChg chg="del">
          <ac:chgData name="Krishnaraj Rao" userId="S::krishnaraj@devappsys.com::a83542c9-5cf2-493e-a756-14c8b4a74310" providerId="AD" clId="Web-{6EE5FFB5-FA97-431F-A702-10D5039EA187}" dt="2025-06-07T06:58:56.080" v="509"/>
          <ac:spMkLst>
            <pc:docMk/>
            <pc:sldMk cId="0" sldId="263"/>
            <ac:spMk id="11" creationId="{00000000-0000-0000-0000-000000000000}"/>
          </ac:spMkLst>
        </pc:spChg>
        <pc:spChg chg="del">
          <ac:chgData name="Krishnaraj Rao" userId="S::krishnaraj@devappsys.com::a83542c9-5cf2-493e-a756-14c8b4a74310" providerId="AD" clId="Web-{6EE5FFB5-FA97-431F-A702-10D5039EA187}" dt="2025-06-07T06:58:54.236" v="508"/>
          <ac:spMkLst>
            <pc:docMk/>
            <pc:sldMk cId="0" sldId="263"/>
            <ac:spMk id="12" creationId="{00000000-0000-0000-0000-000000000000}"/>
          </ac:spMkLst>
        </pc:spChg>
        <pc:spChg chg="del">
          <ac:chgData name="Krishnaraj Rao" userId="S::krishnaraj@devappsys.com::a83542c9-5cf2-493e-a756-14c8b4a74310" providerId="AD" clId="Web-{6EE5FFB5-FA97-431F-A702-10D5039EA187}" dt="2025-06-07T06:58:51.392" v="507"/>
          <ac:spMkLst>
            <pc:docMk/>
            <pc:sldMk cId="0" sldId="263"/>
            <ac:spMk id="13" creationId="{00000000-0000-0000-0000-000000000000}"/>
          </ac:spMkLst>
        </pc:spChg>
        <pc:grpChg chg="del">
          <ac:chgData name="Krishnaraj Rao" userId="S::krishnaraj@devappsys.com::a83542c9-5cf2-493e-a756-14c8b4a74310" providerId="AD" clId="Web-{6EE5FFB5-FA97-431F-A702-10D5039EA187}" dt="2025-06-07T06:59:00.127" v="511"/>
          <ac:grpSpMkLst>
            <pc:docMk/>
            <pc:sldMk cId="0" sldId="263"/>
            <ac:grpSpMk id="7" creationId="{00000000-0000-0000-0000-000000000000}"/>
          </ac:grpSpMkLst>
        </pc:grpChg>
      </pc:sldChg>
      <pc:sldChg chg="del">
        <pc:chgData name="Krishnaraj Rao" userId="S::krishnaraj@devappsys.com::a83542c9-5cf2-493e-a756-14c8b4a74310" providerId="AD" clId="Web-{6EE5FFB5-FA97-431F-A702-10D5039EA187}" dt="2025-06-07T07:08:17.606" v="627"/>
        <pc:sldMkLst>
          <pc:docMk/>
          <pc:sldMk cId="0" sldId="264"/>
        </pc:sldMkLst>
      </pc:sldChg>
      <pc:sldChg chg="modSp">
        <pc:chgData name="Krishnaraj Rao" userId="S::krishnaraj@devappsys.com::a83542c9-5cf2-493e-a756-14c8b4a74310" providerId="AD" clId="Web-{6EE5FFB5-FA97-431F-A702-10D5039EA187}" dt="2025-06-07T07:22:48.957" v="898" actId="20577"/>
        <pc:sldMkLst>
          <pc:docMk/>
          <pc:sldMk cId="0" sldId="265"/>
        </pc:sldMkLst>
        <pc:spChg chg="mod">
          <ac:chgData name="Krishnaraj Rao" userId="S::krishnaraj@devappsys.com::a83542c9-5cf2-493e-a756-14c8b4a74310" providerId="AD" clId="Web-{6EE5FFB5-FA97-431F-A702-10D5039EA187}" dt="2025-06-07T07:11:42.657" v="646" actId="20577"/>
          <ac:spMkLst>
            <pc:docMk/>
            <pc:sldMk cId="0" sldId="265"/>
            <ac:spMk id="5" creationId="{00000000-0000-0000-0000-000000000000}"/>
          </ac:spMkLst>
        </pc:spChg>
        <pc:spChg chg="mod">
          <ac:chgData name="Krishnaraj Rao" userId="S::krishnaraj@devappsys.com::a83542c9-5cf2-493e-a756-14c8b4a74310" providerId="AD" clId="Web-{6EE5FFB5-FA97-431F-A702-10D5039EA187}" dt="2025-06-07T07:12:39.486" v="655" actId="20577"/>
          <ac:spMkLst>
            <pc:docMk/>
            <pc:sldMk cId="0" sldId="265"/>
            <ac:spMk id="6" creationId="{00000000-0000-0000-0000-000000000000}"/>
          </ac:spMkLst>
        </pc:spChg>
        <pc:spChg chg="mod">
          <ac:chgData name="Krishnaraj Rao" userId="S::krishnaraj@devappsys.com::a83542c9-5cf2-493e-a756-14c8b4a74310" providerId="AD" clId="Web-{6EE5FFB5-FA97-431F-A702-10D5039EA187}" dt="2025-06-07T07:22:48.957" v="898" actId="20577"/>
          <ac:spMkLst>
            <pc:docMk/>
            <pc:sldMk cId="0" sldId="265"/>
            <ac:spMk id="7" creationId="{00000000-0000-0000-0000-000000000000}"/>
          </ac:spMkLst>
        </pc:spChg>
        <pc:spChg chg="mod">
          <ac:chgData name="Krishnaraj Rao" userId="S::krishnaraj@devappsys.com::a83542c9-5cf2-493e-a756-14c8b4a74310" providerId="AD" clId="Web-{6EE5FFB5-FA97-431F-A702-10D5039EA187}" dt="2025-06-07T07:14:02.535" v="684" actId="20577"/>
          <ac:spMkLst>
            <pc:docMk/>
            <pc:sldMk cId="0" sldId="265"/>
            <ac:spMk id="8" creationId="{00000000-0000-0000-0000-000000000000}"/>
          </ac:spMkLst>
        </pc:spChg>
        <pc:spChg chg="mod">
          <ac:chgData name="Krishnaraj Rao" userId="S::krishnaraj@devappsys.com::a83542c9-5cf2-493e-a756-14c8b4a74310" providerId="AD" clId="Web-{6EE5FFB5-FA97-431F-A702-10D5039EA187}" dt="2025-06-07T07:19:31.134" v="838"/>
          <ac:spMkLst>
            <pc:docMk/>
            <pc:sldMk cId="0" sldId="265"/>
            <ac:spMk id="9" creationId="{00000000-0000-0000-0000-000000000000}"/>
          </ac:spMkLst>
        </pc:spChg>
        <pc:spChg chg="mod">
          <ac:chgData name="Krishnaraj Rao" userId="S::krishnaraj@devappsys.com::a83542c9-5cf2-493e-a756-14c8b4a74310" providerId="AD" clId="Web-{6EE5FFB5-FA97-431F-A702-10D5039EA187}" dt="2025-06-07T07:19:31.134" v="839"/>
          <ac:spMkLst>
            <pc:docMk/>
            <pc:sldMk cId="0" sldId="265"/>
            <ac:spMk id="10" creationId="{00000000-0000-0000-0000-000000000000}"/>
          </ac:spMkLst>
        </pc:spChg>
        <pc:spChg chg="mod">
          <ac:chgData name="Krishnaraj Rao" userId="S::krishnaraj@devappsys.com::a83542c9-5cf2-493e-a756-14c8b4a74310" providerId="AD" clId="Web-{6EE5FFB5-FA97-431F-A702-10D5039EA187}" dt="2025-06-07T07:19:31.134" v="840"/>
          <ac:spMkLst>
            <pc:docMk/>
            <pc:sldMk cId="0" sldId="265"/>
            <ac:spMk id="11" creationId="{00000000-0000-0000-0000-000000000000}"/>
          </ac:spMkLst>
        </pc:spChg>
        <pc:spChg chg="mod">
          <ac:chgData name="Krishnaraj Rao" userId="S::krishnaraj@devappsys.com::a83542c9-5cf2-493e-a756-14c8b4a74310" providerId="AD" clId="Web-{6EE5FFB5-FA97-431F-A702-10D5039EA187}" dt="2025-06-07T07:19:31.134" v="841"/>
          <ac:spMkLst>
            <pc:docMk/>
            <pc:sldMk cId="0" sldId="265"/>
            <ac:spMk id="12" creationId="{00000000-0000-0000-0000-000000000000}"/>
          </ac:spMkLst>
        </pc:spChg>
        <pc:spChg chg="mod">
          <ac:chgData name="Krishnaraj Rao" userId="S::krishnaraj@devappsys.com::a83542c9-5cf2-493e-a756-14c8b4a74310" providerId="AD" clId="Web-{6EE5FFB5-FA97-431F-A702-10D5039EA187}" dt="2025-06-07T07:19:31.134" v="842"/>
          <ac:spMkLst>
            <pc:docMk/>
            <pc:sldMk cId="0" sldId="265"/>
            <ac:spMk id="13" creationId="{00000000-0000-0000-0000-000000000000}"/>
          </ac:spMkLst>
        </pc:spChg>
        <pc:spChg chg="mod">
          <ac:chgData name="Krishnaraj Rao" userId="S::krishnaraj@devappsys.com::a83542c9-5cf2-493e-a756-14c8b4a74310" providerId="AD" clId="Web-{6EE5FFB5-FA97-431F-A702-10D5039EA187}" dt="2025-06-07T07:19:31.197" v="843"/>
          <ac:spMkLst>
            <pc:docMk/>
            <pc:sldMk cId="0" sldId="265"/>
            <ac:spMk id="14" creationId="{00000000-0000-0000-0000-000000000000}"/>
          </ac:spMkLst>
        </pc:spChg>
        <pc:spChg chg="mod">
          <ac:chgData name="Krishnaraj Rao" userId="S::krishnaraj@devappsys.com::a83542c9-5cf2-493e-a756-14c8b4a74310" providerId="AD" clId="Web-{6EE5FFB5-FA97-431F-A702-10D5039EA187}" dt="2025-06-07T07:08:49.732" v="629" actId="20577"/>
          <ac:spMkLst>
            <pc:docMk/>
            <pc:sldMk cId="0" sldId="265"/>
            <ac:spMk id="15" creationId="{00000000-0000-0000-0000-000000000000}"/>
          </ac:spMkLst>
        </pc:spChg>
      </pc:sldChg>
      <pc:sldChg chg="delSp modSp">
        <pc:chgData name="Krishnaraj Rao" userId="S::krishnaraj@devappsys.com::a83542c9-5cf2-493e-a756-14c8b4a74310" providerId="AD" clId="Web-{6EE5FFB5-FA97-431F-A702-10D5039EA187}" dt="2025-06-07T07:24:47.568" v="934" actId="1076"/>
        <pc:sldMkLst>
          <pc:docMk/>
          <pc:sldMk cId="0" sldId="266"/>
        </pc:sldMkLst>
        <pc:spChg chg="del mod">
          <ac:chgData name="Krishnaraj Rao" userId="S::krishnaraj@devappsys.com::a83542c9-5cf2-493e-a756-14c8b4a74310" providerId="AD" clId="Web-{6EE5FFB5-FA97-431F-A702-10D5039EA187}" dt="2025-06-07T07:23:40.583" v="913"/>
          <ac:spMkLst>
            <pc:docMk/>
            <pc:sldMk cId="0" sldId="266"/>
            <ac:spMk id="19" creationId="{00000000-0000-0000-0000-000000000000}"/>
          </ac:spMkLst>
        </pc:spChg>
        <pc:spChg chg="mod topLvl">
          <ac:chgData name="Krishnaraj Rao" userId="S::krishnaraj@devappsys.com::a83542c9-5cf2-493e-a756-14c8b4a74310" providerId="AD" clId="Web-{6EE5FFB5-FA97-431F-A702-10D5039EA187}" dt="2025-06-07T07:24:47.568" v="934" actId="1076"/>
          <ac:spMkLst>
            <pc:docMk/>
            <pc:sldMk cId="0" sldId="266"/>
            <ac:spMk id="21" creationId="{00000000-0000-0000-0000-000000000000}"/>
          </ac:spMkLst>
        </pc:spChg>
        <pc:spChg chg="del mod">
          <ac:chgData name="Krishnaraj Rao" userId="S::krishnaraj@devappsys.com::a83542c9-5cf2-493e-a756-14c8b4a74310" providerId="AD" clId="Web-{6EE5FFB5-FA97-431F-A702-10D5039EA187}" dt="2025-06-07T07:23:19.926" v="909"/>
          <ac:spMkLst>
            <pc:docMk/>
            <pc:sldMk cId="0" sldId="266"/>
            <ac:spMk id="22" creationId="{00000000-0000-0000-0000-000000000000}"/>
          </ac:spMkLst>
        </pc:spChg>
        <pc:spChg chg="del topLvl">
          <ac:chgData name="Krishnaraj Rao" userId="S::krishnaraj@devappsys.com::a83542c9-5cf2-493e-a756-14c8b4a74310" providerId="AD" clId="Web-{6EE5FFB5-FA97-431F-A702-10D5039EA187}" dt="2025-06-07T07:23:21.598" v="910"/>
          <ac:spMkLst>
            <pc:docMk/>
            <pc:sldMk cId="0" sldId="266"/>
            <ac:spMk id="23" creationId="{00000000-0000-0000-0000-000000000000}"/>
          </ac:spMkLst>
        </pc:spChg>
        <pc:grpChg chg="del">
          <ac:chgData name="Krishnaraj Rao" userId="S::krishnaraj@devappsys.com::a83542c9-5cf2-493e-a756-14c8b4a74310" providerId="AD" clId="Web-{6EE5FFB5-FA97-431F-A702-10D5039EA187}" dt="2025-06-07T07:23:21.598" v="910"/>
          <ac:grpSpMkLst>
            <pc:docMk/>
            <pc:sldMk cId="0" sldId="266"/>
            <ac:grpSpMk id="20" creationId="{00000000-0000-0000-0000-000000000000}"/>
          </ac:grpSpMkLst>
        </pc:grpChg>
      </pc:sldChg>
      <pc:sldChg chg="modSp">
        <pc:chgData name="Krishnaraj Rao" userId="S::krishnaraj@devappsys.com::a83542c9-5cf2-493e-a756-14c8b4a74310" providerId="AD" clId="Web-{6EE5FFB5-FA97-431F-A702-10D5039EA187}" dt="2025-06-07T07:28:34.807" v="976" actId="20577"/>
        <pc:sldMkLst>
          <pc:docMk/>
          <pc:sldMk cId="0" sldId="267"/>
        </pc:sldMkLst>
        <pc:spChg chg="mod">
          <ac:chgData name="Krishnaraj Rao" userId="S::krishnaraj@devappsys.com::a83542c9-5cf2-493e-a756-14c8b4a74310" providerId="AD" clId="Web-{6EE5FFB5-FA97-431F-A702-10D5039EA187}" dt="2025-06-07T07:27:56.916" v="948" actId="20577"/>
          <ac:spMkLst>
            <pc:docMk/>
            <pc:sldMk cId="0" sldId="267"/>
            <ac:spMk id="3" creationId="{00000000-0000-0000-0000-000000000000}"/>
          </ac:spMkLst>
        </pc:spChg>
        <pc:spChg chg="mod">
          <ac:chgData name="Krishnaraj Rao" userId="S::krishnaraj@devappsys.com::a83542c9-5cf2-493e-a756-14c8b4a74310" providerId="AD" clId="Web-{6EE5FFB5-FA97-431F-A702-10D5039EA187}" dt="2025-06-07T07:28:12.807" v="957" actId="20577"/>
          <ac:spMkLst>
            <pc:docMk/>
            <pc:sldMk cId="0" sldId="267"/>
            <ac:spMk id="4" creationId="{00000000-0000-0000-0000-000000000000}"/>
          </ac:spMkLst>
        </pc:spChg>
        <pc:spChg chg="mod">
          <ac:chgData name="Krishnaraj Rao" userId="S::krishnaraj@devappsys.com::a83542c9-5cf2-493e-a756-14c8b4a74310" providerId="AD" clId="Web-{6EE5FFB5-FA97-431F-A702-10D5039EA187}" dt="2025-06-07T07:28:34.807" v="976" actId="20577"/>
          <ac:spMkLst>
            <pc:docMk/>
            <pc:sldMk cId="0" sldId="267"/>
            <ac:spMk id="5" creationId="{00000000-0000-0000-0000-000000000000}"/>
          </ac:spMkLst>
        </pc:spChg>
        <pc:spChg chg="mod">
          <ac:chgData name="Krishnaraj Rao" userId="S::krishnaraj@devappsys.com::a83542c9-5cf2-493e-a756-14c8b4a74310" providerId="AD" clId="Web-{6EE5FFB5-FA97-431F-A702-10D5039EA187}" dt="2025-06-07T07:28:25.666" v="968" actId="20577"/>
          <ac:spMkLst>
            <pc:docMk/>
            <pc:sldMk cId="0" sldId="267"/>
            <ac:spMk id="7" creationId="{00000000-0000-0000-0000-000000000000}"/>
          </ac:spMkLst>
        </pc:spChg>
      </pc:sldChg>
      <pc:sldChg chg="delSp modSp">
        <pc:chgData name="Krishnaraj Rao" userId="S::krishnaraj@devappsys.com::a83542c9-5cf2-493e-a756-14c8b4a74310" providerId="AD" clId="Web-{6EE5FFB5-FA97-431F-A702-10D5039EA187}" dt="2025-06-07T07:39:16.444" v="1033"/>
        <pc:sldMkLst>
          <pc:docMk/>
          <pc:sldMk cId="0" sldId="268"/>
        </pc:sldMkLst>
        <pc:spChg chg="del mod">
          <ac:chgData name="Krishnaraj Rao" userId="S::krishnaraj@devappsys.com::a83542c9-5cf2-493e-a756-14c8b4a74310" providerId="AD" clId="Web-{6EE5FFB5-FA97-431F-A702-10D5039EA187}" dt="2025-06-07T07:39:09.710" v="1030"/>
          <ac:spMkLst>
            <pc:docMk/>
            <pc:sldMk cId="0" sldId="268"/>
            <ac:spMk id="6" creationId="{00000000-0000-0000-0000-000000000000}"/>
          </ac:spMkLst>
        </pc:spChg>
        <pc:spChg chg="del mod">
          <ac:chgData name="Krishnaraj Rao" userId="S::krishnaraj@devappsys.com::a83542c9-5cf2-493e-a756-14c8b4a74310" providerId="AD" clId="Web-{6EE5FFB5-FA97-431F-A702-10D5039EA187}" dt="2025-06-07T07:29:33.871" v="978"/>
          <ac:spMkLst>
            <pc:docMk/>
            <pc:sldMk cId="0" sldId="268"/>
            <ac:spMk id="8" creationId="{00000000-0000-0000-0000-000000000000}"/>
          </ac:spMkLst>
        </pc:spChg>
        <pc:spChg chg="mod">
          <ac:chgData name="Krishnaraj Rao" userId="S::krishnaraj@devappsys.com::a83542c9-5cf2-493e-a756-14c8b4a74310" providerId="AD" clId="Web-{6EE5FFB5-FA97-431F-A702-10D5039EA187}" dt="2025-06-07T07:32:43.406" v="1028" actId="20577"/>
          <ac:spMkLst>
            <pc:docMk/>
            <pc:sldMk cId="0" sldId="268"/>
            <ac:spMk id="9" creationId="{00000000-0000-0000-0000-000000000000}"/>
          </ac:spMkLst>
        </pc:spChg>
        <pc:spChg chg="del">
          <ac:chgData name="Krishnaraj Rao" userId="S::krishnaraj@devappsys.com::a83542c9-5cf2-493e-a756-14c8b4a74310" providerId="AD" clId="Web-{6EE5FFB5-FA97-431F-A702-10D5039EA187}" dt="2025-06-07T07:39:16.444" v="1033"/>
          <ac:spMkLst>
            <pc:docMk/>
            <pc:sldMk cId="0" sldId="268"/>
            <ac:spMk id="10" creationId="{00000000-0000-0000-0000-000000000000}"/>
          </ac:spMkLst>
        </pc:spChg>
        <pc:spChg chg="del">
          <ac:chgData name="Krishnaraj Rao" userId="S::krishnaraj@devappsys.com::a83542c9-5cf2-493e-a756-14c8b4a74310" providerId="AD" clId="Web-{6EE5FFB5-FA97-431F-A702-10D5039EA187}" dt="2025-06-07T07:39:11.132" v="1031"/>
          <ac:spMkLst>
            <pc:docMk/>
            <pc:sldMk cId="0" sldId="268"/>
            <ac:spMk id="11" creationId="{00000000-0000-0000-0000-000000000000}"/>
          </ac:spMkLst>
        </pc:spChg>
        <pc:spChg chg="del">
          <ac:chgData name="Krishnaraj Rao" userId="S::krishnaraj@devappsys.com::a83542c9-5cf2-493e-a756-14c8b4a74310" providerId="AD" clId="Web-{6EE5FFB5-FA97-431F-A702-10D5039EA187}" dt="2025-06-07T07:39:14.241" v="1032"/>
          <ac:spMkLst>
            <pc:docMk/>
            <pc:sldMk cId="0" sldId="268"/>
            <ac:spMk id="12" creationId="{00000000-0000-0000-0000-000000000000}"/>
          </ac:spMkLst>
        </pc:spChg>
      </pc:sldChg>
      <pc:sldChg chg="addSp modSp add del replId">
        <pc:chgData name="Krishnaraj Rao" userId="S::krishnaraj@devappsys.com::a83542c9-5cf2-493e-a756-14c8b4a74310" providerId="AD" clId="Web-{6EE5FFB5-FA97-431F-A702-10D5039EA187}" dt="2025-06-07T06:56:40.249" v="501"/>
        <pc:sldMkLst>
          <pc:docMk/>
          <pc:sldMk cId="2009292532" sldId="270"/>
        </pc:sldMkLst>
        <pc:spChg chg="mod">
          <ac:chgData name="Krishnaraj Rao" userId="S::krishnaraj@devappsys.com::a83542c9-5cf2-493e-a756-14c8b4a74310" providerId="AD" clId="Web-{6EE5FFB5-FA97-431F-A702-10D5039EA187}" dt="2025-06-07T06:04:13.987" v="154" actId="14100"/>
          <ac:spMkLst>
            <pc:docMk/>
            <pc:sldMk cId="2009292532" sldId="270"/>
            <ac:spMk id="5" creationId="{3C034509-A163-54FF-33EF-A5317C50E181}"/>
          </ac:spMkLst>
        </pc:spChg>
        <pc:spChg chg="mod">
          <ac:chgData name="Krishnaraj Rao" userId="S::krishnaraj@devappsys.com::a83542c9-5cf2-493e-a756-14c8b4a74310" providerId="AD" clId="Web-{6EE5FFB5-FA97-431F-A702-10D5039EA187}" dt="2025-06-07T06:55:06.779" v="500" actId="20577"/>
          <ac:spMkLst>
            <pc:docMk/>
            <pc:sldMk cId="2009292532" sldId="270"/>
            <ac:spMk id="9" creationId="{A5613FCB-0CCD-CED3-C4BF-22EDAD66F491}"/>
          </ac:spMkLst>
        </pc:spChg>
        <pc:graphicFrameChg chg="add mod modGraphic">
          <ac:chgData name="Krishnaraj Rao" userId="S::krishnaraj@devappsys.com::a83542c9-5cf2-493e-a756-14c8b4a74310" providerId="AD" clId="Web-{6EE5FFB5-FA97-431F-A702-10D5039EA187}" dt="2025-06-07T06:04:17.315" v="155"/>
          <ac:graphicFrameMkLst>
            <pc:docMk/>
            <pc:sldMk cId="2009292532" sldId="270"/>
            <ac:graphicFrameMk id="14" creationId="{B004AC6C-DBF2-F92D-5B0F-776E75526CE0}"/>
          </ac:graphicFrameMkLst>
        </pc:graphicFrameChg>
      </pc:sldChg>
      <pc:sldChg chg="addSp delSp modSp add replId">
        <pc:chgData name="Krishnaraj Rao" userId="S::krishnaraj@devappsys.com::a83542c9-5cf2-493e-a756-14c8b4a74310" providerId="AD" clId="Web-{6EE5FFB5-FA97-431F-A702-10D5039EA187}" dt="2025-06-07T06:25:32.985" v="301" actId="20577"/>
        <pc:sldMkLst>
          <pc:docMk/>
          <pc:sldMk cId="2287379508" sldId="271"/>
        </pc:sldMkLst>
        <pc:spChg chg="mod">
          <ac:chgData name="Krishnaraj Rao" userId="S::krishnaraj@devappsys.com::a83542c9-5cf2-493e-a756-14c8b4a74310" providerId="AD" clId="Web-{6EE5FFB5-FA97-431F-A702-10D5039EA187}" dt="2025-06-07T06:25:32.985" v="301" actId="20577"/>
          <ac:spMkLst>
            <pc:docMk/>
            <pc:sldMk cId="2287379508" sldId="271"/>
            <ac:spMk id="5" creationId="{011B476D-250C-9356-4E61-619F8DF47597}"/>
          </ac:spMkLst>
        </pc:spChg>
        <pc:spChg chg="mod">
          <ac:chgData name="Krishnaraj Rao" userId="S::krishnaraj@devappsys.com::a83542c9-5cf2-493e-a756-14c8b4a74310" providerId="AD" clId="Web-{6EE5FFB5-FA97-431F-A702-10D5039EA187}" dt="2025-06-07T06:09:07.430" v="169" actId="20577"/>
          <ac:spMkLst>
            <pc:docMk/>
            <pc:sldMk cId="2287379508" sldId="271"/>
            <ac:spMk id="9" creationId="{12B9693A-628F-8041-7BC9-5F1E902449D1}"/>
          </ac:spMkLst>
        </pc:spChg>
        <pc:grpChg chg="mod">
          <ac:chgData name="Krishnaraj Rao" userId="S::krishnaraj@devappsys.com::a83542c9-5cf2-493e-a756-14c8b4a74310" providerId="AD" clId="Web-{6EE5FFB5-FA97-431F-A702-10D5039EA187}" dt="2025-06-07T06:14:33.858" v="224" actId="14100"/>
          <ac:grpSpMkLst>
            <pc:docMk/>
            <pc:sldMk cId="2287379508" sldId="271"/>
            <ac:grpSpMk id="4" creationId="{DBC1F9EA-ABAE-A6CC-DD7F-74AFBC992DF6}"/>
          </ac:grpSpMkLst>
        </pc:grpChg>
        <pc:graphicFrameChg chg="add del mod modGraphic">
          <ac:chgData name="Krishnaraj Rao" userId="S::krishnaraj@devappsys.com::a83542c9-5cf2-493e-a756-14c8b4a74310" providerId="AD" clId="Web-{6EE5FFB5-FA97-431F-A702-10D5039EA187}" dt="2025-06-07T06:10:28.166" v="194"/>
          <ac:graphicFrameMkLst>
            <pc:docMk/>
            <pc:sldMk cId="2287379508" sldId="271"/>
            <ac:graphicFrameMk id="14" creationId="{4BA22D0A-9425-D34C-A5CF-8AF270F32586}"/>
          </ac:graphicFrameMkLst>
        </pc:graphicFrameChg>
      </pc:sldChg>
      <pc:sldChg chg="addSp delSp modSp add replId">
        <pc:chgData name="Krishnaraj Rao" userId="S::krishnaraj@devappsys.com::a83542c9-5cf2-493e-a756-14c8b4a74310" providerId="AD" clId="Web-{6EE5FFB5-FA97-431F-A702-10D5039EA187}" dt="2025-06-07T06:40:00.819" v="347" actId="14100"/>
        <pc:sldMkLst>
          <pc:docMk/>
          <pc:sldMk cId="1378273258" sldId="272"/>
        </pc:sldMkLst>
        <pc:spChg chg="mod">
          <ac:chgData name="Krishnaraj Rao" userId="S::krishnaraj@devappsys.com::a83542c9-5cf2-493e-a756-14c8b4a74310" providerId="AD" clId="Web-{6EE5FFB5-FA97-431F-A702-10D5039EA187}" dt="2025-06-07T06:39:33.084" v="340" actId="20577"/>
          <ac:spMkLst>
            <pc:docMk/>
            <pc:sldMk cId="1378273258" sldId="272"/>
            <ac:spMk id="12" creationId="{C4829F24-53C2-7E91-0A22-DF71521DA44E}"/>
          </ac:spMkLst>
        </pc:spChg>
        <pc:picChg chg="add mod">
          <ac:chgData name="Krishnaraj Rao" userId="S::krishnaraj@devappsys.com::a83542c9-5cf2-493e-a756-14c8b4a74310" providerId="AD" clId="Web-{6EE5FFB5-FA97-431F-A702-10D5039EA187}" dt="2025-06-07T06:40:00.819" v="347" actId="14100"/>
          <ac:picMkLst>
            <pc:docMk/>
            <pc:sldMk cId="1378273258" sldId="272"/>
            <ac:picMk id="5" creationId="{575B74C2-9033-92D4-53D3-32C64F1FBA04}"/>
          </ac:picMkLst>
        </pc:picChg>
        <pc:picChg chg="del">
          <ac:chgData name="Krishnaraj Rao" userId="S::krishnaraj@devappsys.com::a83542c9-5cf2-493e-a756-14c8b4a74310" providerId="AD" clId="Web-{6EE5FFB5-FA97-431F-A702-10D5039EA187}" dt="2025-06-07T06:39:21.475" v="336"/>
          <ac:picMkLst>
            <pc:docMk/>
            <pc:sldMk cId="1378273258" sldId="272"/>
            <ac:picMk id="17" creationId="{AFBD2102-0E6D-A010-3B92-D628D7C084C0}"/>
          </ac:picMkLst>
        </pc:picChg>
      </pc:sldChg>
      <pc:sldChg chg="modSp add ord replId">
        <pc:chgData name="Krishnaraj Rao" userId="S::krishnaraj@devappsys.com::a83542c9-5cf2-493e-a756-14c8b4a74310" providerId="AD" clId="Web-{6EE5FFB5-FA97-431F-A702-10D5039EA187}" dt="2025-06-07T06:53:08.587" v="483" actId="14100"/>
        <pc:sldMkLst>
          <pc:docMk/>
          <pc:sldMk cId="3480894903" sldId="273"/>
        </pc:sldMkLst>
        <pc:spChg chg="mod">
          <ac:chgData name="Krishnaraj Rao" userId="S::krishnaraj@devappsys.com::a83542c9-5cf2-493e-a756-14c8b4a74310" providerId="AD" clId="Web-{6EE5FFB5-FA97-431F-A702-10D5039EA187}" dt="2025-06-07T06:53:08.587" v="483" actId="14100"/>
          <ac:spMkLst>
            <pc:docMk/>
            <pc:sldMk cId="3480894903" sldId="273"/>
            <ac:spMk id="5" creationId="{CEFD614E-217F-ADF7-5012-61A2E4C72D96}"/>
          </ac:spMkLst>
        </pc:spChg>
        <pc:spChg chg="mod">
          <ac:chgData name="Krishnaraj Rao" userId="S::krishnaraj@devappsys.com::a83542c9-5cf2-493e-a756-14c8b4a74310" providerId="AD" clId="Web-{6EE5FFB5-FA97-431F-A702-10D5039EA187}" dt="2025-06-07T06:42:10.150" v="359" actId="20577"/>
          <ac:spMkLst>
            <pc:docMk/>
            <pc:sldMk cId="3480894903" sldId="273"/>
            <ac:spMk id="9" creationId="{7D9BE6DE-92DA-FBB6-6EB2-8744095645C4}"/>
          </ac:spMkLst>
        </pc:spChg>
      </pc:sldChg>
      <pc:sldChg chg="modSp add replId">
        <pc:chgData name="Krishnaraj Rao" userId="S::krishnaraj@devappsys.com::a83542c9-5cf2-493e-a756-14c8b4a74310" providerId="AD" clId="Web-{6EE5FFB5-FA97-431F-A702-10D5039EA187}" dt="2025-06-07T07:07:15.542" v="626" actId="20577"/>
        <pc:sldMkLst>
          <pc:docMk/>
          <pc:sldMk cId="4199602133" sldId="274"/>
        </pc:sldMkLst>
        <pc:spChg chg="mod">
          <ac:chgData name="Krishnaraj Rao" userId="S::krishnaraj@devappsys.com::a83542c9-5cf2-493e-a756-14c8b4a74310" providerId="AD" clId="Web-{6EE5FFB5-FA97-431F-A702-10D5039EA187}" dt="2025-06-07T07:07:15.542" v="626" actId="20577"/>
          <ac:spMkLst>
            <pc:docMk/>
            <pc:sldMk cId="4199602133" sldId="274"/>
            <ac:spMk id="5" creationId="{66866F3C-D8F5-A241-1384-65477A6EB3F9}"/>
          </ac:spMkLst>
        </pc:spChg>
        <pc:spChg chg="mod">
          <ac:chgData name="Krishnaraj Rao" userId="S::krishnaraj@devappsys.com::a83542c9-5cf2-493e-a756-14c8b4a74310" providerId="AD" clId="Web-{6EE5FFB5-FA97-431F-A702-10D5039EA187}" dt="2025-06-07T07:03:50.789" v="591" actId="20577"/>
          <ac:spMkLst>
            <pc:docMk/>
            <pc:sldMk cId="4199602133" sldId="274"/>
            <ac:spMk id="9" creationId="{2B29D00A-A1AD-8ACA-5944-6D82A9647AE7}"/>
          </ac:spMkLst>
        </pc:spChg>
      </pc:sldChg>
    </pc:docChg>
  </pc:docChgLst>
  <pc:docChgLst>
    <pc:chgData name="suhas shetty" userId="S::suhas@devappsys.com::0b8a8c61-01d1-4dc3-a283-e89a57431e1e" providerId="AD" clId="Web-{C229F99B-91FC-4CCB-AA17-9B031DDDE57D}"/>
    <pc:docChg chg="modSld">
      <pc:chgData name="suhas shetty" userId="S::suhas@devappsys.com::0b8a8c61-01d1-4dc3-a283-e89a57431e1e" providerId="AD" clId="Web-{C229F99B-91FC-4CCB-AA17-9B031DDDE57D}" dt="2025-06-07T10:24:52.588" v="62" actId="1076"/>
      <pc:docMkLst>
        <pc:docMk/>
      </pc:docMkLst>
      <pc:sldChg chg="delSp">
        <pc:chgData name="suhas shetty" userId="S::suhas@devappsys.com::0b8a8c61-01d1-4dc3-a283-e89a57431e1e" providerId="AD" clId="Web-{C229F99B-91FC-4CCB-AA17-9B031DDDE57D}" dt="2025-06-07T10:21:54.211" v="46"/>
        <pc:sldMkLst>
          <pc:docMk/>
          <pc:sldMk cId="0" sldId="256"/>
        </pc:sldMkLst>
        <pc:spChg chg="del">
          <ac:chgData name="suhas shetty" userId="S::suhas@devappsys.com::0b8a8c61-01d1-4dc3-a283-e89a57431e1e" providerId="AD" clId="Web-{C229F99B-91FC-4CCB-AA17-9B031DDDE57D}" dt="2025-06-07T10:21:54.211" v="46"/>
          <ac:spMkLst>
            <pc:docMk/>
            <pc:sldMk cId="0" sldId="256"/>
            <ac:spMk id="5" creationId="{00000000-0000-0000-0000-000000000000}"/>
          </ac:spMkLst>
        </pc:spChg>
        <pc:spChg chg="del">
          <ac:chgData name="suhas shetty" userId="S::suhas@devappsys.com::0b8a8c61-01d1-4dc3-a283-e89a57431e1e" providerId="AD" clId="Web-{C229F99B-91FC-4CCB-AA17-9B031DDDE57D}" dt="2025-06-07T10:21:50.883" v="45"/>
          <ac:spMkLst>
            <pc:docMk/>
            <pc:sldMk cId="0" sldId="256"/>
            <ac:spMk id="6" creationId="{00000000-0000-0000-0000-000000000000}"/>
          </ac:spMkLst>
        </pc:spChg>
      </pc:sldChg>
      <pc:sldChg chg="delSp">
        <pc:chgData name="suhas shetty" userId="S::suhas@devappsys.com::0b8a8c61-01d1-4dc3-a283-e89a57431e1e" providerId="AD" clId="Web-{C229F99B-91FC-4CCB-AA17-9B031DDDE57D}" dt="2025-06-07T10:23:28.806" v="49"/>
        <pc:sldMkLst>
          <pc:docMk/>
          <pc:sldMk cId="0" sldId="257"/>
        </pc:sldMkLst>
        <pc:spChg chg="del">
          <ac:chgData name="suhas shetty" userId="S::suhas@devappsys.com::0b8a8c61-01d1-4dc3-a283-e89a57431e1e" providerId="AD" clId="Web-{C229F99B-91FC-4CCB-AA17-9B031DDDE57D}" dt="2025-06-07T10:23:28.806" v="49"/>
          <ac:spMkLst>
            <pc:docMk/>
            <pc:sldMk cId="0" sldId="257"/>
            <ac:spMk id="2" creationId="{00000000-0000-0000-0000-000000000000}"/>
          </ac:spMkLst>
        </pc:spChg>
        <pc:spChg chg="del">
          <ac:chgData name="suhas shetty" userId="S::suhas@devappsys.com::0b8a8c61-01d1-4dc3-a283-e89a57431e1e" providerId="AD" clId="Web-{C229F99B-91FC-4CCB-AA17-9B031DDDE57D}" dt="2025-06-07T10:23:26.931" v="48"/>
          <ac:spMkLst>
            <pc:docMk/>
            <pc:sldMk cId="0" sldId="257"/>
            <ac:spMk id="3" creationId="{00000000-0000-0000-0000-000000000000}"/>
          </ac:spMkLst>
        </pc:spChg>
        <pc:spChg chg="del">
          <ac:chgData name="suhas shetty" userId="S::suhas@devappsys.com::0b8a8c61-01d1-4dc3-a283-e89a57431e1e" providerId="AD" clId="Web-{C229F99B-91FC-4CCB-AA17-9B031DDDE57D}" dt="2025-06-07T10:23:24.306" v="47"/>
          <ac:spMkLst>
            <pc:docMk/>
            <pc:sldMk cId="0" sldId="257"/>
            <ac:spMk id="6" creationId="{00000000-0000-0000-0000-000000000000}"/>
          </ac:spMkLst>
        </pc:spChg>
      </pc:sldChg>
      <pc:sldChg chg="delSp modSp">
        <pc:chgData name="suhas shetty" userId="S::suhas@devappsys.com::0b8a8c61-01d1-4dc3-a283-e89a57431e1e" providerId="AD" clId="Web-{C229F99B-91FC-4CCB-AA17-9B031DDDE57D}" dt="2025-06-07T10:23:49.228" v="54" actId="1076"/>
        <pc:sldMkLst>
          <pc:docMk/>
          <pc:sldMk cId="0" sldId="258"/>
        </pc:sldMkLst>
        <pc:spChg chg="mod">
          <ac:chgData name="suhas shetty" userId="S::suhas@devappsys.com::0b8a8c61-01d1-4dc3-a283-e89a57431e1e" providerId="AD" clId="Web-{C229F99B-91FC-4CCB-AA17-9B031DDDE57D}" dt="2025-06-07T10:23:43.634" v="53" actId="1076"/>
          <ac:spMkLst>
            <pc:docMk/>
            <pc:sldMk cId="0" sldId="258"/>
            <ac:spMk id="2" creationId="{00000000-0000-0000-0000-000000000000}"/>
          </ac:spMkLst>
        </pc:spChg>
        <pc:spChg chg="mod">
          <ac:chgData name="suhas shetty" userId="S::suhas@devappsys.com::0b8a8c61-01d1-4dc3-a283-e89a57431e1e" providerId="AD" clId="Web-{C229F99B-91FC-4CCB-AA17-9B031DDDE57D}" dt="2025-06-07T10:23:49.228" v="54" actId="1076"/>
          <ac:spMkLst>
            <pc:docMk/>
            <pc:sldMk cId="0" sldId="258"/>
            <ac:spMk id="3" creationId="{00000000-0000-0000-0000-000000000000}"/>
          </ac:spMkLst>
        </pc:spChg>
        <pc:spChg chg="del">
          <ac:chgData name="suhas shetty" userId="S::suhas@devappsys.com::0b8a8c61-01d1-4dc3-a283-e89a57431e1e" providerId="AD" clId="Web-{C229F99B-91FC-4CCB-AA17-9B031DDDE57D}" dt="2025-06-07T10:23:37.462" v="51"/>
          <ac:spMkLst>
            <pc:docMk/>
            <pc:sldMk cId="0" sldId="258"/>
            <ac:spMk id="10" creationId="{00000000-0000-0000-0000-000000000000}"/>
          </ac:spMkLst>
        </pc:spChg>
        <pc:spChg chg="del">
          <ac:chgData name="suhas shetty" userId="S::suhas@devappsys.com::0b8a8c61-01d1-4dc3-a283-e89a57431e1e" providerId="AD" clId="Web-{C229F99B-91FC-4CCB-AA17-9B031DDDE57D}" dt="2025-06-07T10:23:38.712" v="52"/>
          <ac:spMkLst>
            <pc:docMk/>
            <pc:sldMk cId="0" sldId="258"/>
            <ac:spMk id="11" creationId="{00000000-0000-0000-0000-000000000000}"/>
          </ac:spMkLst>
        </pc:spChg>
        <pc:spChg chg="del">
          <ac:chgData name="suhas shetty" userId="S::suhas@devappsys.com::0b8a8c61-01d1-4dc3-a283-e89a57431e1e" providerId="AD" clId="Web-{C229F99B-91FC-4CCB-AA17-9B031DDDE57D}" dt="2025-06-07T10:23:36.650" v="50"/>
          <ac:spMkLst>
            <pc:docMk/>
            <pc:sldMk cId="0" sldId="258"/>
            <ac:spMk id="15" creationId="{00000000-0000-0000-0000-000000000000}"/>
          </ac:spMkLst>
        </pc:spChg>
      </pc:sldChg>
      <pc:sldChg chg="delSp modSp">
        <pc:chgData name="suhas shetty" userId="S::suhas@devappsys.com::0b8a8c61-01d1-4dc3-a283-e89a57431e1e" providerId="AD" clId="Web-{C229F99B-91FC-4CCB-AA17-9B031DDDE57D}" dt="2025-06-07T10:17:20.003" v="10" actId="1076"/>
        <pc:sldMkLst>
          <pc:docMk/>
          <pc:sldMk cId="0" sldId="259"/>
        </pc:sldMkLst>
        <pc:spChg chg="del">
          <ac:chgData name="suhas shetty" userId="S::suhas@devappsys.com::0b8a8c61-01d1-4dc3-a283-e89a57431e1e" providerId="AD" clId="Web-{C229F99B-91FC-4CCB-AA17-9B031DDDE57D}" dt="2025-06-07T10:17:14.878" v="8"/>
          <ac:spMkLst>
            <pc:docMk/>
            <pc:sldMk cId="0" sldId="259"/>
            <ac:spMk id="2" creationId="{00000000-0000-0000-0000-000000000000}"/>
          </ac:spMkLst>
        </pc:spChg>
        <pc:spChg chg="del">
          <ac:chgData name="suhas shetty" userId="S::suhas@devappsys.com::0b8a8c61-01d1-4dc3-a283-e89a57431e1e" providerId="AD" clId="Web-{C229F99B-91FC-4CCB-AA17-9B031DDDE57D}" dt="2025-06-07T10:17:16.190" v="9"/>
          <ac:spMkLst>
            <pc:docMk/>
            <pc:sldMk cId="0" sldId="259"/>
            <ac:spMk id="3" creationId="{00000000-0000-0000-0000-000000000000}"/>
          </ac:spMkLst>
        </pc:spChg>
        <pc:spChg chg="mod">
          <ac:chgData name="suhas shetty" userId="S::suhas@devappsys.com::0b8a8c61-01d1-4dc3-a283-e89a57431e1e" providerId="AD" clId="Web-{C229F99B-91FC-4CCB-AA17-9B031DDDE57D}" dt="2025-06-07T10:17:20.003" v="10" actId="1076"/>
          <ac:spMkLst>
            <pc:docMk/>
            <pc:sldMk cId="0" sldId="259"/>
            <ac:spMk id="4" creationId="{00000000-0000-0000-0000-000000000000}"/>
          </ac:spMkLst>
        </pc:spChg>
      </pc:sldChg>
      <pc:sldChg chg="delSp modSp">
        <pc:chgData name="suhas shetty" userId="S::suhas@devappsys.com::0b8a8c61-01d1-4dc3-a283-e89a57431e1e" providerId="AD" clId="Web-{C229F99B-91FC-4CCB-AA17-9B031DDDE57D}" dt="2025-06-07T10:24:52.588" v="62" actId="1076"/>
        <pc:sldMkLst>
          <pc:docMk/>
          <pc:sldMk cId="0" sldId="265"/>
        </pc:sldMkLst>
        <pc:spChg chg="mod">
          <ac:chgData name="suhas shetty" userId="S::suhas@devappsys.com::0b8a8c61-01d1-4dc3-a283-e89a57431e1e" providerId="AD" clId="Web-{C229F99B-91FC-4CCB-AA17-9B031DDDE57D}" dt="2025-06-07T10:24:52.588" v="62" actId="1076"/>
          <ac:spMkLst>
            <pc:docMk/>
            <pc:sldMk cId="0" sldId="265"/>
            <ac:spMk id="2" creationId="{00000000-0000-0000-0000-000000000000}"/>
          </ac:spMkLst>
        </pc:spChg>
        <pc:spChg chg="del">
          <ac:chgData name="suhas shetty" userId="S::suhas@devappsys.com::0b8a8c61-01d1-4dc3-a283-e89a57431e1e" providerId="AD" clId="Web-{C229F99B-91FC-4CCB-AA17-9B031DDDE57D}" dt="2025-06-07T10:18:13.207" v="20"/>
          <ac:spMkLst>
            <pc:docMk/>
            <pc:sldMk cId="0" sldId="265"/>
            <ac:spMk id="3" creationId="{00000000-0000-0000-0000-000000000000}"/>
          </ac:spMkLst>
        </pc:spChg>
        <pc:grpChg chg="mod">
          <ac:chgData name="suhas shetty" userId="S::suhas@devappsys.com::0b8a8c61-01d1-4dc3-a283-e89a57431e1e" providerId="AD" clId="Web-{C229F99B-91FC-4CCB-AA17-9B031DDDE57D}" dt="2025-06-07T10:18:32.348" v="23" actId="1076"/>
          <ac:grpSpMkLst>
            <pc:docMk/>
            <pc:sldMk cId="0" sldId="265"/>
            <ac:grpSpMk id="16" creationId="{00000000-0000-0000-0000-000000000000}"/>
          </ac:grpSpMkLst>
        </pc:grpChg>
      </pc:sldChg>
      <pc:sldChg chg="delSp modSp">
        <pc:chgData name="suhas shetty" userId="S::suhas@devappsys.com::0b8a8c61-01d1-4dc3-a283-e89a57431e1e" providerId="AD" clId="Web-{C229F99B-91FC-4CCB-AA17-9B031DDDE57D}" dt="2025-06-07T10:19:32.458" v="32" actId="1076"/>
        <pc:sldMkLst>
          <pc:docMk/>
          <pc:sldMk cId="0" sldId="266"/>
        </pc:sldMkLst>
        <pc:spChg chg="del">
          <ac:chgData name="suhas shetty" userId="S::suhas@devappsys.com::0b8a8c61-01d1-4dc3-a283-e89a57431e1e" providerId="AD" clId="Web-{C229F99B-91FC-4CCB-AA17-9B031DDDE57D}" dt="2025-06-07T10:19:10.660" v="30"/>
          <ac:spMkLst>
            <pc:docMk/>
            <pc:sldMk cId="0" sldId="266"/>
            <ac:spMk id="4" creationId="{00000000-0000-0000-0000-000000000000}"/>
          </ac:spMkLst>
        </pc:spChg>
        <pc:grpChg chg="mod">
          <ac:chgData name="suhas shetty" userId="S::suhas@devappsys.com::0b8a8c61-01d1-4dc3-a283-e89a57431e1e" providerId="AD" clId="Web-{C229F99B-91FC-4CCB-AA17-9B031DDDE57D}" dt="2025-06-07T10:19:32.458" v="32" actId="1076"/>
          <ac:grpSpMkLst>
            <pc:docMk/>
            <pc:sldMk cId="0" sldId="266"/>
            <ac:grpSpMk id="5" creationId="{00000000-0000-0000-0000-000000000000}"/>
          </ac:grpSpMkLst>
        </pc:grpChg>
      </pc:sldChg>
      <pc:sldChg chg="delSp">
        <pc:chgData name="suhas shetty" userId="S::suhas@devappsys.com::0b8a8c61-01d1-4dc3-a283-e89a57431e1e" providerId="AD" clId="Web-{C229F99B-91FC-4CCB-AA17-9B031DDDE57D}" dt="2025-06-07T10:19:49.678" v="36"/>
        <pc:sldMkLst>
          <pc:docMk/>
          <pc:sldMk cId="0" sldId="267"/>
        </pc:sldMkLst>
        <pc:spChg chg="del">
          <ac:chgData name="suhas shetty" userId="S::suhas@devappsys.com::0b8a8c61-01d1-4dc3-a283-e89a57431e1e" providerId="AD" clId="Web-{C229F99B-91FC-4CCB-AA17-9B031DDDE57D}" dt="2025-06-07T10:19:49.678" v="36"/>
          <ac:spMkLst>
            <pc:docMk/>
            <pc:sldMk cId="0" sldId="267"/>
            <ac:spMk id="9" creationId="{00000000-0000-0000-0000-000000000000}"/>
          </ac:spMkLst>
        </pc:spChg>
        <pc:spChg chg="del">
          <ac:chgData name="suhas shetty" userId="S::suhas@devappsys.com::0b8a8c61-01d1-4dc3-a283-e89a57431e1e" providerId="AD" clId="Web-{C229F99B-91FC-4CCB-AA17-9B031DDDE57D}" dt="2025-06-07T10:19:47.725" v="34"/>
          <ac:spMkLst>
            <pc:docMk/>
            <pc:sldMk cId="0" sldId="267"/>
            <ac:spMk id="11" creationId="{00000000-0000-0000-0000-000000000000}"/>
          </ac:spMkLst>
        </pc:spChg>
        <pc:spChg chg="del">
          <ac:chgData name="suhas shetty" userId="S::suhas@devappsys.com::0b8a8c61-01d1-4dc3-a283-e89a57431e1e" providerId="AD" clId="Web-{C229F99B-91FC-4CCB-AA17-9B031DDDE57D}" dt="2025-06-07T10:19:46.866" v="33"/>
          <ac:spMkLst>
            <pc:docMk/>
            <pc:sldMk cId="0" sldId="267"/>
            <ac:spMk id="12" creationId="{00000000-0000-0000-0000-000000000000}"/>
          </ac:spMkLst>
        </pc:spChg>
        <pc:spChg chg="del">
          <ac:chgData name="suhas shetty" userId="S::suhas@devappsys.com::0b8a8c61-01d1-4dc3-a283-e89a57431e1e" providerId="AD" clId="Web-{C229F99B-91FC-4CCB-AA17-9B031DDDE57D}" dt="2025-06-07T10:19:48.459" v="35"/>
          <ac:spMkLst>
            <pc:docMk/>
            <pc:sldMk cId="0" sldId="267"/>
            <ac:spMk id="13" creationId="{00000000-0000-0000-0000-000000000000}"/>
          </ac:spMkLst>
        </pc:spChg>
      </pc:sldChg>
      <pc:sldChg chg="delSp">
        <pc:chgData name="suhas shetty" userId="S::suhas@devappsys.com::0b8a8c61-01d1-4dc3-a283-e89a57431e1e" providerId="AD" clId="Web-{C229F99B-91FC-4CCB-AA17-9B031DDDE57D}" dt="2025-06-07T10:20:00.241" v="38"/>
        <pc:sldMkLst>
          <pc:docMk/>
          <pc:sldMk cId="0" sldId="268"/>
        </pc:sldMkLst>
        <pc:spChg chg="del">
          <ac:chgData name="suhas shetty" userId="S::suhas@devappsys.com::0b8a8c61-01d1-4dc3-a283-e89a57431e1e" providerId="AD" clId="Web-{C229F99B-91FC-4CCB-AA17-9B031DDDE57D}" dt="2025-06-07T10:20:00.241" v="38"/>
          <ac:spMkLst>
            <pc:docMk/>
            <pc:sldMk cId="0" sldId="268"/>
            <ac:spMk id="3" creationId="{00000000-0000-0000-0000-000000000000}"/>
          </ac:spMkLst>
        </pc:spChg>
        <pc:spChg chg="del">
          <ac:chgData name="suhas shetty" userId="S::suhas@devappsys.com::0b8a8c61-01d1-4dc3-a283-e89a57431e1e" providerId="AD" clId="Web-{C229F99B-91FC-4CCB-AA17-9B031DDDE57D}" dt="2025-06-07T10:19:59.459" v="37"/>
          <ac:spMkLst>
            <pc:docMk/>
            <pc:sldMk cId="0" sldId="268"/>
            <ac:spMk id="4" creationId="{00000000-0000-0000-0000-000000000000}"/>
          </ac:spMkLst>
        </pc:spChg>
      </pc:sldChg>
      <pc:sldChg chg="delSp modSp">
        <pc:chgData name="suhas shetty" userId="S::suhas@devappsys.com::0b8a8c61-01d1-4dc3-a283-e89a57431e1e" providerId="AD" clId="Web-{C229F99B-91FC-4CCB-AA17-9B031DDDE57D}" dt="2025-06-07T10:21:31.258" v="44"/>
        <pc:sldMkLst>
          <pc:docMk/>
          <pc:sldMk cId="2287379508" sldId="271"/>
        </pc:sldMkLst>
        <pc:spChg chg="mod">
          <ac:chgData name="suhas shetty" userId="S::suhas@devappsys.com::0b8a8c61-01d1-4dc3-a283-e89a57431e1e" providerId="AD" clId="Web-{C229F99B-91FC-4CCB-AA17-9B031DDDE57D}" dt="2025-06-07T10:20:47.538" v="42" actId="1076"/>
          <ac:spMkLst>
            <pc:docMk/>
            <pc:sldMk cId="2287379508" sldId="271"/>
            <ac:spMk id="2" creationId="{3D3BC89B-198E-95E7-CAB8-49D9950B4399}"/>
          </ac:spMkLst>
        </pc:spChg>
        <pc:spChg chg="mod">
          <ac:chgData name="suhas shetty" userId="S::suhas@devappsys.com::0b8a8c61-01d1-4dc3-a283-e89a57431e1e" providerId="AD" clId="Web-{C229F99B-91FC-4CCB-AA17-9B031DDDE57D}" dt="2025-06-07T10:20:53.367" v="43" actId="1076"/>
          <ac:spMkLst>
            <pc:docMk/>
            <pc:sldMk cId="2287379508" sldId="271"/>
            <ac:spMk id="3" creationId="{8856D57A-79A1-557B-10E9-6C76D7352A37}"/>
          </ac:spMkLst>
        </pc:spChg>
        <pc:spChg chg="del">
          <ac:chgData name="suhas shetty" userId="S::suhas@devappsys.com::0b8a8c61-01d1-4dc3-a283-e89a57431e1e" providerId="AD" clId="Web-{C229F99B-91FC-4CCB-AA17-9B031DDDE57D}" dt="2025-06-07T10:20:40.054" v="40"/>
          <ac:spMkLst>
            <pc:docMk/>
            <pc:sldMk cId="2287379508" sldId="271"/>
            <ac:spMk id="10" creationId="{A77F1D4A-AE13-86BD-B20A-30354A4B13B6}"/>
          </ac:spMkLst>
        </pc:spChg>
        <pc:spChg chg="del">
          <ac:chgData name="suhas shetty" userId="S::suhas@devappsys.com::0b8a8c61-01d1-4dc3-a283-e89a57431e1e" providerId="AD" clId="Web-{C229F99B-91FC-4CCB-AA17-9B031DDDE57D}" dt="2025-06-07T10:20:41.023" v="41"/>
          <ac:spMkLst>
            <pc:docMk/>
            <pc:sldMk cId="2287379508" sldId="271"/>
            <ac:spMk id="11" creationId="{7D9990DD-66E5-E745-5C42-21C2E85EC04D}"/>
          </ac:spMkLst>
        </pc:spChg>
        <pc:spChg chg="del">
          <ac:chgData name="suhas shetty" userId="S::suhas@devappsys.com::0b8a8c61-01d1-4dc3-a283-e89a57431e1e" providerId="AD" clId="Web-{C229F99B-91FC-4CCB-AA17-9B031DDDE57D}" dt="2025-06-07T10:21:31.258" v="44"/>
          <ac:spMkLst>
            <pc:docMk/>
            <pc:sldMk cId="2287379508" sldId="271"/>
            <ac:spMk id="12" creationId="{F3427883-478C-5626-D65F-989B034D6414}"/>
          </ac:spMkLst>
        </pc:spChg>
        <pc:spChg chg="del">
          <ac:chgData name="suhas shetty" userId="S::suhas@devappsys.com::0b8a8c61-01d1-4dc3-a283-e89a57431e1e" providerId="AD" clId="Web-{C229F99B-91FC-4CCB-AA17-9B031DDDE57D}" dt="2025-06-07T10:20:38.976" v="39"/>
          <ac:spMkLst>
            <pc:docMk/>
            <pc:sldMk cId="2287379508" sldId="271"/>
            <ac:spMk id="15" creationId="{0F7430E2-3464-0EE0-2654-84F6CE365B45}"/>
          </ac:spMkLst>
        </pc:spChg>
      </pc:sldChg>
      <pc:sldChg chg="delSp">
        <pc:chgData name="suhas shetty" userId="S::suhas@devappsys.com::0b8a8c61-01d1-4dc3-a283-e89a57431e1e" providerId="AD" clId="Web-{C229F99B-91FC-4CCB-AA17-9B031DDDE57D}" dt="2025-06-07T10:17:25.753" v="12"/>
        <pc:sldMkLst>
          <pc:docMk/>
          <pc:sldMk cId="1378273258" sldId="272"/>
        </pc:sldMkLst>
        <pc:spChg chg="del">
          <ac:chgData name="suhas shetty" userId="S::suhas@devappsys.com::0b8a8c61-01d1-4dc3-a283-e89a57431e1e" providerId="AD" clId="Web-{C229F99B-91FC-4CCB-AA17-9B031DDDE57D}" dt="2025-06-07T10:17:24.831" v="11"/>
          <ac:spMkLst>
            <pc:docMk/>
            <pc:sldMk cId="1378273258" sldId="272"/>
            <ac:spMk id="2" creationId="{FECB00D7-6F62-9793-9EE2-7892B91839A6}"/>
          </ac:spMkLst>
        </pc:spChg>
        <pc:spChg chg="del">
          <ac:chgData name="suhas shetty" userId="S::suhas@devappsys.com::0b8a8c61-01d1-4dc3-a283-e89a57431e1e" providerId="AD" clId="Web-{C229F99B-91FC-4CCB-AA17-9B031DDDE57D}" dt="2025-06-07T10:17:25.753" v="12"/>
          <ac:spMkLst>
            <pc:docMk/>
            <pc:sldMk cId="1378273258" sldId="272"/>
            <ac:spMk id="3" creationId="{2B085B73-2F03-8EE5-CD60-6DAD7668EAA8}"/>
          </ac:spMkLst>
        </pc:spChg>
      </pc:sldChg>
      <pc:sldChg chg="delSp modSp">
        <pc:chgData name="suhas shetty" userId="S::suhas@devappsys.com::0b8a8c61-01d1-4dc3-a283-e89a57431e1e" providerId="AD" clId="Web-{C229F99B-91FC-4CCB-AA17-9B031DDDE57D}" dt="2025-06-07T10:18:09.738" v="19"/>
        <pc:sldMkLst>
          <pc:docMk/>
          <pc:sldMk cId="3480894903" sldId="273"/>
        </pc:sldMkLst>
        <pc:spChg chg="mod">
          <ac:chgData name="suhas shetty" userId="S::suhas@devappsys.com::0b8a8c61-01d1-4dc3-a283-e89a57431e1e" providerId="AD" clId="Web-{C229F99B-91FC-4CCB-AA17-9B031DDDE57D}" dt="2025-06-07T10:17:56.800" v="16" actId="1076"/>
          <ac:spMkLst>
            <pc:docMk/>
            <pc:sldMk cId="3480894903" sldId="273"/>
            <ac:spMk id="2" creationId="{8530082D-B95D-F29E-ACD6-3E38CC643FBB}"/>
          </ac:spMkLst>
        </pc:spChg>
        <pc:spChg chg="mod">
          <ac:chgData name="suhas shetty" userId="S::suhas@devappsys.com::0b8a8c61-01d1-4dc3-a283-e89a57431e1e" providerId="AD" clId="Web-{C229F99B-91FC-4CCB-AA17-9B031DDDE57D}" dt="2025-06-07T10:18:03.238" v="18" actId="1076"/>
          <ac:spMkLst>
            <pc:docMk/>
            <pc:sldMk cId="3480894903" sldId="273"/>
            <ac:spMk id="3" creationId="{FE1EF1A6-9E58-F92B-18F6-4692677CD6AF}"/>
          </ac:spMkLst>
        </pc:spChg>
        <pc:spChg chg="del">
          <ac:chgData name="suhas shetty" userId="S::suhas@devappsys.com::0b8a8c61-01d1-4dc3-a283-e89a57431e1e" providerId="AD" clId="Web-{C229F99B-91FC-4CCB-AA17-9B031DDDE57D}" dt="2025-06-07T10:17:29.315" v="14"/>
          <ac:spMkLst>
            <pc:docMk/>
            <pc:sldMk cId="3480894903" sldId="273"/>
            <ac:spMk id="10" creationId="{8F4CDE23-BBF1-C540-D0D0-6C7DE66D4874}"/>
          </ac:spMkLst>
        </pc:spChg>
        <pc:spChg chg="del">
          <ac:chgData name="suhas shetty" userId="S::suhas@devappsys.com::0b8a8c61-01d1-4dc3-a283-e89a57431e1e" providerId="AD" clId="Web-{C229F99B-91FC-4CCB-AA17-9B031DDDE57D}" dt="2025-06-07T10:17:30.394" v="15"/>
          <ac:spMkLst>
            <pc:docMk/>
            <pc:sldMk cId="3480894903" sldId="273"/>
            <ac:spMk id="11" creationId="{BC5FE385-87A3-5BF4-BF39-A9FDBE0985A3}"/>
          </ac:spMkLst>
        </pc:spChg>
        <pc:spChg chg="del">
          <ac:chgData name="suhas shetty" userId="S::suhas@devappsys.com::0b8a8c61-01d1-4dc3-a283-e89a57431e1e" providerId="AD" clId="Web-{C229F99B-91FC-4CCB-AA17-9B031DDDE57D}" dt="2025-06-07T10:18:09.738" v="19"/>
          <ac:spMkLst>
            <pc:docMk/>
            <pc:sldMk cId="3480894903" sldId="273"/>
            <ac:spMk id="12" creationId="{475219E9-21D8-8D41-E28A-3800F71627DF}"/>
          </ac:spMkLst>
        </pc:spChg>
        <pc:spChg chg="del">
          <ac:chgData name="suhas shetty" userId="S::suhas@devappsys.com::0b8a8c61-01d1-4dc3-a283-e89a57431e1e" providerId="AD" clId="Web-{C229F99B-91FC-4CCB-AA17-9B031DDDE57D}" dt="2025-06-07T10:17:28.534" v="13"/>
          <ac:spMkLst>
            <pc:docMk/>
            <pc:sldMk cId="3480894903" sldId="273"/>
            <ac:spMk id="15" creationId="{F4092CF4-DD76-EAEB-21B8-342F72619F7E}"/>
          </ac:spMkLst>
        </pc:spChg>
      </pc:sldChg>
      <pc:sldChg chg="delSp modSp">
        <pc:chgData name="suhas shetty" userId="S::suhas@devappsys.com::0b8a8c61-01d1-4dc3-a283-e89a57431e1e" providerId="AD" clId="Web-{C229F99B-91FC-4CCB-AA17-9B031DDDE57D}" dt="2025-06-07T10:18:58.504" v="29"/>
        <pc:sldMkLst>
          <pc:docMk/>
          <pc:sldMk cId="4199602133" sldId="274"/>
        </pc:sldMkLst>
        <pc:spChg chg="mod">
          <ac:chgData name="suhas shetty" userId="S::suhas@devappsys.com::0b8a8c61-01d1-4dc3-a283-e89a57431e1e" providerId="AD" clId="Web-{C229F99B-91FC-4CCB-AA17-9B031DDDE57D}" dt="2025-06-07T10:18:47.785" v="27" actId="1076"/>
          <ac:spMkLst>
            <pc:docMk/>
            <pc:sldMk cId="4199602133" sldId="274"/>
            <ac:spMk id="2" creationId="{364476D6-7519-12AA-579F-3D275C89B824}"/>
          </ac:spMkLst>
        </pc:spChg>
        <pc:spChg chg="mod">
          <ac:chgData name="suhas shetty" userId="S::suhas@devappsys.com::0b8a8c61-01d1-4dc3-a283-e89a57431e1e" providerId="AD" clId="Web-{C229F99B-91FC-4CCB-AA17-9B031DDDE57D}" dt="2025-06-07T10:18:53.426" v="28" actId="1076"/>
          <ac:spMkLst>
            <pc:docMk/>
            <pc:sldMk cId="4199602133" sldId="274"/>
            <ac:spMk id="3" creationId="{D3EEFCE7-BAE8-80C3-5EC6-EDBBDEE09863}"/>
          </ac:spMkLst>
        </pc:spChg>
        <pc:spChg chg="del">
          <ac:chgData name="suhas shetty" userId="S::suhas@devappsys.com::0b8a8c61-01d1-4dc3-a283-e89a57431e1e" providerId="AD" clId="Web-{C229F99B-91FC-4CCB-AA17-9B031DDDE57D}" dt="2025-06-07T10:18:41.879" v="25"/>
          <ac:spMkLst>
            <pc:docMk/>
            <pc:sldMk cId="4199602133" sldId="274"/>
            <ac:spMk id="10" creationId="{00862970-8963-0999-27CE-587A285014BF}"/>
          </ac:spMkLst>
        </pc:spChg>
        <pc:spChg chg="del">
          <ac:chgData name="suhas shetty" userId="S::suhas@devappsys.com::0b8a8c61-01d1-4dc3-a283-e89a57431e1e" providerId="AD" clId="Web-{C229F99B-91FC-4CCB-AA17-9B031DDDE57D}" dt="2025-06-07T10:18:42.848" v="26"/>
          <ac:spMkLst>
            <pc:docMk/>
            <pc:sldMk cId="4199602133" sldId="274"/>
            <ac:spMk id="11" creationId="{FC746209-F63C-374A-65B3-53AD0B5BE21C}"/>
          </ac:spMkLst>
        </pc:spChg>
        <pc:spChg chg="del">
          <ac:chgData name="suhas shetty" userId="S::suhas@devappsys.com::0b8a8c61-01d1-4dc3-a283-e89a57431e1e" providerId="AD" clId="Web-{C229F99B-91FC-4CCB-AA17-9B031DDDE57D}" dt="2025-06-07T10:18:58.504" v="29"/>
          <ac:spMkLst>
            <pc:docMk/>
            <pc:sldMk cId="4199602133" sldId="274"/>
            <ac:spMk id="12" creationId="{E6E56F64-877A-FC1E-0777-AC779385A84B}"/>
          </ac:spMkLst>
        </pc:spChg>
        <pc:spChg chg="del">
          <ac:chgData name="suhas shetty" userId="S::suhas@devappsys.com::0b8a8c61-01d1-4dc3-a283-e89a57431e1e" providerId="AD" clId="Web-{C229F99B-91FC-4CCB-AA17-9B031DDDE57D}" dt="2025-06-07T10:18:40.832" v="24"/>
          <ac:spMkLst>
            <pc:docMk/>
            <pc:sldMk cId="4199602133" sldId="274"/>
            <ac:spMk id="15" creationId="{921BC9BB-5576-132A-E532-B046830D0D59}"/>
          </ac:spMkLst>
        </pc:spChg>
      </pc:sldChg>
      <pc:sldChg chg="delSp modSp">
        <pc:chgData name="suhas shetty" userId="S::suhas@devappsys.com::0b8a8c61-01d1-4dc3-a283-e89a57431e1e" providerId="AD" clId="Web-{C229F99B-91FC-4CCB-AA17-9B031DDDE57D}" dt="2025-06-07T10:24:17.119" v="60"/>
        <pc:sldMkLst>
          <pc:docMk/>
          <pc:sldMk cId="2783255690" sldId="275"/>
        </pc:sldMkLst>
        <pc:spChg chg="mod">
          <ac:chgData name="suhas shetty" userId="S::suhas@devappsys.com::0b8a8c61-01d1-4dc3-a283-e89a57431e1e" providerId="AD" clId="Web-{C229F99B-91FC-4CCB-AA17-9B031DDDE57D}" dt="2025-06-07T10:24:11.213" v="58" actId="1076"/>
          <ac:spMkLst>
            <pc:docMk/>
            <pc:sldMk cId="2783255690" sldId="275"/>
            <ac:spMk id="2" creationId="{5D87BE63-EA7F-FBE4-55AF-B7AA4EC8BEE3}"/>
          </ac:spMkLst>
        </pc:spChg>
        <pc:spChg chg="mod">
          <ac:chgData name="suhas shetty" userId="S::suhas@devappsys.com::0b8a8c61-01d1-4dc3-a283-e89a57431e1e" providerId="AD" clId="Web-{C229F99B-91FC-4CCB-AA17-9B031DDDE57D}" dt="2025-06-07T10:24:14.619" v="59" actId="1076"/>
          <ac:spMkLst>
            <pc:docMk/>
            <pc:sldMk cId="2783255690" sldId="275"/>
            <ac:spMk id="3" creationId="{7BC1C182-11D9-7918-235F-A5FC67EDC05A}"/>
          </ac:spMkLst>
        </pc:spChg>
        <pc:spChg chg="del">
          <ac:chgData name="suhas shetty" userId="S::suhas@devappsys.com::0b8a8c61-01d1-4dc3-a283-e89a57431e1e" providerId="AD" clId="Web-{C229F99B-91FC-4CCB-AA17-9B031DDDE57D}" dt="2025-06-07T10:24:05.697" v="56"/>
          <ac:spMkLst>
            <pc:docMk/>
            <pc:sldMk cId="2783255690" sldId="275"/>
            <ac:spMk id="10" creationId="{62F81244-8E0A-46EA-8F01-D848E80BBC01}"/>
          </ac:spMkLst>
        </pc:spChg>
        <pc:spChg chg="del">
          <ac:chgData name="suhas shetty" userId="S::suhas@devappsys.com::0b8a8c61-01d1-4dc3-a283-e89a57431e1e" providerId="AD" clId="Web-{C229F99B-91FC-4CCB-AA17-9B031DDDE57D}" dt="2025-06-07T10:24:06.822" v="57"/>
          <ac:spMkLst>
            <pc:docMk/>
            <pc:sldMk cId="2783255690" sldId="275"/>
            <ac:spMk id="11" creationId="{8DDCFB93-9699-5366-C9E5-98111280C64E}"/>
          </ac:spMkLst>
        </pc:spChg>
        <pc:spChg chg="del">
          <ac:chgData name="suhas shetty" userId="S::suhas@devappsys.com::0b8a8c61-01d1-4dc3-a283-e89a57431e1e" providerId="AD" clId="Web-{C229F99B-91FC-4CCB-AA17-9B031DDDE57D}" dt="2025-06-07T10:24:17.119" v="60"/>
          <ac:spMkLst>
            <pc:docMk/>
            <pc:sldMk cId="2783255690" sldId="275"/>
            <ac:spMk id="12" creationId="{D85A16FA-06B7-6D46-5915-E9EDFDF367F5}"/>
          </ac:spMkLst>
        </pc:spChg>
        <pc:spChg chg="del">
          <ac:chgData name="suhas shetty" userId="S::suhas@devappsys.com::0b8a8c61-01d1-4dc3-a283-e89a57431e1e" providerId="AD" clId="Web-{C229F99B-91FC-4CCB-AA17-9B031DDDE57D}" dt="2025-06-07T10:24:04.838" v="55"/>
          <ac:spMkLst>
            <pc:docMk/>
            <pc:sldMk cId="2783255690" sldId="275"/>
            <ac:spMk id="15" creationId="{F0C39DDB-B5AE-AAFB-FAA3-08846CCCD776}"/>
          </ac:spMkLst>
        </pc:spChg>
      </pc:sldChg>
      <pc:sldChg chg="delSp modSp">
        <pc:chgData name="suhas shetty" userId="S::suhas@devappsys.com::0b8a8c61-01d1-4dc3-a283-e89a57431e1e" providerId="AD" clId="Web-{C229F99B-91FC-4CCB-AA17-9B031DDDE57D}" dt="2025-06-07T10:17:01.862" v="7" actId="1076"/>
        <pc:sldMkLst>
          <pc:docMk/>
          <pc:sldMk cId="2466518213" sldId="276"/>
        </pc:sldMkLst>
        <pc:spChg chg="mod">
          <ac:chgData name="suhas shetty" userId="S::suhas@devappsys.com::0b8a8c61-01d1-4dc3-a283-e89a57431e1e" providerId="AD" clId="Web-{C229F99B-91FC-4CCB-AA17-9B031DDDE57D}" dt="2025-06-07T10:17:01.862" v="7" actId="1076"/>
          <ac:spMkLst>
            <pc:docMk/>
            <pc:sldMk cId="2466518213" sldId="276"/>
            <ac:spMk id="2" creationId="{44B74709-C462-95F8-08CD-0D0FCEF0E19E}"/>
          </ac:spMkLst>
        </pc:spChg>
        <pc:spChg chg="mod">
          <ac:chgData name="suhas shetty" userId="S::suhas@devappsys.com::0b8a8c61-01d1-4dc3-a283-e89a57431e1e" providerId="AD" clId="Web-{C229F99B-91FC-4CCB-AA17-9B031DDDE57D}" dt="2025-06-07T10:16:52.456" v="6" actId="1076"/>
          <ac:spMkLst>
            <pc:docMk/>
            <pc:sldMk cId="2466518213" sldId="276"/>
            <ac:spMk id="3" creationId="{CDD05D65-E3B2-A39A-4FAE-7F33521F69D0}"/>
          </ac:spMkLst>
        </pc:spChg>
        <pc:spChg chg="del">
          <ac:chgData name="suhas shetty" userId="S::suhas@devappsys.com::0b8a8c61-01d1-4dc3-a283-e89a57431e1e" providerId="AD" clId="Web-{C229F99B-91FC-4CCB-AA17-9B031DDDE57D}" dt="2025-06-07T10:16:36.033" v="2"/>
          <ac:spMkLst>
            <pc:docMk/>
            <pc:sldMk cId="2466518213" sldId="276"/>
            <ac:spMk id="10" creationId="{69E22FD6-DC33-C636-C129-4F2F60F5D49D}"/>
          </ac:spMkLst>
        </pc:spChg>
        <pc:spChg chg="del">
          <ac:chgData name="suhas shetty" userId="S::suhas@devappsys.com::0b8a8c61-01d1-4dc3-a283-e89a57431e1e" providerId="AD" clId="Web-{C229F99B-91FC-4CCB-AA17-9B031DDDE57D}" dt="2025-06-07T10:16:38.002" v="4"/>
          <ac:spMkLst>
            <pc:docMk/>
            <pc:sldMk cId="2466518213" sldId="276"/>
            <ac:spMk id="11" creationId="{322C02D8-E501-E5E3-EC9C-20DFCDE9ADB2}"/>
          </ac:spMkLst>
        </pc:spChg>
        <pc:spChg chg="del">
          <ac:chgData name="suhas shetty" userId="S::suhas@devappsys.com::0b8a8c61-01d1-4dc3-a283-e89a57431e1e" providerId="AD" clId="Web-{C229F99B-91FC-4CCB-AA17-9B031DDDE57D}" dt="2025-06-07T10:16:39.237" v="5"/>
          <ac:spMkLst>
            <pc:docMk/>
            <pc:sldMk cId="2466518213" sldId="276"/>
            <ac:spMk id="12" creationId="{FA7064AC-738F-70CD-924F-C796515CBE82}"/>
          </ac:spMkLst>
        </pc:spChg>
        <pc:spChg chg="del">
          <ac:chgData name="suhas shetty" userId="S::suhas@devappsys.com::0b8a8c61-01d1-4dc3-a283-e89a57431e1e" providerId="AD" clId="Web-{C229F99B-91FC-4CCB-AA17-9B031DDDE57D}" dt="2025-06-07T10:16:37.283" v="3"/>
          <ac:spMkLst>
            <pc:docMk/>
            <pc:sldMk cId="2466518213" sldId="276"/>
            <ac:spMk id="15" creationId="{16EDE5EC-EF28-5F1F-6F3F-1CD012B42B00}"/>
          </ac:spMkLst>
        </pc:spChg>
      </pc:sldChg>
    </pc:docChg>
  </pc:docChgLst>
  <pc:docChgLst>
    <pc:chgData name="Krishnaraj Rao" userId="S::krishnaraj@devappsys.com::a83542c9-5cf2-493e-a756-14c8b4a74310" providerId="AD" clId="Web-{BB55558A-5814-425F-BF8E-19951515002E}"/>
    <pc:docChg chg="mod modSld modMainMaster">
      <pc:chgData name="Krishnaraj Rao" userId="S::krishnaraj@devappsys.com::a83542c9-5cf2-493e-a756-14c8b4a74310" providerId="AD" clId="Web-{BB55558A-5814-425F-BF8E-19951515002E}" dt="2025-06-07T00:49:22.607" v="3"/>
      <pc:docMkLst>
        <pc:docMk/>
      </pc:docMkLst>
      <pc:sldChg chg="addSp modSp">
        <pc:chgData name="Krishnaraj Rao" userId="S::krishnaraj@devappsys.com::a83542c9-5cf2-493e-a756-14c8b4a74310" providerId="AD" clId="Web-{BB55558A-5814-425F-BF8E-19951515002E}" dt="2025-06-07T00:49:13.435" v="1"/>
        <pc:sldMkLst>
          <pc:docMk/>
          <pc:sldMk cId="0" sldId="256"/>
        </pc:sldMkLst>
        <pc:spChg chg="add mod">
          <ac:chgData name="Krishnaraj Rao" userId="S::krishnaraj@devappsys.com::a83542c9-5cf2-493e-a756-14c8b4a74310" providerId="AD" clId="Web-{BB55558A-5814-425F-BF8E-19951515002E}" dt="2025-06-07T00:49:06.310" v="0"/>
          <ac:spMkLst>
            <pc:docMk/>
            <pc:sldMk cId="0" sldId="256"/>
            <ac:spMk id="12" creationId="{85F18A22-050D-96D1-3301-F57D14DE7EED}"/>
          </ac:spMkLst>
        </pc:spChg>
        <pc:spChg chg="add mod">
          <ac:chgData name="Krishnaraj Rao" userId="S::krishnaraj@devappsys.com::a83542c9-5cf2-493e-a756-14c8b4a74310" providerId="AD" clId="Web-{BB55558A-5814-425F-BF8E-19951515002E}" dt="2025-06-07T00:49:13.435" v="1"/>
          <ac:spMkLst>
            <pc:docMk/>
            <pc:sldMk cId="0" sldId="256"/>
            <ac:spMk id="13" creationId="{35FD7363-FEF8-DD18-4DF8-DEF5ADDBF191}"/>
          </ac:spMkLst>
        </pc:spChg>
      </pc:sldChg>
      <pc:sldChg chg="addSp modSp">
        <pc:chgData name="Krishnaraj Rao" userId="S::krishnaraj@devappsys.com::a83542c9-5cf2-493e-a756-14c8b4a74310" providerId="AD" clId="Web-{BB55558A-5814-425F-BF8E-19951515002E}" dt="2025-06-07T00:49:22.607" v="3"/>
        <pc:sldMkLst>
          <pc:docMk/>
          <pc:sldMk cId="0" sldId="257"/>
        </pc:sldMkLst>
        <pc:spChg chg="add mod">
          <ac:chgData name="Krishnaraj Rao" userId="S::krishnaraj@devappsys.com::a83542c9-5cf2-493e-a756-14c8b4a74310" providerId="AD" clId="Web-{BB55558A-5814-425F-BF8E-19951515002E}" dt="2025-06-07T00:49:22.607" v="3"/>
          <ac:spMkLst>
            <pc:docMk/>
            <pc:sldMk cId="0" sldId="257"/>
            <ac:spMk id="49" creationId="{0BA155CB-A8DA-5752-7372-2A1A9EB0AA43}"/>
          </ac:spMkLst>
        </pc:spChg>
        <pc:spChg chg="add mod">
          <ac:chgData name="Krishnaraj Rao" userId="S::krishnaraj@devappsys.com::a83542c9-5cf2-493e-a756-14c8b4a74310" providerId="AD" clId="Web-{BB55558A-5814-425F-BF8E-19951515002E}" dt="2025-06-07T00:49:22.607" v="3"/>
          <ac:spMkLst>
            <pc:docMk/>
            <pc:sldMk cId="0" sldId="257"/>
            <ac:spMk id="50" creationId="{90E327EE-D449-710A-524F-FDBC3B072DF4}"/>
          </ac:spMkLst>
        </pc:spChg>
      </pc:sldChg>
      <pc:sldChg chg="addSp modSp">
        <pc:chgData name="Krishnaraj Rao" userId="S::krishnaraj@devappsys.com::a83542c9-5cf2-493e-a756-14c8b4a74310" providerId="AD" clId="Web-{BB55558A-5814-425F-BF8E-19951515002E}" dt="2025-06-07T00:49:22.607" v="3"/>
        <pc:sldMkLst>
          <pc:docMk/>
          <pc:sldMk cId="0" sldId="258"/>
        </pc:sldMkLst>
        <pc:spChg chg="add mod">
          <ac:chgData name="Krishnaraj Rao" userId="S::krishnaraj@devappsys.com::a83542c9-5cf2-493e-a756-14c8b4a74310" providerId="AD" clId="Web-{BB55558A-5814-425F-BF8E-19951515002E}" dt="2025-06-07T00:49:22.607" v="3"/>
          <ac:spMkLst>
            <pc:docMk/>
            <pc:sldMk cId="0" sldId="258"/>
            <ac:spMk id="16" creationId="{CDBDAF61-21A8-F453-6028-F56891D25C18}"/>
          </ac:spMkLst>
        </pc:spChg>
        <pc:spChg chg="add mod">
          <ac:chgData name="Krishnaraj Rao" userId="S::krishnaraj@devappsys.com::a83542c9-5cf2-493e-a756-14c8b4a74310" providerId="AD" clId="Web-{BB55558A-5814-425F-BF8E-19951515002E}" dt="2025-06-07T00:49:22.607" v="3"/>
          <ac:spMkLst>
            <pc:docMk/>
            <pc:sldMk cId="0" sldId="258"/>
            <ac:spMk id="17" creationId="{03C4E3B1-EDD4-4D0B-C13E-4DE51F4B5166}"/>
          </ac:spMkLst>
        </pc:spChg>
      </pc:sldChg>
      <pc:sldChg chg="addSp modSp">
        <pc:chgData name="Krishnaraj Rao" userId="S::krishnaraj@devappsys.com::a83542c9-5cf2-493e-a756-14c8b4a74310" providerId="AD" clId="Web-{BB55558A-5814-425F-BF8E-19951515002E}" dt="2025-06-07T00:49:22.607" v="3"/>
        <pc:sldMkLst>
          <pc:docMk/>
          <pc:sldMk cId="0" sldId="259"/>
        </pc:sldMkLst>
        <pc:spChg chg="add mod">
          <ac:chgData name="Krishnaraj Rao" userId="S::krishnaraj@devappsys.com::a83542c9-5cf2-493e-a756-14c8b4a74310" providerId="AD" clId="Web-{BB55558A-5814-425F-BF8E-19951515002E}" dt="2025-06-07T00:49:22.607" v="3"/>
          <ac:spMkLst>
            <pc:docMk/>
            <pc:sldMk cId="0" sldId="259"/>
            <ac:spMk id="15" creationId="{6E420746-B275-4438-F3E0-237810C81591}"/>
          </ac:spMkLst>
        </pc:spChg>
        <pc:spChg chg="add mod">
          <ac:chgData name="Krishnaraj Rao" userId="S::krishnaraj@devappsys.com::a83542c9-5cf2-493e-a756-14c8b4a74310" providerId="AD" clId="Web-{BB55558A-5814-425F-BF8E-19951515002E}" dt="2025-06-07T00:49:22.607" v="3"/>
          <ac:spMkLst>
            <pc:docMk/>
            <pc:sldMk cId="0" sldId="259"/>
            <ac:spMk id="16" creationId="{AEC99B2C-787C-9CDA-CF38-405CFCC78B21}"/>
          </ac:spMkLst>
        </pc:spChg>
      </pc:sldChg>
      <pc:sldChg chg="addSp modSp">
        <pc:chgData name="Krishnaraj Rao" userId="S::krishnaraj@devappsys.com::a83542c9-5cf2-493e-a756-14c8b4a74310" providerId="AD" clId="Web-{BB55558A-5814-425F-BF8E-19951515002E}" dt="2025-06-07T00:49:22.607" v="3"/>
        <pc:sldMkLst>
          <pc:docMk/>
          <pc:sldMk cId="0" sldId="260"/>
        </pc:sldMkLst>
        <pc:spChg chg="add mod">
          <ac:chgData name="Krishnaraj Rao" userId="S::krishnaraj@devappsys.com::a83542c9-5cf2-493e-a756-14c8b4a74310" providerId="AD" clId="Web-{BB55558A-5814-425F-BF8E-19951515002E}" dt="2025-06-07T00:49:22.607" v="3"/>
          <ac:spMkLst>
            <pc:docMk/>
            <pc:sldMk cId="0" sldId="260"/>
            <ac:spMk id="33" creationId="{4CC9B1B3-E18A-3EA4-8FC9-9F35F59D88FF}"/>
          </ac:spMkLst>
        </pc:spChg>
        <pc:spChg chg="add mod">
          <ac:chgData name="Krishnaraj Rao" userId="S::krishnaraj@devappsys.com::a83542c9-5cf2-493e-a756-14c8b4a74310" providerId="AD" clId="Web-{BB55558A-5814-425F-BF8E-19951515002E}" dt="2025-06-07T00:49:22.607" v="3"/>
          <ac:spMkLst>
            <pc:docMk/>
            <pc:sldMk cId="0" sldId="260"/>
            <ac:spMk id="34" creationId="{59572D42-1E1A-7209-9D9D-B77B65B2F456}"/>
          </ac:spMkLst>
        </pc:spChg>
      </pc:sldChg>
      <pc:sldChg chg="addSp modSp">
        <pc:chgData name="Krishnaraj Rao" userId="S::krishnaraj@devappsys.com::a83542c9-5cf2-493e-a756-14c8b4a74310" providerId="AD" clId="Web-{BB55558A-5814-425F-BF8E-19951515002E}" dt="2025-06-07T00:49:22.607" v="3"/>
        <pc:sldMkLst>
          <pc:docMk/>
          <pc:sldMk cId="0" sldId="261"/>
        </pc:sldMkLst>
        <pc:spChg chg="add mod">
          <ac:chgData name="Krishnaraj Rao" userId="S::krishnaraj@devappsys.com::a83542c9-5cf2-493e-a756-14c8b4a74310" providerId="AD" clId="Web-{BB55558A-5814-425F-BF8E-19951515002E}" dt="2025-06-07T00:49:22.607" v="3"/>
          <ac:spMkLst>
            <pc:docMk/>
            <pc:sldMk cId="0" sldId="261"/>
            <ac:spMk id="13" creationId="{E296D9E6-FFF5-BF6A-1D73-040270AD08BA}"/>
          </ac:spMkLst>
        </pc:spChg>
        <pc:spChg chg="add mod">
          <ac:chgData name="Krishnaraj Rao" userId="S::krishnaraj@devappsys.com::a83542c9-5cf2-493e-a756-14c8b4a74310" providerId="AD" clId="Web-{BB55558A-5814-425F-BF8E-19951515002E}" dt="2025-06-07T00:49:22.607" v="3"/>
          <ac:spMkLst>
            <pc:docMk/>
            <pc:sldMk cId="0" sldId="261"/>
            <ac:spMk id="14" creationId="{0FF27691-3742-FF2D-B30F-B81BBC80157E}"/>
          </ac:spMkLst>
        </pc:spChg>
      </pc:sldChg>
      <pc:sldChg chg="addSp modSp">
        <pc:chgData name="Krishnaraj Rao" userId="S::krishnaraj@devappsys.com::a83542c9-5cf2-493e-a756-14c8b4a74310" providerId="AD" clId="Web-{BB55558A-5814-425F-BF8E-19951515002E}" dt="2025-06-07T00:49:22.607" v="3"/>
        <pc:sldMkLst>
          <pc:docMk/>
          <pc:sldMk cId="0" sldId="262"/>
        </pc:sldMkLst>
        <pc:spChg chg="add mod">
          <ac:chgData name="Krishnaraj Rao" userId="S::krishnaraj@devappsys.com::a83542c9-5cf2-493e-a756-14c8b4a74310" providerId="AD" clId="Web-{BB55558A-5814-425F-BF8E-19951515002E}" dt="2025-06-07T00:49:22.607" v="3"/>
          <ac:spMkLst>
            <pc:docMk/>
            <pc:sldMk cId="0" sldId="262"/>
            <ac:spMk id="16" creationId="{094548CB-5EE2-5A9E-4721-A1FBA1EA7EEF}"/>
          </ac:spMkLst>
        </pc:spChg>
        <pc:spChg chg="add mod">
          <ac:chgData name="Krishnaraj Rao" userId="S::krishnaraj@devappsys.com::a83542c9-5cf2-493e-a756-14c8b4a74310" providerId="AD" clId="Web-{BB55558A-5814-425F-BF8E-19951515002E}" dt="2025-06-07T00:49:22.607" v="3"/>
          <ac:spMkLst>
            <pc:docMk/>
            <pc:sldMk cId="0" sldId="262"/>
            <ac:spMk id="17" creationId="{9F7C080D-FC93-869B-F377-2DDD79B02D9F}"/>
          </ac:spMkLst>
        </pc:spChg>
      </pc:sldChg>
      <pc:sldChg chg="addSp modSp">
        <pc:chgData name="Krishnaraj Rao" userId="S::krishnaraj@devappsys.com::a83542c9-5cf2-493e-a756-14c8b4a74310" providerId="AD" clId="Web-{BB55558A-5814-425F-BF8E-19951515002E}" dt="2025-06-07T00:49:22.607" v="3"/>
        <pc:sldMkLst>
          <pc:docMk/>
          <pc:sldMk cId="0" sldId="263"/>
        </pc:sldMkLst>
        <pc:spChg chg="add mod">
          <ac:chgData name="Krishnaraj Rao" userId="S::krishnaraj@devappsys.com::a83542c9-5cf2-493e-a756-14c8b4a74310" providerId="AD" clId="Web-{BB55558A-5814-425F-BF8E-19951515002E}" dt="2025-06-07T00:49:22.607" v="3"/>
          <ac:spMkLst>
            <pc:docMk/>
            <pc:sldMk cId="0" sldId="263"/>
            <ac:spMk id="16" creationId="{30FD7492-52EC-D49F-4A27-37BDA0F53E6B}"/>
          </ac:spMkLst>
        </pc:spChg>
        <pc:spChg chg="add mod">
          <ac:chgData name="Krishnaraj Rao" userId="S::krishnaraj@devappsys.com::a83542c9-5cf2-493e-a756-14c8b4a74310" providerId="AD" clId="Web-{BB55558A-5814-425F-BF8E-19951515002E}" dt="2025-06-07T00:49:22.607" v="3"/>
          <ac:spMkLst>
            <pc:docMk/>
            <pc:sldMk cId="0" sldId="263"/>
            <ac:spMk id="17" creationId="{A1572DA4-30F9-62BF-C8EB-D3567A28AEA6}"/>
          </ac:spMkLst>
        </pc:spChg>
      </pc:sldChg>
      <pc:sldChg chg="addSp modSp">
        <pc:chgData name="Krishnaraj Rao" userId="S::krishnaraj@devappsys.com::a83542c9-5cf2-493e-a756-14c8b4a74310" providerId="AD" clId="Web-{BB55558A-5814-425F-BF8E-19951515002E}" dt="2025-06-07T00:49:22.607" v="3"/>
        <pc:sldMkLst>
          <pc:docMk/>
          <pc:sldMk cId="0" sldId="264"/>
        </pc:sldMkLst>
        <pc:spChg chg="add mod">
          <ac:chgData name="Krishnaraj Rao" userId="S::krishnaraj@devappsys.com::a83542c9-5cf2-493e-a756-14c8b4a74310" providerId="AD" clId="Web-{BB55558A-5814-425F-BF8E-19951515002E}" dt="2025-06-07T00:49:22.607" v="3"/>
          <ac:spMkLst>
            <pc:docMk/>
            <pc:sldMk cId="0" sldId="264"/>
            <ac:spMk id="27" creationId="{33CADF40-D3D0-FE6D-819B-5876019D928D}"/>
          </ac:spMkLst>
        </pc:spChg>
        <pc:spChg chg="add mod">
          <ac:chgData name="Krishnaraj Rao" userId="S::krishnaraj@devappsys.com::a83542c9-5cf2-493e-a756-14c8b4a74310" providerId="AD" clId="Web-{BB55558A-5814-425F-BF8E-19951515002E}" dt="2025-06-07T00:49:22.607" v="3"/>
          <ac:spMkLst>
            <pc:docMk/>
            <pc:sldMk cId="0" sldId="264"/>
            <ac:spMk id="28" creationId="{C4232EE6-AB90-1693-D4FF-4055F84CE92C}"/>
          </ac:spMkLst>
        </pc:spChg>
      </pc:sldChg>
      <pc:sldChg chg="addSp modSp">
        <pc:chgData name="Krishnaraj Rao" userId="S::krishnaraj@devappsys.com::a83542c9-5cf2-493e-a756-14c8b4a74310" providerId="AD" clId="Web-{BB55558A-5814-425F-BF8E-19951515002E}" dt="2025-06-07T00:49:22.607" v="3"/>
        <pc:sldMkLst>
          <pc:docMk/>
          <pc:sldMk cId="0" sldId="265"/>
        </pc:sldMkLst>
        <pc:spChg chg="add mod">
          <ac:chgData name="Krishnaraj Rao" userId="S::krishnaraj@devappsys.com::a83542c9-5cf2-493e-a756-14c8b4a74310" providerId="AD" clId="Web-{BB55558A-5814-425F-BF8E-19951515002E}" dt="2025-06-07T00:49:22.607" v="3"/>
          <ac:spMkLst>
            <pc:docMk/>
            <pc:sldMk cId="0" sldId="265"/>
            <ac:spMk id="20" creationId="{429B65AB-D657-3746-EE25-113CE8DC3469}"/>
          </ac:spMkLst>
        </pc:spChg>
        <pc:spChg chg="add mod">
          <ac:chgData name="Krishnaraj Rao" userId="S::krishnaraj@devappsys.com::a83542c9-5cf2-493e-a756-14c8b4a74310" providerId="AD" clId="Web-{BB55558A-5814-425F-BF8E-19951515002E}" dt="2025-06-07T00:49:22.607" v="3"/>
          <ac:spMkLst>
            <pc:docMk/>
            <pc:sldMk cId="0" sldId="265"/>
            <ac:spMk id="21" creationId="{9BE73999-29C0-F7ED-3A16-4C18EEA9CF70}"/>
          </ac:spMkLst>
        </pc:spChg>
      </pc:sldChg>
      <pc:sldChg chg="addSp modSp">
        <pc:chgData name="Krishnaraj Rao" userId="S::krishnaraj@devappsys.com::a83542c9-5cf2-493e-a756-14c8b4a74310" providerId="AD" clId="Web-{BB55558A-5814-425F-BF8E-19951515002E}" dt="2025-06-07T00:49:22.607" v="3"/>
        <pc:sldMkLst>
          <pc:docMk/>
          <pc:sldMk cId="0" sldId="266"/>
        </pc:sldMkLst>
        <pc:spChg chg="add mod">
          <ac:chgData name="Krishnaraj Rao" userId="S::krishnaraj@devappsys.com::a83542c9-5cf2-493e-a756-14c8b4a74310" providerId="AD" clId="Web-{BB55558A-5814-425F-BF8E-19951515002E}" dt="2025-06-07T00:49:22.607" v="3"/>
          <ac:spMkLst>
            <pc:docMk/>
            <pc:sldMk cId="0" sldId="266"/>
            <ac:spMk id="24" creationId="{356B3F51-87DB-965E-8D5C-086C8102B432}"/>
          </ac:spMkLst>
        </pc:spChg>
        <pc:spChg chg="add mod">
          <ac:chgData name="Krishnaraj Rao" userId="S::krishnaraj@devappsys.com::a83542c9-5cf2-493e-a756-14c8b4a74310" providerId="AD" clId="Web-{BB55558A-5814-425F-BF8E-19951515002E}" dt="2025-06-07T00:49:22.607" v="3"/>
          <ac:spMkLst>
            <pc:docMk/>
            <pc:sldMk cId="0" sldId="266"/>
            <ac:spMk id="25" creationId="{1CFC368F-8EF1-84E4-54BA-3B4565B548FF}"/>
          </ac:spMkLst>
        </pc:spChg>
      </pc:sldChg>
      <pc:sldChg chg="addSp modSp">
        <pc:chgData name="Krishnaraj Rao" userId="S::krishnaraj@devappsys.com::a83542c9-5cf2-493e-a756-14c8b4a74310" providerId="AD" clId="Web-{BB55558A-5814-425F-BF8E-19951515002E}" dt="2025-06-07T00:49:22.607" v="3"/>
        <pc:sldMkLst>
          <pc:docMk/>
          <pc:sldMk cId="0" sldId="267"/>
        </pc:sldMkLst>
        <pc:spChg chg="add mod">
          <ac:chgData name="Krishnaraj Rao" userId="S::krishnaraj@devappsys.com::a83542c9-5cf2-493e-a756-14c8b4a74310" providerId="AD" clId="Web-{BB55558A-5814-425F-BF8E-19951515002E}" dt="2025-06-07T00:49:22.607" v="3"/>
          <ac:spMkLst>
            <pc:docMk/>
            <pc:sldMk cId="0" sldId="267"/>
            <ac:spMk id="16" creationId="{EE62FFA1-F211-B211-F9A1-ADBF68728184}"/>
          </ac:spMkLst>
        </pc:spChg>
        <pc:spChg chg="add mod">
          <ac:chgData name="Krishnaraj Rao" userId="S::krishnaraj@devappsys.com::a83542c9-5cf2-493e-a756-14c8b4a74310" providerId="AD" clId="Web-{BB55558A-5814-425F-BF8E-19951515002E}" dt="2025-06-07T00:49:22.607" v="3"/>
          <ac:spMkLst>
            <pc:docMk/>
            <pc:sldMk cId="0" sldId="267"/>
            <ac:spMk id="17" creationId="{2B3E45DA-BA9B-A034-0B99-EFA7AF4242BE}"/>
          </ac:spMkLst>
        </pc:spChg>
      </pc:sldChg>
      <pc:sldChg chg="addSp modSp">
        <pc:chgData name="Krishnaraj Rao" userId="S::krishnaraj@devappsys.com::a83542c9-5cf2-493e-a756-14c8b4a74310" providerId="AD" clId="Web-{BB55558A-5814-425F-BF8E-19951515002E}" dt="2025-06-07T00:49:22.607" v="3"/>
        <pc:sldMkLst>
          <pc:docMk/>
          <pc:sldMk cId="0" sldId="268"/>
        </pc:sldMkLst>
        <pc:spChg chg="add mod">
          <ac:chgData name="Krishnaraj Rao" userId="S::krishnaraj@devappsys.com::a83542c9-5cf2-493e-a756-14c8b4a74310" providerId="AD" clId="Web-{BB55558A-5814-425F-BF8E-19951515002E}" dt="2025-06-07T00:49:22.607" v="3"/>
          <ac:spMkLst>
            <pc:docMk/>
            <pc:sldMk cId="0" sldId="268"/>
            <ac:spMk id="13" creationId="{AE60D82D-54A9-20A4-AED1-524904392CD3}"/>
          </ac:spMkLst>
        </pc:spChg>
        <pc:spChg chg="add mod">
          <ac:chgData name="Krishnaraj Rao" userId="S::krishnaraj@devappsys.com::a83542c9-5cf2-493e-a756-14c8b4a74310" providerId="AD" clId="Web-{BB55558A-5814-425F-BF8E-19951515002E}" dt="2025-06-07T00:49:22.607" v="3"/>
          <ac:spMkLst>
            <pc:docMk/>
            <pc:sldMk cId="0" sldId="268"/>
            <ac:spMk id="14" creationId="{496FDA14-4E30-37E7-87DC-C4AB98B85A3D}"/>
          </ac:spMkLst>
        </pc:spChg>
      </pc:sldChg>
      <pc:sldChg chg="addSp modSp">
        <pc:chgData name="Krishnaraj Rao" userId="S::krishnaraj@devappsys.com::a83542c9-5cf2-493e-a756-14c8b4a74310" providerId="AD" clId="Web-{BB55558A-5814-425F-BF8E-19951515002E}" dt="2025-06-07T00:49:22.607" v="3"/>
        <pc:sldMkLst>
          <pc:docMk/>
          <pc:sldMk cId="0" sldId="269"/>
        </pc:sldMkLst>
        <pc:spChg chg="add mod">
          <ac:chgData name="Krishnaraj Rao" userId="S::krishnaraj@devappsys.com::a83542c9-5cf2-493e-a756-14c8b4a74310" providerId="AD" clId="Web-{BB55558A-5814-425F-BF8E-19951515002E}" dt="2025-06-07T00:49:22.607" v="3"/>
          <ac:spMkLst>
            <pc:docMk/>
            <pc:sldMk cId="0" sldId="269"/>
            <ac:spMk id="5" creationId="{AA04E0F9-F5E4-951A-EBFD-D1E065E2A81C}"/>
          </ac:spMkLst>
        </pc:spChg>
        <pc:spChg chg="add mod">
          <ac:chgData name="Krishnaraj Rao" userId="S::krishnaraj@devappsys.com::a83542c9-5cf2-493e-a756-14c8b4a74310" providerId="AD" clId="Web-{BB55558A-5814-425F-BF8E-19951515002E}" dt="2025-06-07T00:49:22.607" v="3"/>
          <ac:spMkLst>
            <pc:docMk/>
            <pc:sldMk cId="0" sldId="269"/>
            <ac:spMk id="6" creationId="{68EF33A1-EA75-7DBD-0985-08D881B8B6DB}"/>
          </ac:spMkLst>
        </pc:spChg>
      </pc:sldChg>
      <pc:sldMasterChg chg="mod modSldLayout">
        <pc:chgData name="Krishnaraj Rao" userId="S::krishnaraj@devappsys.com::a83542c9-5cf2-493e-a756-14c8b4a74310" providerId="AD" clId="Web-{BB55558A-5814-425F-BF8E-19951515002E}" dt="2025-06-07T00:49:22.607" v="3"/>
        <pc:sldMasterMkLst>
          <pc:docMk/>
          <pc:sldMasterMk cId="0" sldId="2147483648"/>
        </pc:sldMasterMkLst>
        <pc:sldLayoutChg chg="mod">
          <pc:chgData name="Krishnaraj Rao" userId="S::krishnaraj@devappsys.com::a83542c9-5cf2-493e-a756-14c8b4a74310" providerId="AD" clId="Web-{BB55558A-5814-425F-BF8E-19951515002E}" dt="2025-06-07T00:49:22.607" v="3"/>
          <pc:sldLayoutMkLst>
            <pc:docMk/>
            <pc:sldMasterMk cId="0" sldId="2147483648"/>
            <pc:sldLayoutMk cId="0" sldId="2147483649"/>
          </pc:sldLayoutMkLst>
        </pc:sldLayoutChg>
        <pc:sldLayoutChg chg="mod">
          <pc:chgData name="Krishnaraj Rao" userId="S::krishnaraj@devappsys.com::a83542c9-5cf2-493e-a756-14c8b4a74310" providerId="AD" clId="Web-{BB55558A-5814-425F-BF8E-19951515002E}" dt="2025-06-07T00:49:22.607" v="3"/>
          <pc:sldLayoutMkLst>
            <pc:docMk/>
            <pc:sldMasterMk cId="0" sldId="2147483648"/>
            <pc:sldLayoutMk cId="0" sldId="2147483650"/>
          </pc:sldLayoutMkLst>
        </pc:sldLayoutChg>
        <pc:sldLayoutChg chg="mod">
          <pc:chgData name="Krishnaraj Rao" userId="S::krishnaraj@devappsys.com::a83542c9-5cf2-493e-a756-14c8b4a74310" providerId="AD" clId="Web-{BB55558A-5814-425F-BF8E-19951515002E}" dt="2025-06-07T00:49:22.607" v="3"/>
          <pc:sldLayoutMkLst>
            <pc:docMk/>
            <pc:sldMasterMk cId="0" sldId="2147483648"/>
            <pc:sldLayoutMk cId="0" sldId="2147483651"/>
          </pc:sldLayoutMkLst>
        </pc:sldLayoutChg>
        <pc:sldLayoutChg chg="mod">
          <pc:chgData name="Krishnaraj Rao" userId="S::krishnaraj@devappsys.com::a83542c9-5cf2-493e-a756-14c8b4a74310" providerId="AD" clId="Web-{BB55558A-5814-425F-BF8E-19951515002E}" dt="2025-06-07T00:49:22.607" v="3"/>
          <pc:sldLayoutMkLst>
            <pc:docMk/>
            <pc:sldMasterMk cId="0" sldId="2147483648"/>
            <pc:sldLayoutMk cId="0" sldId="2147483652"/>
          </pc:sldLayoutMkLst>
        </pc:sldLayoutChg>
        <pc:sldLayoutChg chg="mod">
          <pc:chgData name="Krishnaraj Rao" userId="S::krishnaraj@devappsys.com::a83542c9-5cf2-493e-a756-14c8b4a74310" providerId="AD" clId="Web-{BB55558A-5814-425F-BF8E-19951515002E}" dt="2025-06-07T00:49:22.607" v="3"/>
          <pc:sldLayoutMkLst>
            <pc:docMk/>
            <pc:sldMasterMk cId="0" sldId="2147483648"/>
            <pc:sldLayoutMk cId="0" sldId="2147483653"/>
          </pc:sldLayoutMkLst>
        </pc:sldLayoutChg>
        <pc:sldLayoutChg chg="mod">
          <pc:chgData name="Krishnaraj Rao" userId="S::krishnaraj@devappsys.com::a83542c9-5cf2-493e-a756-14c8b4a74310" providerId="AD" clId="Web-{BB55558A-5814-425F-BF8E-19951515002E}" dt="2025-06-07T00:49:22.607" v="3"/>
          <pc:sldLayoutMkLst>
            <pc:docMk/>
            <pc:sldMasterMk cId="0" sldId="2147483648"/>
            <pc:sldLayoutMk cId="0" sldId="2147483654"/>
          </pc:sldLayoutMkLst>
        </pc:sldLayoutChg>
        <pc:sldLayoutChg chg="mod">
          <pc:chgData name="Krishnaraj Rao" userId="S::krishnaraj@devappsys.com::a83542c9-5cf2-493e-a756-14c8b4a74310" providerId="AD" clId="Web-{BB55558A-5814-425F-BF8E-19951515002E}" dt="2025-06-07T00:49:22.607" v="3"/>
          <pc:sldLayoutMkLst>
            <pc:docMk/>
            <pc:sldMasterMk cId="0" sldId="2147483648"/>
            <pc:sldLayoutMk cId="0" sldId="2147483655"/>
          </pc:sldLayoutMkLst>
        </pc:sldLayoutChg>
        <pc:sldLayoutChg chg="mod">
          <pc:chgData name="Krishnaraj Rao" userId="S::krishnaraj@devappsys.com::a83542c9-5cf2-493e-a756-14c8b4a74310" providerId="AD" clId="Web-{BB55558A-5814-425F-BF8E-19951515002E}" dt="2025-06-07T00:49:22.607" v="3"/>
          <pc:sldLayoutMkLst>
            <pc:docMk/>
            <pc:sldMasterMk cId="0" sldId="2147483648"/>
            <pc:sldLayoutMk cId="0" sldId="2147483656"/>
          </pc:sldLayoutMkLst>
        </pc:sldLayoutChg>
        <pc:sldLayoutChg chg="mod">
          <pc:chgData name="Krishnaraj Rao" userId="S::krishnaraj@devappsys.com::a83542c9-5cf2-493e-a756-14c8b4a74310" providerId="AD" clId="Web-{BB55558A-5814-425F-BF8E-19951515002E}" dt="2025-06-07T00:49:22.607" v="3"/>
          <pc:sldLayoutMkLst>
            <pc:docMk/>
            <pc:sldMasterMk cId="0" sldId="2147483648"/>
            <pc:sldLayoutMk cId="0" sldId="2147483657"/>
          </pc:sldLayoutMkLst>
        </pc:sldLayoutChg>
        <pc:sldLayoutChg chg="mod">
          <pc:chgData name="Krishnaraj Rao" userId="S::krishnaraj@devappsys.com::a83542c9-5cf2-493e-a756-14c8b4a74310" providerId="AD" clId="Web-{BB55558A-5814-425F-BF8E-19951515002E}" dt="2025-06-07T00:49:22.607" v="3"/>
          <pc:sldLayoutMkLst>
            <pc:docMk/>
            <pc:sldMasterMk cId="0" sldId="2147483648"/>
            <pc:sldLayoutMk cId="0" sldId="2147483658"/>
          </pc:sldLayoutMkLst>
        </pc:sldLayoutChg>
        <pc:sldLayoutChg chg="mod">
          <pc:chgData name="Krishnaraj Rao" userId="S::krishnaraj@devappsys.com::a83542c9-5cf2-493e-a756-14c8b4a74310" providerId="AD" clId="Web-{BB55558A-5814-425F-BF8E-19951515002E}" dt="2025-06-07T00:49:22.607" v="3"/>
          <pc:sldLayoutMkLst>
            <pc:docMk/>
            <pc:sldMasterMk cId="0" sldId="2147483648"/>
            <pc:sldLayoutMk cId="0" sldId="2147483659"/>
          </pc:sldLayoutMkLst>
        </pc:sldLayoutChg>
      </pc:sldMasterChg>
    </pc:docChg>
  </pc:docChgLst>
  <pc:docChgLst>
    <pc:chgData name="Krishnaraj Rao" userId="S::krishnaraj@devappsys.com::a83542c9-5cf2-493e-a756-14c8b4a74310" providerId="AD" clId="Web-{8530CCF8-970C-45E7-B10C-1B8DC558D11B}"/>
    <pc:docChg chg="modSld">
      <pc:chgData name="Krishnaraj Rao" userId="S::krishnaraj@devappsys.com::a83542c9-5cf2-493e-a756-14c8b4a74310" providerId="AD" clId="Web-{8530CCF8-970C-45E7-B10C-1B8DC558D11B}" dt="2025-06-07T00:43:59.214" v="1"/>
      <pc:docMkLst>
        <pc:docMk/>
      </pc:docMkLst>
      <pc:sldChg chg="addSp delSp modSp">
        <pc:chgData name="Krishnaraj Rao" userId="S::krishnaraj@devappsys.com::a83542c9-5cf2-493e-a756-14c8b4a74310" providerId="AD" clId="Web-{8530CCF8-970C-45E7-B10C-1B8DC558D11B}" dt="2025-06-07T00:43:59.214" v="1"/>
        <pc:sldMkLst>
          <pc:docMk/>
          <pc:sldMk cId="0" sldId="256"/>
        </pc:sldMkLst>
        <pc:picChg chg="add del mod">
          <ac:chgData name="Krishnaraj Rao" userId="S::krishnaraj@devappsys.com::a83542c9-5cf2-493e-a756-14c8b4a74310" providerId="AD" clId="Web-{8530CCF8-970C-45E7-B10C-1B8DC558D11B}" dt="2025-06-07T00:43:59.214" v="1"/>
          <ac:picMkLst>
            <pc:docMk/>
            <pc:sldMk cId="0" sldId="256"/>
            <ac:picMk id="12" creationId="{055C782F-BA52-4AA7-C295-778C304A1278}"/>
          </ac:picMkLst>
        </pc:picChg>
      </pc:sldChg>
    </pc:docChg>
  </pc:docChgLst>
  <pc:docChgLst>
    <pc:chgData name="Krishnaraj Rao" userId="S::krishnaraj@devappsys.com::a83542c9-5cf2-493e-a756-14c8b4a74310" providerId="AD" clId="Web-{6217F43D-2A94-46AF-90C1-C85748EC6597}"/>
    <pc:docChg chg="addSld modSld">
      <pc:chgData name="Krishnaraj Rao" userId="S::krishnaraj@devappsys.com::a83542c9-5cf2-493e-a756-14c8b4a74310" providerId="AD" clId="Web-{6217F43D-2A94-46AF-90C1-C85748EC6597}" dt="2025-06-07T10:14:43.119" v="226" actId="20577"/>
      <pc:docMkLst>
        <pc:docMk/>
      </pc:docMkLst>
      <pc:sldChg chg="addSp delSp modSp">
        <pc:chgData name="Krishnaraj Rao" userId="S::krishnaraj@devappsys.com::a83542c9-5cf2-493e-a756-14c8b4a74310" providerId="AD" clId="Web-{6217F43D-2A94-46AF-90C1-C85748EC6597}" dt="2025-06-07T10:05:24.093" v="160" actId="20577"/>
        <pc:sldMkLst>
          <pc:docMk/>
          <pc:sldMk cId="0" sldId="257"/>
        </pc:sldMkLst>
        <pc:spChg chg="mod">
          <ac:chgData name="Krishnaraj Rao" userId="S::krishnaraj@devappsys.com::a83542c9-5cf2-493e-a756-14c8b4a74310" providerId="AD" clId="Web-{6217F43D-2A94-46AF-90C1-C85748EC6597}" dt="2025-06-07T09:26:41.172" v="6" actId="20577"/>
          <ac:spMkLst>
            <pc:docMk/>
            <pc:sldMk cId="0" sldId="257"/>
            <ac:spMk id="18" creationId="{00000000-0000-0000-0000-000000000000}"/>
          </ac:spMkLst>
        </pc:spChg>
        <pc:spChg chg="mod">
          <ac:chgData name="Krishnaraj Rao" userId="S::krishnaraj@devappsys.com::a83542c9-5cf2-493e-a756-14c8b4a74310" providerId="AD" clId="Web-{6217F43D-2A94-46AF-90C1-C85748EC6597}" dt="2025-06-07T09:27:00.969" v="10" actId="20577"/>
          <ac:spMkLst>
            <pc:docMk/>
            <pc:sldMk cId="0" sldId="257"/>
            <ac:spMk id="23" creationId="{00000000-0000-0000-0000-000000000000}"/>
          </ac:spMkLst>
        </pc:spChg>
        <pc:spChg chg="mod">
          <ac:chgData name="Krishnaraj Rao" userId="S::krishnaraj@devappsys.com::a83542c9-5cf2-493e-a756-14c8b4a74310" providerId="AD" clId="Web-{6217F43D-2A94-46AF-90C1-C85748EC6597}" dt="2025-06-07T09:28:33.377" v="25" actId="20577"/>
          <ac:spMkLst>
            <pc:docMk/>
            <pc:sldMk cId="0" sldId="257"/>
            <ac:spMk id="28" creationId="{00000000-0000-0000-0000-000000000000}"/>
          </ac:spMkLst>
        </pc:spChg>
        <pc:spChg chg="mod">
          <ac:chgData name="Krishnaraj Rao" userId="S::krishnaraj@devappsys.com::a83542c9-5cf2-493e-a756-14c8b4a74310" providerId="AD" clId="Web-{6217F43D-2A94-46AF-90C1-C85748EC6597}" dt="2025-06-07T10:05:24.093" v="160" actId="20577"/>
          <ac:spMkLst>
            <pc:docMk/>
            <pc:sldMk cId="0" sldId="257"/>
            <ac:spMk id="32" creationId="{00000000-0000-0000-0000-000000000000}"/>
          </ac:spMkLst>
        </pc:spChg>
        <pc:spChg chg="mod">
          <ac:chgData name="Krishnaraj Rao" userId="S::krishnaraj@devappsys.com::a83542c9-5cf2-493e-a756-14c8b4a74310" providerId="AD" clId="Web-{6217F43D-2A94-46AF-90C1-C85748EC6597}" dt="2025-06-07T10:03:59.337" v="154"/>
          <ac:spMkLst>
            <pc:docMk/>
            <pc:sldMk cId="0" sldId="257"/>
            <ac:spMk id="33" creationId="{00000000-0000-0000-0000-000000000000}"/>
          </ac:spMkLst>
        </pc:spChg>
        <pc:spChg chg="mod">
          <ac:chgData name="Krishnaraj Rao" userId="S::krishnaraj@devappsys.com::a83542c9-5cf2-493e-a756-14c8b4a74310" providerId="AD" clId="Web-{6217F43D-2A94-46AF-90C1-C85748EC6597}" dt="2025-06-07T09:27:52.142" v="19" actId="20577"/>
          <ac:spMkLst>
            <pc:docMk/>
            <pc:sldMk cId="0" sldId="257"/>
            <ac:spMk id="38" creationId="{00000000-0000-0000-0000-000000000000}"/>
          </ac:spMkLst>
        </pc:spChg>
        <pc:spChg chg="mod">
          <ac:chgData name="Krishnaraj Rao" userId="S::krishnaraj@devappsys.com::a83542c9-5cf2-493e-a756-14c8b4a74310" providerId="AD" clId="Web-{6217F43D-2A94-46AF-90C1-C85748EC6597}" dt="2025-06-07T09:57:42.943" v="119" actId="20577"/>
          <ac:spMkLst>
            <pc:docMk/>
            <pc:sldMk cId="0" sldId="257"/>
            <ac:spMk id="43" creationId="{00000000-0000-0000-0000-000000000000}"/>
          </ac:spMkLst>
        </pc:spChg>
        <pc:spChg chg="mod">
          <ac:chgData name="Krishnaraj Rao" userId="S::krishnaraj@devappsys.com::a83542c9-5cf2-493e-a756-14c8b4a74310" providerId="AD" clId="Web-{6217F43D-2A94-46AF-90C1-C85748EC6597}" dt="2025-06-07T10:03:59.337" v="155"/>
          <ac:spMkLst>
            <pc:docMk/>
            <pc:sldMk cId="0" sldId="257"/>
            <ac:spMk id="47" creationId="{00000000-0000-0000-0000-000000000000}"/>
          </ac:spMkLst>
        </pc:spChg>
        <pc:spChg chg="mod">
          <ac:chgData name="Krishnaraj Rao" userId="S::krishnaraj@devappsys.com::a83542c9-5cf2-493e-a756-14c8b4a74310" providerId="AD" clId="Web-{6217F43D-2A94-46AF-90C1-C85748EC6597}" dt="2025-06-07T10:03:59.337" v="156"/>
          <ac:spMkLst>
            <pc:docMk/>
            <pc:sldMk cId="0" sldId="257"/>
            <ac:spMk id="48" creationId="{00000000-0000-0000-0000-000000000000}"/>
          </ac:spMkLst>
        </pc:spChg>
        <pc:spChg chg="add del mod">
          <ac:chgData name="Krishnaraj Rao" userId="S::krishnaraj@devappsys.com::a83542c9-5cf2-493e-a756-14c8b4a74310" providerId="AD" clId="Web-{6217F43D-2A94-46AF-90C1-C85748EC6597}" dt="2025-06-07T10:02:51.348" v="144"/>
          <ac:spMkLst>
            <pc:docMk/>
            <pc:sldMk cId="0" sldId="257"/>
            <ac:spMk id="50" creationId="{40C7A061-A9F9-91A3-F425-FE80FA8D66E5}"/>
          </ac:spMkLst>
        </pc:spChg>
        <pc:spChg chg="add del mod">
          <ac:chgData name="Krishnaraj Rao" userId="S::krishnaraj@devappsys.com::a83542c9-5cf2-493e-a756-14c8b4a74310" providerId="AD" clId="Web-{6217F43D-2A94-46AF-90C1-C85748EC6597}" dt="2025-06-07T10:02:51.348" v="143"/>
          <ac:spMkLst>
            <pc:docMk/>
            <pc:sldMk cId="0" sldId="257"/>
            <ac:spMk id="53" creationId="{47A6797E-280B-1055-C494-8093D3FA38B1}"/>
          </ac:spMkLst>
        </pc:spChg>
        <pc:spChg chg="add del">
          <ac:chgData name="Krishnaraj Rao" userId="S::krishnaraj@devappsys.com::a83542c9-5cf2-493e-a756-14c8b4a74310" providerId="AD" clId="Web-{6217F43D-2A94-46AF-90C1-C85748EC6597}" dt="2025-06-07T09:59:32.867" v="134"/>
          <ac:spMkLst>
            <pc:docMk/>
            <pc:sldMk cId="0" sldId="257"/>
            <ac:spMk id="55" creationId="{CE39E873-83B2-5DCC-477D-1D6D1622CB1C}"/>
          </ac:spMkLst>
        </pc:spChg>
        <pc:spChg chg="add del">
          <ac:chgData name="Krishnaraj Rao" userId="S::krishnaraj@devappsys.com::a83542c9-5cf2-493e-a756-14c8b4a74310" providerId="AD" clId="Web-{6217F43D-2A94-46AF-90C1-C85748EC6597}" dt="2025-06-07T09:59:32.867" v="133"/>
          <ac:spMkLst>
            <pc:docMk/>
            <pc:sldMk cId="0" sldId="257"/>
            <ac:spMk id="57" creationId="{0398FE93-FA09-C39E-2B36-1A635D3614A5}"/>
          </ac:spMkLst>
        </pc:spChg>
        <pc:spChg chg="add del mod">
          <ac:chgData name="Krishnaraj Rao" userId="S::krishnaraj@devappsys.com::a83542c9-5cf2-493e-a756-14c8b4a74310" providerId="AD" clId="Web-{6217F43D-2A94-46AF-90C1-C85748EC6597}" dt="2025-06-07T10:02:51.348" v="142"/>
          <ac:spMkLst>
            <pc:docMk/>
            <pc:sldMk cId="0" sldId="257"/>
            <ac:spMk id="58" creationId="{97CE721C-7EAD-92DA-4156-F5B171C68162}"/>
          </ac:spMkLst>
        </pc:spChg>
        <pc:spChg chg="mod">
          <ac:chgData name="Krishnaraj Rao" userId="S::krishnaraj@devappsys.com::a83542c9-5cf2-493e-a756-14c8b4a74310" providerId="AD" clId="Web-{6217F43D-2A94-46AF-90C1-C85748EC6597}" dt="2025-06-07T10:03:59.337" v="157"/>
          <ac:spMkLst>
            <pc:docMk/>
            <pc:sldMk cId="0" sldId="257"/>
            <ac:spMk id="61" creationId="{E0385902-10FC-9EF6-50F9-248B3E78AC66}"/>
          </ac:spMkLst>
        </pc:spChg>
        <pc:spChg chg="mod">
          <ac:chgData name="Krishnaraj Rao" userId="S::krishnaraj@devappsys.com::a83542c9-5cf2-493e-a756-14c8b4a74310" providerId="AD" clId="Web-{6217F43D-2A94-46AF-90C1-C85748EC6597}" dt="2025-06-07T10:03:59.415" v="158"/>
          <ac:spMkLst>
            <pc:docMk/>
            <pc:sldMk cId="0" sldId="257"/>
            <ac:spMk id="62" creationId="{2504A983-3E7A-EFD5-8F19-5F30731E9222}"/>
          </ac:spMkLst>
        </pc:spChg>
        <pc:grpChg chg="mod">
          <ac:chgData name="Krishnaraj Rao" userId="S::krishnaraj@devappsys.com::a83542c9-5cf2-493e-a756-14c8b4a74310" providerId="AD" clId="Web-{6217F43D-2A94-46AF-90C1-C85748EC6597}" dt="2025-06-07T09:29:14.206" v="27" actId="1076"/>
          <ac:grpSpMkLst>
            <pc:docMk/>
            <pc:sldMk cId="0" sldId="257"/>
            <ac:grpSpMk id="44" creationId="{00000000-0000-0000-0000-000000000000}"/>
          </ac:grpSpMkLst>
        </pc:grpChg>
        <pc:grpChg chg="add mod">
          <ac:chgData name="Krishnaraj Rao" userId="S::krishnaraj@devappsys.com::a83542c9-5cf2-493e-a756-14c8b4a74310" providerId="AD" clId="Web-{6217F43D-2A94-46AF-90C1-C85748EC6597}" dt="2025-06-07T10:03:00.208" v="146" actId="1076"/>
          <ac:grpSpMkLst>
            <pc:docMk/>
            <pc:sldMk cId="0" sldId="257"/>
            <ac:grpSpMk id="59" creationId="{2BD9318D-F62C-595C-ED79-4644ED29D06A}"/>
          </ac:grpSpMkLst>
        </pc:grpChg>
      </pc:sldChg>
      <pc:sldChg chg="modSp">
        <pc:chgData name="Krishnaraj Rao" userId="S::krishnaraj@devappsys.com::a83542c9-5cf2-493e-a756-14c8b4a74310" providerId="AD" clId="Web-{6217F43D-2A94-46AF-90C1-C85748EC6597}" dt="2025-06-07T10:14:43.119" v="226" actId="20577"/>
        <pc:sldMkLst>
          <pc:docMk/>
          <pc:sldMk cId="0" sldId="268"/>
        </pc:sldMkLst>
        <pc:spChg chg="mod">
          <ac:chgData name="Krishnaraj Rao" userId="S::krishnaraj@devappsys.com::a83542c9-5cf2-493e-a756-14c8b4a74310" providerId="AD" clId="Web-{6217F43D-2A94-46AF-90C1-C85748EC6597}" dt="2025-06-07T10:14:43.119" v="226" actId="20577"/>
          <ac:spMkLst>
            <pc:docMk/>
            <pc:sldMk cId="0" sldId="268"/>
            <ac:spMk id="5" creationId="{00000000-0000-0000-0000-000000000000}"/>
          </ac:spMkLst>
        </pc:spChg>
      </pc:sldChg>
      <pc:sldChg chg="modSp">
        <pc:chgData name="Krishnaraj Rao" userId="S::krishnaraj@devappsys.com::a83542c9-5cf2-493e-a756-14c8b4a74310" providerId="AD" clId="Web-{6217F43D-2A94-46AF-90C1-C85748EC6597}" dt="2025-06-07T09:52:38.376" v="101" actId="20577"/>
        <pc:sldMkLst>
          <pc:docMk/>
          <pc:sldMk cId="2287379508" sldId="271"/>
        </pc:sldMkLst>
        <pc:spChg chg="mod">
          <ac:chgData name="Krishnaraj Rao" userId="S::krishnaraj@devappsys.com::a83542c9-5cf2-493e-a756-14c8b4a74310" providerId="AD" clId="Web-{6217F43D-2A94-46AF-90C1-C85748EC6597}" dt="2025-06-07T09:52:38.376" v="101" actId="20577"/>
          <ac:spMkLst>
            <pc:docMk/>
            <pc:sldMk cId="2287379508" sldId="271"/>
            <ac:spMk id="9" creationId="{12B9693A-628F-8041-7BC9-5F1E902449D1}"/>
          </ac:spMkLst>
        </pc:spChg>
      </pc:sldChg>
      <pc:sldChg chg="addSp modSp">
        <pc:chgData name="Krishnaraj Rao" userId="S::krishnaraj@devappsys.com::a83542c9-5cf2-493e-a756-14c8b4a74310" providerId="AD" clId="Web-{6217F43D-2A94-46AF-90C1-C85748EC6597}" dt="2025-06-07T10:08:10.518" v="177" actId="14100"/>
        <pc:sldMkLst>
          <pc:docMk/>
          <pc:sldMk cId="3480894903" sldId="273"/>
        </pc:sldMkLst>
        <pc:spChg chg="mod">
          <ac:chgData name="Krishnaraj Rao" userId="S::krishnaraj@devappsys.com::a83542c9-5cf2-493e-a756-14c8b4a74310" providerId="AD" clId="Web-{6217F43D-2A94-46AF-90C1-C85748EC6597}" dt="2025-06-07T10:07:57.487" v="175" actId="1076"/>
          <ac:spMkLst>
            <pc:docMk/>
            <pc:sldMk cId="3480894903" sldId="273"/>
            <ac:spMk id="5" creationId="{CEFD614E-217F-ADF7-5012-61A2E4C72D96}"/>
          </ac:spMkLst>
        </pc:spChg>
        <pc:spChg chg="mod">
          <ac:chgData name="Krishnaraj Rao" userId="S::krishnaraj@devappsys.com::a83542c9-5cf2-493e-a756-14c8b4a74310" providerId="AD" clId="Web-{6217F43D-2A94-46AF-90C1-C85748EC6597}" dt="2025-06-07T10:07:52.502" v="174" actId="1076"/>
          <ac:spMkLst>
            <pc:docMk/>
            <pc:sldMk cId="3480894903" sldId="273"/>
            <ac:spMk id="9" creationId="{7D9BE6DE-92DA-FBB6-6EB2-8744095645C4}"/>
          </ac:spMkLst>
        </pc:spChg>
        <pc:grpChg chg="mod">
          <ac:chgData name="Krishnaraj Rao" userId="S::krishnaraj@devappsys.com::a83542c9-5cf2-493e-a756-14c8b4a74310" providerId="AD" clId="Web-{6217F43D-2A94-46AF-90C1-C85748EC6597}" dt="2025-06-07T10:07:32.189" v="169" actId="14100"/>
          <ac:grpSpMkLst>
            <pc:docMk/>
            <pc:sldMk cId="3480894903" sldId="273"/>
            <ac:grpSpMk id="4" creationId="{98376E93-0E2E-9726-C3C0-2F3CB7841D26}"/>
          </ac:grpSpMkLst>
        </pc:grpChg>
        <pc:picChg chg="add mod">
          <ac:chgData name="Krishnaraj Rao" userId="S::krishnaraj@devappsys.com::a83542c9-5cf2-493e-a756-14c8b4a74310" providerId="AD" clId="Web-{6217F43D-2A94-46AF-90C1-C85748EC6597}" dt="2025-06-07T10:08:10.518" v="177" actId="14100"/>
          <ac:picMkLst>
            <pc:docMk/>
            <pc:sldMk cId="3480894903" sldId="273"/>
            <ac:picMk id="13" creationId="{A2F2963B-196E-0362-4BF4-0D18BD039FDB}"/>
          </ac:picMkLst>
        </pc:picChg>
      </pc:sldChg>
      <pc:sldChg chg="addSp modSp add replId">
        <pc:chgData name="Krishnaraj Rao" userId="S::krishnaraj@devappsys.com::a83542c9-5cf2-493e-a756-14c8b4a74310" providerId="AD" clId="Web-{6217F43D-2A94-46AF-90C1-C85748EC6597}" dt="2025-06-07T09:52:01.750" v="100" actId="1076"/>
        <pc:sldMkLst>
          <pc:docMk/>
          <pc:sldMk cId="2783255690" sldId="275"/>
        </pc:sldMkLst>
        <pc:spChg chg="mod">
          <ac:chgData name="Krishnaraj Rao" userId="S::krishnaraj@devappsys.com::a83542c9-5cf2-493e-a756-14c8b4a74310" providerId="AD" clId="Web-{6217F43D-2A94-46AF-90C1-C85748EC6597}" dt="2025-06-07T09:52:01.750" v="100" actId="1076"/>
          <ac:spMkLst>
            <pc:docMk/>
            <pc:sldMk cId="2783255690" sldId="275"/>
            <ac:spMk id="5" creationId="{487E9DEE-4E73-2FED-9AB6-E8FC4B11D8AD}"/>
          </ac:spMkLst>
        </pc:spChg>
        <pc:spChg chg="mod">
          <ac:chgData name="Krishnaraj Rao" userId="S::krishnaraj@devappsys.com::a83542c9-5cf2-493e-a756-14c8b4a74310" providerId="AD" clId="Web-{6217F43D-2A94-46AF-90C1-C85748EC6597}" dt="2025-06-07T09:51:59" v="99" actId="1076"/>
          <ac:spMkLst>
            <pc:docMk/>
            <pc:sldMk cId="2783255690" sldId="275"/>
            <ac:spMk id="9" creationId="{24BF6FCB-1B82-2758-1A6E-D4A02EC55439}"/>
          </ac:spMkLst>
        </pc:spChg>
        <pc:graphicFrameChg chg="add mod modGraphic">
          <ac:chgData name="Krishnaraj Rao" userId="S::krishnaraj@devappsys.com::a83542c9-5cf2-493e-a756-14c8b4a74310" providerId="AD" clId="Web-{6217F43D-2A94-46AF-90C1-C85748EC6597}" dt="2025-06-07T09:51:48.343" v="96"/>
          <ac:graphicFrameMkLst>
            <pc:docMk/>
            <pc:sldMk cId="2783255690" sldId="275"/>
            <ac:graphicFrameMk id="14" creationId="{6B01A76A-C38A-D2CC-838D-9A31A6A7474B}"/>
          </ac:graphicFrameMkLst>
        </pc:graphicFrameChg>
      </pc:sldChg>
      <pc:sldChg chg="addSp modSp add replId">
        <pc:chgData name="Krishnaraj Rao" userId="S::krishnaraj@devappsys.com::a83542c9-5cf2-493e-a756-14c8b4a74310" providerId="AD" clId="Web-{6217F43D-2A94-46AF-90C1-C85748EC6597}" dt="2025-06-07T10:11:57.663" v="225" actId="14100"/>
        <pc:sldMkLst>
          <pc:docMk/>
          <pc:sldMk cId="2466518213" sldId="276"/>
        </pc:sldMkLst>
        <pc:spChg chg="mod">
          <ac:chgData name="Krishnaraj Rao" userId="S::krishnaraj@devappsys.com::a83542c9-5cf2-493e-a756-14c8b4a74310" providerId="AD" clId="Web-{6217F43D-2A94-46AF-90C1-C85748EC6597}" dt="2025-06-07T10:11:48.319" v="224" actId="20577"/>
          <ac:spMkLst>
            <pc:docMk/>
            <pc:sldMk cId="2466518213" sldId="276"/>
            <ac:spMk id="5" creationId="{C3B135D7-88A5-B84B-C023-37DC14FBFBAA}"/>
          </ac:spMkLst>
        </pc:spChg>
        <pc:spChg chg="mod">
          <ac:chgData name="Krishnaraj Rao" userId="S::krishnaraj@devappsys.com::a83542c9-5cf2-493e-a756-14c8b4a74310" providerId="AD" clId="Web-{6217F43D-2A94-46AF-90C1-C85748EC6597}" dt="2025-06-07T10:11:00.349" v="219" actId="1076"/>
          <ac:spMkLst>
            <pc:docMk/>
            <pc:sldMk cId="2466518213" sldId="276"/>
            <ac:spMk id="9" creationId="{72A4B228-6952-4F52-16AC-B47AB546A649}"/>
          </ac:spMkLst>
        </pc:spChg>
        <pc:grpChg chg="mod">
          <ac:chgData name="Krishnaraj Rao" userId="S::krishnaraj@devappsys.com::a83542c9-5cf2-493e-a756-14c8b4a74310" providerId="AD" clId="Web-{6217F43D-2A94-46AF-90C1-C85748EC6597}" dt="2025-06-07T10:09:02.628" v="189" actId="1076"/>
          <ac:grpSpMkLst>
            <pc:docMk/>
            <pc:sldMk cId="2466518213" sldId="276"/>
            <ac:grpSpMk id="4" creationId="{0362F84B-568A-E77B-A22D-D15ACE8BD1F3}"/>
          </ac:grpSpMkLst>
        </pc:grpChg>
        <pc:picChg chg="add mod">
          <ac:chgData name="Krishnaraj Rao" userId="S::krishnaraj@devappsys.com::a83542c9-5cf2-493e-a756-14c8b4a74310" providerId="AD" clId="Web-{6217F43D-2A94-46AF-90C1-C85748EC6597}" dt="2025-06-07T10:11:57.663" v="225" actId="14100"/>
          <ac:picMkLst>
            <pc:docMk/>
            <pc:sldMk cId="2466518213" sldId="276"/>
            <ac:picMk id="13" creationId="{D48FCAFE-9E44-9383-2094-5CCBC9B2982F}"/>
          </ac:picMkLst>
        </pc:picChg>
      </pc:sldChg>
    </pc:docChg>
  </pc:docChgLst>
  <pc:docChgLst>
    <pc:chgData name="Krishnaraj Rao" userId="S::krishnaraj@devappsys.com::a83542c9-5cf2-493e-a756-14c8b4a74310" providerId="AD" clId="Web-{993A952B-EB64-46F1-A797-5574A5E2CF03}"/>
    <pc:docChg chg="mod modSld modMainMaster">
      <pc:chgData name="Krishnaraj Rao" userId="S::krishnaraj@devappsys.com::a83542c9-5cf2-493e-a756-14c8b4a74310" providerId="AD" clId="Web-{993A952B-EB64-46F1-A797-5574A5E2CF03}" dt="2025-06-07T00:57:34.844" v="25" actId="1076"/>
      <pc:docMkLst>
        <pc:docMk/>
      </pc:docMkLst>
      <pc:sldChg chg="addSp delSp modSp">
        <pc:chgData name="Krishnaraj Rao" userId="S::krishnaraj@devappsys.com::a83542c9-5cf2-493e-a756-14c8b4a74310" providerId="AD" clId="Web-{993A952B-EB64-46F1-A797-5574A5E2CF03}" dt="2025-06-07T00:57:34.844" v="25" actId="1076"/>
        <pc:sldMkLst>
          <pc:docMk/>
          <pc:sldMk cId="0" sldId="256"/>
        </pc:sldMkLst>
        <pc:spChg chg="mod">
          <ac:chgData name="Krishnaraj Rao" userId="S::krishnaraj@devappsys.com::a83542c9-5cf2-493e-a756-14c8b4a74310" providerId="AD" clId="Web-{993A952B-EB64-46F1-A797-5574A5E2CF03}" dt="2025-06-07T00:57:34.844" v="25" actId="1076"/>
          <ac:spMkLst>
            <pc:docMk/>
            <pc:sldMk cId="0" sldId="256"/>
            <ac:spMk id="4" creationId="{00000000-0000-0000-0000-000000000000}"/>
          </ac:spMkLst>
        </pc:spChg>
        <pc:spChg chg="del mod">
          <ac:chgData name="Krishnaraj Rao" userId="S::krishnaraj@devappsys.com::a83542c9-5cf2-493e-a756-14c8b4a74310" providerId="AD" clId="Web-{993A952B-EB64-46F1-A797-5574A5E2CF03}" dt="2025-06-07T00:52:19.845" v="1"/>
          <ac:spMkLst>
            <pc:docMk/>
            <pc:sldMk cId="0" sldId="256"/>
            <ac:spMk id="12" creationId="{85F18A22-050D-96D1-3301-F57D14DE7EED}"/>
          </ac:spMkLst>
        </pc:spChg>
        <pc:spChg chg="del">
          <ac:chgData name="Krishnaraj Rao" userId="S::krishnaraj@devappsys.com::a83542c9-5cf2-493e-a756-14c8b4a74310" providerId="AD" clId="Web-{993A952B-EB64-46F1-A797-5574A5E2CF03}" dt="2025-06-07T00:52:21.110" v="2"/>
          <ac:spMkLst>
            <pc:docMk/>
            <pc:sldMk cId="0" sldId="256"/>
            <ac:spMk id="13" creationId="{35FD7363-FEF8-DD18-4DF8-DEF5ADDBF191}"/>
          </ac:spMkLst>
        </pc:spChg>
        <pc:spChg chg="add mod">
          <ac:chgData name="Krishnaraj Rao" userId="S::krishnaraj@devappsys.com::a83542c9-5cf2-493e-a756-14c8b4a74310" providerId="AD" clId="Web-{993A952B-EB64-46F1-A797-5574A5E2CF03}" dt="2025-06-07T00:52:28.486" v="5"/>
          <ac:spMkLst>
            <pc:docMk/>
            <pc:sldMk cId="0" sldId="256"/>
            <ac:spMk id="14" creationId="{A788A892-53E9-C1D1-8945-E37AAF27FEF5}"/>
          </ac:spMkLst>
        </pc:spChg>
        <pc:spChg chg="add mod">
          <ac:chgData name="Krishnaraj Rao" userId="S::krishnaraj@devappsys.com::a83542c9-5cf2-493e-a756-14c8b4a74310" providerId="AD" clId="Web-{993A952B-EB64-46F1-A797-5574A5E2CF03}" dt="2025-06-07T00:54:06.442" v="21" actId="1076"/>
          <ac:spMkLst>
            <pc:docMk/>
            <pc:sldMk cId="0" sldId="256"/>
            <ac:spMk id="15" creationId="{45BF26D9-E672-5704-847A-EC70136C457F}"/>
          </ac:spMkLst>
        </pc:spChg>
      </pc:sldChg>
      <pc:sldChg chg="addSp delSp modSp">
        <pc:chgData name="Krishnaraj Rao" userId="S::krishnaraj@devappsys.com::a83542c9-5cf2-493e-a756-14c8b4a74310" providerId="AD" clId="Web-{993A952B-EB64-46F1-A797-5574A5E2CF03}" dt="2025-06-07T00:54:11.958" v="22"/>
        <pc:sldMkLst>
          <pc:docMk/>
          <pc:sldMk cId="0" sldId="257"/>
        </pc:sldMkLst>
        <pc:spChg chg="del">
          <ac:chgData name="Krishnaraj Rao" userId="S::krishnaraj@devappsys.com::a83542c9-5cf2-493e-a756-14c8b4a74310" providerId="AD" clId="Web-{993A952B-EB64-46F1-A797-5574A5E2CF03}" dt="2025-06-07T00:52:26.423" v="4"/>
          <ac:spMkLst>
            <pc:docMk/>
            <pc:sldMk cId="0" sldId="257"/>
            <ac:spMk id="49" creationId="{0BA155CB-A8DA-5752-7372-2A1A9EB0AA43}"/>
          </ac:spMkLst>
        </pc:spChg>
        <pc:spChg chg="del">
          <ac:chgData name="Krishnaraj Rao" userId="S::krishnaraj@devappsys.com::a83542c9-5cf2-493e-a756-14c8b4a74310" providerId="AD" clId="Web-{993A952B-EB64-46F1-A797-5574A5E2CF03}" dt="2025-06-07T00:52:26.423" v="4"/>
          <ac:spMkLst>
            <pc:docMk/>
            <pc:sldMk cId="0" sldId="257"/>
            <ac:spMk id="50" creationId="{90E327EE-D449-710A-524F-FDBC3B072DF4}"/>
          </ac:spMkLst>
        </pc:spChg>
        <pc:spChg chg="add mod">
          <ac:chgData name="Krishnaraj Rao" userId="S::krishnaraj@devappsys.com::a83542c9-5cf2-493e-a756-14c8b4a74310" providerId="AD" clId="Web-{993A952B-EB64-46F1-A797-5574A5E2CF03}" dt="2025-06-07T00:54:11.958" v="22"/>
          <ac:spMkLst>
            <pc:docMk/>
            <pc:sldMk cId="0" sldId="257"/>
            <ac:spMk id="51" creationId="{A17B05B3-0594-F81F-73B9-E312A4458F6A}"/>
          </ac:spMkLst>
        </pc:spChg>
        <pc:spChg chg="add mod">
          <ac:chgData name="Krishnaraj Rao" userId="S::krishnaraj@devappsys.com::a83542c9-5cf2-493e-a756-14c8b4a74310" providerId="AD" clId="Web-{993A952B-EB64-46F1-A797-5574A5E2CF03}" dt="2025-06-07T00:53:29.113" v="16"/>
          <ac:spMkLst>
            <pc:docMk/>
            <pc:sldMk cId="0" sldId="257"/>
            <ac:spMk id="52" creationId="{F014F566-679C-7B70-6B31-31DC6A6FB9B1}"/>
          </ac:spMkLst>
        </pc:spChg>
      </pc:sldChg>
      <pc:sldChg chg="addSp delSp modSp">
        <pc:chgData name="Krishnaraj Rao" userId="S::krishnaraj@devappsys.com::a83542c9-5cf2-493e-a756-14c8b4a74310" providerId="AD" clId="Web-{993A952B-EB64-46F1-A797-5574A5E2CF03}" dt="2025-06-07T00:54:11.958" v="22"/>
        <pc:sldMkLst>
          <pc:docMk/>
          <pc:sldMk cId="0" sldId="258"/>
        </pc:sldMkLst>
        <pc:spChg chg="del">
          <ac:chgData name="Krishnaraj Rao" userId="S::krishnaraj@devappsys.com::a83542c9-5cf2-493e-a756-14c8b4a74310" providerId="AD" clId="Web-{993A952B-EB64-46F1-A797-5574A5E2CF03}" dt="2025-06-07T00:52:26.423" v="4"/>
          <ac:spMkLst>
            <pc:docMk/>
            <pc:sldMk cId="0" sldId="258"/>
            <ac:spMk id="16" creationId="{CDBDAF61-21A8-F453-6028-F56891D25C18}"/>
          </ac:spMkLst>
        </pc:spChg>
        <pc:spChg chg="del">
          <ac:chgData name="Krishnaraj Rao" userId="S::krishnaraj@devappsys.com::a83542c9-5cf2-493e-a756-14c8b4a74310" providerId="AD" clId="Web-{993A952B-EB64-46F1-A797-5574A5E2CF03}" dt="2025-06-07T00:52:26.423" v="4"/>
          <ac:spMkLst>
            <pc:docMk/>
            <pc:sldMk cId="0" sldId="258"/>
            <ac:spMk id="17" creationId="{03C4E3B1-EDD4-4D0B-C13E-4DE51F4B5166}"/>
          </ac:spMkLst>
        </pc:spChg>
        <pc:spChg chg="add mod">
          <ac:chgData name="Krishnaraj Rao" userId="S::krishnaraj@devappsys.com::a83542c9-5cf2-493e-a756-14c8b4a74310" providerId="AD" clId="Web-{993A952B-EB64-46F1-A797-5574A5E2CF03}" dt="2025-06-07T00:54:11.958" v="22"/>
          <ac:spMkLst>
            <pc:docMk/>
            <pc:sldMk cId="0" sldId="258"/>
            <ac:spMk id="18" creationId="{7B3027A7-DAC5-DCD6-514D-8CE16A96B9AF}"/>
          </ac:spMkLst>
        </pc:spChg>
        <pc:spChg chg="add mod">
          <ac:chgData name="Krishnaraj Rao" userId="S::krishnaraj@devappsys.com::a83542c9-5cf2-493e-a756-14c8b4a74310" providerId="AD" clId="Web-{993A952B-EB64-46F1-A797-5574A5E2CF03}" dt="2025-06-07T00:53:29.113" v="16"/>
          <ac:spMkLst>
            <pc:docMk/>
            <pc:sldMk cId="0" sldId="258"/>
            <ac:spMk id="19" creationId="{9638AB3A-734E-28AD-106B-E6DC74EB2121}"/>
          </ac:spMkLst>
        </pc:spChg>
      </pc:sldChg>
      <pc:sldChg chg="addSp delSp modSp">
        <pc:chgData name="Krishnaraj Rao" userId="S::krishnaraj@devappsys.com::a83542c9-5cf2-493e-a756-14c8b4a74310" providerId="AD" clId="Web-{993A952B-EB64-46F1-A797-5574A5E2CF03}" dt="2025-06-07T00:54:11.958" v="22"/>
        <pc:sldMkLst>
          <pc:docMk/>
          <pc:sldMk cId="0" sldId="259"/>
        </pc:sldMkLst>
        <pc:spChg chg="del">
          <ac:chgData name="Krishnaraj Rao" userId="S::krishnaraj@devappsys.com::a83542c9-5cf2-493e-a756-14c8b4a74310" providerId="AD" clId="Web-{993A952B-EB64-46F1-A797-5574A5E2CF03}" dt="2025-06-07T00:52:26.423" v="4"/>
          <ac:spMkLst>
            <pc:docMk/>
            <pc:sldMk cId="0" sldId="259"/>
            <ac:spMk id="15" creationId="{6E420746-B275-4438-F3E0-237810C81591}"/>
          </ac:spMkLst>
        </pc:spChg>
        <pc:spChg chg="del">
          <ac:chgData name="Krishnaraj Rao" userId="S::krishnaraj@devappsys.com::a83542c9-5cf2-493e-a756-14c8b4a74310" providerId="AD" clId="Web-{993A952B-EB64-46F1-A797-5574A5E2CF03}" dt="2025-06-07T00:52:26.423" v="4"/>
          <ac:spMkLst>
            <pc:docMk/>
            <pc:sldMk cId="0" sldId="259"/>
            <ac:spMk id="16" creationId="{AEC99B2C-787C-9CDA-CF38-405CFCC78B21}"/>
          </ac:spMkLst>
        </pc:spChg>
        <pc:spChg chg="add mod">
          <ac:chgData name="Krishnaraj Rao" userId="S::krishnaraj@devappsys.com::a83542c9-5cf2-493e-a756-14c8b4a74310" providerId="AD" clId="Web-{993A952B-EB64-46F1-A797-5574A5E2CF03}" dt="2025-06-07T00:54:11.958" v="22"/>
          <ac:spMkLst>
            <pc:docMk/>
            <pc:sldMk cId="0" sldId="259"/>
            <ac:spMk id="17" creationId="{17D831A0-7C01-707A-4C80-74428957F38C}"/>
          </ac:spMkLst>
        </pc:spChg>
        <pc:spChg chg="add mod">
          <ac:chgData name="Krishnaraj Rao" userId="S::krishnaraj@devappsys.com::a83542c9-5cf2-493e-a756-14c8b4a74310" providerId="AD" clId="Web-{993A952B-EB64-46F1-A797-5574A5E2CF03}" dt="2025-06-07T00:53:29.113" v="16"/>
          <ac:spMkLst>
            <pc:docMk/>
            <pc:sldMk cId="0" sldId="259"/>
            <ac:spMk id="18" creationId="{1F7B5AE0-E946-4423-4F82-43967F249503}"/>
          </ac:spMkLst>
        </pc:spChg>
      </pc:sldChg>
      <pc:sldChg chg="addSp delSp modSp">
        <pc:chgData name="Krishnaraj Rao" userId="S::krishnaraj@devappsys.com::a83542c9-5cf2-493e-a756-14c8b4a74310" providerId="AD" clId="Web-{993A952B-EB64-46F1-A797-5574A5E2CF03}" dt="2025-06-07T00:54:11.958" v="22"/>
        <pc:sldMkLst>
          <pc:docMk/>
          <pc:sldMk cId="0" sldId="260"/>
        </pc:sldMkLst>
        <pc:spChg chg="del">
          <ac:chgData name="Krishnaraj Rao" userId="S::krishnaraj@devappsys.com::a83542c9-5cf2-493e-a756-14c8b4a74310" providerId="AD" clId="Web-{993A952B-EB64-46F1-A797-5574A5E2CF03}" dt="2025-06-07T00:52:26.423" v="4"/>
          <ac:spMkLst>
            <pc:docMk/>
            <pc:sldMk cId="0" sldId="260"/>
            <ac:spMk id="33" creationId="{4CC9B1B3-E18A-3EA4-8FC9-9F35F59D88FF}"/>
          </ac:spMkLst>
        </pc:spChg>
        <pc:spChg chg="del">
          <ac:chgData name="Krishnaraj Rao" userId="S::krishnaraj@devappsys.com::a83542c9-5cf2-493e-a756-14c8b4a74310" providerId="AD" clId="Web-{993A952B-EB64-46F1-A797-5574A5E2CF03}" dt="2025-06-07T00:52:26.423" v="4"/>
          <ac:spMkLst>
            <pc:docMk/>
            <pc:sldMk cId="0" sldId="260"/>
            <ac:spMk id="34" creationId="{59572D42-1E1A-7209-9D9D-B77B65B2F456}"/>
          </ac:spMkLst>
        </pc:spChg>
        <pc:spChg chg="add mod">
          <ac:chgData name="Krishnaraj Rao" userId="S::krishnaraj@devappsys.com::a83542c9-5cf2-493e-a756-14c8b4a74310" providerId="AD" clId="Web-{993A952B-EB64-46F1-A797-5574A5E2CF03}" dt="2025-06-07T00:54:11.958" v="22"/>
          <ac:spMkLst>
            <pc:docMk/>
            <pc:sldMk cId="0" sldId="260"/>
            <ac:spMk id="35" creationId="{5BB8C59D-A84F-B76A-AF74-E2C7C1AB8825}"/>
          </ac:spMkLst>
        </pc:spChg>
        <pc:spChg chg="add mod">
          <ac:chgData name="Krishnaraj Rao" userId="S::krishnaraj@devappsys.com::a83542c9-5cf2-493e-a756-14c8b4a74310" providerId="AD" clId="Web-{993A952B-EB64-46F1-A797-5574A5E2CF03}" dt="2025-06-07T00:53:29.113" v="16"/>
          <ac:spMkLst>
            <pc:docMk/>
            <pc:sldMk cId="0" sldId="260"/>
            <ac:spMk id="36" creationId="{9843DB6C-6E6A-3852-CC4F-CB3AADE51CAE}"/>
          </ac:spMkLst>
        </pc:spChg>
      </pc:sldChg>
      <pc:sldChg chg="addSp delSp modSp">
        <pc:chgData name="Krishnaraj Rao" userId="S::krishnaraj@devappsys.com::a83542c9-5cf2-493e-a756-14c8b4a74310" providerId="AD" clId="Web-{993A952B-EB64-46F1-A797-5574A5E2CF03}" dt="2025-06-07T00:54:11.958" v="22"/>
        <pc:sldMkLst>
          <pc:docMk/>
          <pc:sldMk cId="0" sldId="261"/>
        </pc:sldMkLst>
        <pc:spChg chg="del">
          <ac:chgData name="Krishnaraj Rao" userId="S::krishnaraj@devappsys.com::a83542c9-5cf2-493e-a756-14c8b4a74310" providerId="AD" clId="Web-{993A952B-EB64-46F1-A797-5574A5E2CF03}" dt="2025-06-07T00:52:26.423" v="4"/>
          <ac:spMkLst>
            <pc:docMk/>
            <pc:sldMk cId="0" sldId="261"/>
            <ac:spMk id="13" creationId="{E296D9E6-FFF5-BF6A-1D73-040270AD08BA}"/>
          </ac:spMkLst>
        </pc:spChg>
        <pc:spChg chg="del">
          <ac:chgData name="Krishnaraj Rao" userId="S::krishnaraj@devappsys.com::a83542c9-5cf2-493e-a756-14c8b4a74310" providerId="AD" clId="Web-{993A952B-EB64-46F1-A797-5574A5E2CF03}" dt="2025-06-07T00:52:26.423" v="4"/>
          <ac:spMkLst>
            <pc:docMk/>
            <pc:sldMk cId="0" sldId="261"/>
            <ac:spMk id="14" creationId="{0FF27691-3742-FF2D-B30F-B81BBC80157E}"/>
          </ac:spMkLst>
        </pc:spChg>
        <pc:spChg chg="add mod">
          <ac:chgData name="Krishnaraj Rao" userId="S::krishnaraj@devappsys.com::a83542c9-5cf2-493e-a756-14c8b4a74310" providerId="AD" clId="Web-{993A952B-EB64-46F1-A797-5574A5E2CF03}" dt="2025-06-07T00:54:11.958" v="22"/>
          <ac:spMkLst>
            <pc:docMk/>
            <pc:sldMk cId="0" sldId="261"/>
            <ac:spMk id="15" creationId="{2D5696C4-FCF8-BCC3-0465-6143C8706BFA}"/>
          </ac:spMkLst>
        </pc:spChg>
        <pc:spChg chg="add mod">
          <ac:chgData name="Krishnaraj Rao" userId="S::krishnaraj@devappsys.com::a83542c9-5cf2-493e-a756-14c8b4a74310" providerId="AD" clId="Web-{993A952B-EB64-46F1-A797-5574A5E2CF03}" dt="2025-06-07T00:53:29.113" v="16"/>
          <ac:spMkLst>
            <pc:docMk/>
            <pc:sldMk cId="0" sldId="261"/>
            <ac:spMk id="16" creationId="{3B706D7D-C598-83A3-6C00-26801E598E8D}"/>
          </ac:spMkLst>
        </pc:spChg>
      </pc:sldChg>
      <pc:sldChg chg="addSp delSp modSp">
        <pc:chgData name="Krishnaraj Rao" userId="S::krishnaraj@devappsys.com::a83542c9-5cf2-493e-a756-14c8b4a74310" providerId="AD" clId="Web-{993A952B-EB64-46F1-A797-5574A5E2CF03}" dt="2025-06-07T00:54:11.958" v="22"/>
        <pc:sldMkLst>
          <pc:docMk/>
          <pc:sldMk cId="0" sldId="262"/>
        </pc:sldMkLst>
        <pc:spChg chg="del">
          <ac:chgData name="Krishnaraj Rao" userId="S::krishnaraj@devappsys.com::a83542c9-5cf2-493e-a756-14c8b4a74310" providerId="AD" clId="Web-{993A952B-EB64-46F1-A797-5574A5E2CF03}" dt="2025-06-07T00:52:26.423" v="4"/>
          <ac:spMkLst>
            <pc:docMk/>
            <pc:sldMk cId="0" sldId="262"/>
            <ac:spMk id="16" creationId="{094548CB-5EE2-5A9E-4721-A1FBA1EA7EEF}"/>
          </ac:spMkLst>
        </pc:spChg>
        <pc:spChg chg="del">
          <ac:chgData name="Krishnaraj Rao" userId="S::krishnaraj@devappsys.com::a83542c9-5cf2-493e-a756-14c8b4a74310" providerId="AD" clId="Web-{993A952B-EB64-46F1-A797-5574A5E2CF03}" dt="2025-06-07T00:52:26.423" v="4"/>
          <ac:spMkLst>
            <pc:docMk/>
            <pc:sldMk cId="0" sldId="262"/>
            <ac:spMk id="17" creationId="{9F7C080D-FC93-869B-F377-2DDD79B02D9F}"/>
          </ac:spMkLst>
        </pc:spChg>
        <pc:spChg chg="add mod">
          <ac:chgData name="Krishnaraj Rao" userId="S::krishnaraj@devappsys.com::a83542c9-5cf2-493e-a756-14c8b4a74310" providerId="AD" clId="Web-{993A952B-EB64-46F1-A797-5574A5E2CF03}" dt="2025-06-07T00:54:11.958" v="22"/>
          <ac:spMkLst>
            <pc:docMk/>
            <pc:sldMk cId="0" sldId="262"/>
            <ac:spMk id="18" creationId="{31E22B1B-04BE-C61A-F002-C1AD09C6ADBB}"/>
          </ac:spMkLst>
        </pc:spChg>
        <pc:spChg chg="add mod">
          <ac:chgData name="Krishnaraj Rao" userId="S::krishnaraj@devappsys.com::a83542c9-5cf2-493e-a756-14c8b4a74310" providerId="AD" clId="Web-{993A952B-EB64-46F1-A797-5574A5E2CF03}" dt="2025-06-07T00:53:29.113" v="16"/>
          <ac:spMkLst>
            <pc:docMk/>
            <pc:sldMk cId="0" sldId="262"/>
            <ac:spMk id="19" creationId="{AB3E09E8-B768-F8D9-8A8B-63F503CAE2F0}"/>
          </ac:spMkLst>
        </pc:spChg>
      </pc:sldChg>
      <pc:sldChg chg="addSp delSp modSp">
        <pc:chgData name="Krishnaraj Rao" userId="S::krishnaraj@devappsys.com::a83542c9-5cf2-493e-a756-14c8b4a74310" providerId="AD" clId="Web-{993A952B-EB64-46F1-A797-5574A5E2CF03}" dt="2025-06-07T00:54:11.958" v="22"/>
        <pc:sldMkLst>
          <pc:docMk/>
          <pc:sldMk cId="0" sldId="263"/>
        </pc:sldMkLst>
        <pc:spChg chg="del">
          <ac:chgData name="Krishnaraj Rao" userId="S::krishnaraj@devappsys.com::a83542c9-5cf2-493e-a756-14c8b4a74310" providerId="AD" clId="Web-{993A952B-EB64-46F1-A797-5574A5E2CF03}" dt="2025-06-07T00:52:26.423" v="4"/>
          <ac:spMkLst>
            <pc:docMk/>
            <pc:sldMk cId="0" sldId="263"/>
            <ac:spMk id="16" creationId="{30FD7492-52EC-D49F-4A27-37BDA0F53E6B}"/>
          </ac:spMkLst>
        </pc:spChg>
        <pc:spChg chg="del">
          <ac:chgData name="Krishnaraj Rao" userId="S::krishnaraj@devappsys.com::a83542c9-5cf2-493e-a756-14c8b4a74310" providerId="AD" clId="Web-{993A952B-EB64-46F1-A797-5574A5E2CF03}" dt="2025-06-07T00:52:26.423" v="4"/>
          <ac:spMkLst>
            <pc:docMk/>
            <pc:sldMk cId="0" sldId="263"/>
            <ac:spMk id="17" creationId="{A1572DA4-30F9-62BF-C8EB-D3567A28AEA6}"/>
          </ac:spMkLst>
        </pc:spChg>
        <pc:spChg chg="add mod">
          <ac:chgData name="Krishnaraj Rao" userId="S::krishnaraj@devappsys.com::a83542c9-5cf2-493e-a756-14c8b4a74310" providerId="AD" clId="Web-{993A952B-EB64-46F1-A797-5574A5E2CF03}" dt="2025-06-07T00:54:11.958" v="22"/>
          <ac:spMkLst>
            <pc:docMk/>
            <pc:sldMk cId="0" sldId="263"/>
            <ac:spMk id="18" creationId="{C6158D96-D804-DD74-9B1C-65F843FC17AA}"/>
          </ac:spMkLst>
        </pc:spChg>
        <pc:spChg chg="add mod">
          <ac:chgData name="Krishnaraj Rao" userId="S::krishnaraj@devappsys.com::a83542c9-5cf2-493e-a756-14c8b4a74310" providerId="AD" clId="Web-{993A952B-EB64-46F1-A797-5574A5E2CF03}" dt="2025-06-07T00:53:29.113" v="16"/>
          <ac:spMkLst>
            <pc:docMk/>
            <pc:sldMk cId="0" sldId="263"/>
            <ac:spMk id="19" creationId="{6194A6FE-EFF6-109E-58FB-CBA4BB9E20C5}"/>
          </ac:spMkLst>
        </pc:spChg>
      </pc:sldChg>
      <pc:sldChg chg="addSp delSp modSp">
        <pc:chgData name="Krishnaraj Rao" userId="S::krishnaraj@devappsys.com::a83542c9-5cf2-493e-a756-14c8b4a74310" providerId="AD" clId="Web-{993A952B-EB64-46F1-A797-5574A5E2CF03}" dt="2025-06-07T00:54:11.958" v="22"/>
        <pc:sldMkLst>
          <pc:docMk/>
          <pc:sldMk cId="0" sldId="264"/>
        </pc:sldMkLst>
        <pc:spChg chg="del">
          <ac:chgData name="Krishnaraj Rao" userId="S::krishnaraj@devappsys.com::a83542c9-5cf2-493e-a756-14c8b4a74310" providerId="AD" clId="Web-{993A952B-EB64-46F1-A797-5574A5E2CF03}" dt="2025-06-07T00:52:26.423" v="4"/>
          <ac:spMkLst>
            <pc:docMk/>
            <pc:sldMk cId="0" sldId="264"/>
            <ac:spMk id="27" creationId="{33CADF40-D3D0-FE6D-819B-5876019D928D}"/>
          </ac:spMkLst>
        </pc:spChg>
        <pc:spChg chg="del">
          <ac:chgData name="Krishnaraj Rao" userId="S::krishnaraj@devappsys.com::a83542c9-5cf2-493e-a756-14c8b4a74310" providerId="AD" clId="Web-{993A952B-EB64-46F1-A797-5574A5E2CF03}" dt="2025-06-07T00:52:26.423" v="4"/>
          <ac:spMkLst>
            <pc:docMk/>
            <pc:sldMk cId="0" sldId="264"/>
            <ac:spMk id="28" creationId="{C4232EE6-AB90-1693-D4FF-4055F84CE92C}"/>
          </ac:spMkLst>
        </pc:spChg>
        <pc:spChg chg="add mod">
          <ac:chgData name="Krishnaraj Rao" userId="S::krishnaraj@devappsys.com::a83542c9-5cf2-493e-a756-14c8b4a74310" providerId="AD" clId="Web-{993A952B-EB64-46F1-A797-5574A5E2CF03}" dt="2025-06-07T00:54:11.958" v="22"/>
          <ac:spMkLst>
            <pc:docMk/>
            <pc:sldMk cId="0" sldId="264"/>
            <ac:spMk id="29" creationId="{BC86B100-FCAB-32FB-01C6-2F12FBCE34DF}"/>
          </ac:spMkLst>
        </pc:spChg>
        <pc:spChg chg="add mod">
          <ac:chgData name="Krishnaraj Rao" userId="S::krishnaraj@devappsys.com::a83542c9-5cf2-493e-a756-14c8b4a74310" providerId="AD" clId="Web-{993A952B-EB64-46F1-A797-5574A5E2CF03}" dt="2025-06-07T00:53:29.113" v="16"/>
          <ac:spMkLst>
            <pc:docMk/>
            <pc:sldMk cId="0" sldId="264"/>
            <ac:spMk id="30" creationId="{8A31F693-244D-F38C-C060-5ED257A7A284}"/>
          </ac:spMkLst>
        </pc:spChg>
      </pc:sldChg>
      <pc:sldChg chg="addSp delSp modSp">
        <pc:chgData name="Krishnaraj Rao" userId="S::krishnaraj@devappsys.com::a83542c9-5cf2-493e-a756-14c8b4a74310" providerId="AD" clId="Web-{993A952B-EB64-46F1-A797-5574A5E2CF03}" dt="2025-06-07T00:54:11.958" v="22"/>
        <pc:sldMkLst>
          <pc:docMk/>
          <pc:sldMk cId="0" sldId="265"/>
        </pc:sldMkLst>
        <pc:spChg chg="del">
          <ac:chgData name="Krishnaraj Rao" userId="S::krishnaraj@devappsys.com::a83542c9-5cf2-493e-a756-14c8b4a74310" providerId="AD" clId="Web-{993A952B-EB64-46F1-A797-5574A5E2CF03}" dt="2025-06-07T00:52:26.423" v="4"/>
          <ac:spMkLst>
            <pc:docMk/>
            <pc:sldMk cId="0" sldId="265"/>
            <ac:spMk id="20" creationId="{429B65AB-D657-3746-EE25-113CE8DC3469}"/>
          </ac:spMkLst>
        </pc:spChg>
        <pc:spChg chg="del">
          <ac:chgData name="Krishnaraj Rao" userId="S::krishnaraj@devappsys.com::a83542c9-5cf2-493e-a756-14c8b4a74310" providerId="AD" clId="Web-{993A952B-EB64-46F1-A797-5574A5E2CF03}" dt="2025-06-07T00:52:26.423" v="4"/>
          <ac:spMkLst>
            <pc:docMk/>
            <pc:sldMk cId="0" sldId="265"/>
            <ac:spMk id="21" creationId="{9BE73999-29C0-F7ED-3A16-4C18EEA9CF70}"/>
          </ac:spMkLst>
        </pc:spChg>
        <pc:spChg chg="add mod">
          <ac:chgData name="Krishnaraj Rao" userId="S::krishnaraj@devappsys.com::a83542c9-5cf2-493e-a756-14c8b4a74310" providerId="AD" clId="Web-{993A952B-EB64-46F1-A797-5574A5E2CF03}" dt="2025-06-07T00:54:11.958" v="22"/>
          <ac:spMkLst>
            <pc:docMk/>
            <pc:sldMk cId="0" sldId="265"/>
            <ac:spMk id="22" creationId="{05024533-8989-7596-7E39-926CC3164904}"/>
          </ac:spMkLst>
        </pc:spChg>
        <pc:spChg chg="add mod">
          <ac:chgData name="Krishnaraj Rao" userId="S::krishnaraj@devappsys.com::a83542c9-5cf2-493e-a756-14c8b4a74310" providerId="AD" clId="Web-{993A952B-EB64-46F1-A797-5574A5E2CF03}" dt="2025-06-07T00:53:29.113" v="16"/>
          <ac:spMkLst>
            <pc:docMk/>
            <pc:sldMk cId="0" sldId="265"/>
            <ac:spMk id="23" creationId="{AFB55547-605D-EDB9-41FF-CD3D51DA6714}"/>
          </ac:spMkLst>
        </pc:spChg>
      </pc:sldChg>
      <pc:sldChg chg="addSp delSp modSp">
        <pc:chgData name="Krishnaraj Rao" userId="S::krishnaraj@devappsys.com::a83542c9-5cf2-493e-a756-14c8b4a74310" providerId="AD" clId="Web-{993A952B-EB64-46F1-A797-5574A5E2CF03}" dt="2025-06-07T00:54:11.958" v="22"/>
        <pc:sldMkLst>
          <pc:docMk/>
          <pc:sldMk cId="0" sldId="266"/>
        </pc:sldMkLst>
        <pc:spChg chg="del">
          <ac:chgData name="Krishnaraj Rao" userId="S::krishnaraj@devappsys.com::a83542c9-5cf2-493e-a756-14c8b4a74310" providerId="AD" clId="Web-{993A952B-EB64-46F1-A797-5574A5E2CF03}" dt="2025-06-07T00:52:26.423" v="4"/>
          <ac:spMkLst>
            <pc:docMk/>
            <pc:sldMk cId="0" sldId="266"/>
            <ac:spMk id="24" creationId="{356B3F51-87DB-965E-8D5C-086C8102B432}"/>
          </ac:spMkLst>
        </pc:spChg>
        <pc:spChg chg="del">
          <ac:chgData name="Krishnaraj Rao" userId="S::krishnaraj@devappsys.com::a83542c9-5cf2-493e-a756-14c8b4a74310" providerId="AD" clId="Web-{993A952B-EB64-46F1-A797-5574A5E2CF03}" dt="2025-06-07T00:52:26.423" v="4"/>
          <ac:spMkLst>
            <pc:docMk/>
            <pc:sldMk cId="0" sldId="266"/>
            <ac:spMk id="25" creationId="{1CFC368F-8EF1-84E4-54BA-3B4565B548FF}"/>
          </ac:spMkLst>
        </pc:spChg>
        <pc:spChg chg="add mod">
          <ac:chgData name="Krishnaraj Rao" userId="S::krishnaraj@devappsys.com::a83542c9-5cf2-493e-a756-14c8b4a74310" providerId="AD" clId="Web-{993A952B-EB64-46F1-A797-5574A5E2CF03}" dt="2025-06-07T00:54:11.958" v="22"/>
          <ac:spMkLst>
            <pc:docMk/>
            <pc:sldMk cId="0" sldId="266"/>
            <ac:spMk id="26" creationId="{FAC103A1-4B09-675D-A37A-19459355F868}"/>
          </ac:spMkLst>
        </pc:spChg>
        <pc:spChg chg="add mod">
          <ac:chgData name="Krishnaraj Rao" userId="S::krishnaraj@devappsys.com::a83542c9-5cf2-493e-a756-14c8b4a74310" providerId="AD" clId="Web-{993A952B-EB64-46F1-A797-5574A5E2CF03}" dt="2025-06-07T00:53:29.113" v="16"/>
          <ac:spMkLst>
            <pc:docMk/>
            <pc:sldMk cId="0" sldId="266"/>
            <ac:spMk id="27" creationId="{FD0538BD-B281-3C0B-F413-48312AD49C50}"/>
          </ac:spMkLst>
        </pc:spChg>
      </pc:sldChg>
      <pc:sldChg chg="addSp delSp modSp">
        <pc:chgData name="Krishnaraj Rao" userId="S::krishnaraj@devappsys.com::a83542c9-5cf2-493e-a756-14c8b4a74310" providerId="AD" clId="Web-{993A952B-EB64-46F1-A797-5574A5E2CF03}" dt="2025-06-07T00:54:11.958" v="22"/>
        <pc:sldMkLst>
          <pc:docMk/>
          <pc:sldMk cId="0" sldId="267"/>
        </pc:sldMkLst>
        <pc:spChg chg="del">
          <ac:chgData name="Krishnaraj Rao" userId="S::krishnaraj@devappsys.com::a83542c9-5cf2-493e-a756-14c8b4a74310" providerId="AD" clId="Web-{993A952B-EB64-46F1-A797-5574A5E2CF03}" dt="2025-06-07T00:52:26.423" v="4"/>
          <ac:spMkLst>
            <pc:docMk/>
            <pc:sldMk cId="0" sldId="267"/>
            <ac:spMk id="16" creationId="{EE62FFA1-F211-B211-F9A1-ADBF68728184}"/>
          </ac:spMkLst>
        </pc:spChg>
        <pc:spChg chg="del">
          <ac:chgData name="Krishnaraj Rao" userId="S::krishnaraj@devappsys.com::a83542c9-5cf2-493e-a756-14c8b4a74310" providerId="AD" clId="Web-{993A952B-EB64-46F1-A797-5574A5E2CF03}" dt="2025-06-07T00:52:26.423" v="4"/>
          <ac:spMkLst>
            <pc:docMk/>
            <pc:sldMk cId="0" sldId="267"/>
            <ac:spMk id="17" creationId="{2B3E45DA-BA9B-A034-0B99-EFA7AF4242BE}"/>
          </ac:spMkLst>
        </pc:spChg>
        <pc:spChg chg="add mod">
          <ac:chgData name="Krishnaraj Rao" userId="S::krishnaraj@devappsys.com::a83542c9-5cf2-493e-a756-14c8b4a74310" providerId="AD" clId="Web-{993A952B-EB64-46F1-A797-5574A5E2CF03}" dt="2025-06-07T00:54:11.958" v="22"/>
          <ac:spMkLst>
            <pc:docMk/>
            <pc:sldMk cId="0" sldId="267"/>
            <ac:spMk id="18" creationId="{668A2F5C-FF54-A66F-5D12-D192F5B56910}"/>
          </ac:spMkLst>
        </pc:spChg>
        <pc:spChg chg="add mod">
          <ac:chgData name="Krishnaraj Rao" userId="S::krishnaraj@devappsys.com::a83542c9-5cf2-493e-a756-14c8b4a74310" providerId="AD" clId="Web-{993A952B-EB64-46F1-A797-5574A5E2CF03}" dt="2025-06-07T00:53:29.113" v="16"/>
          <ac:spMkLst>
            <pc:docMk/>
            <pc:sldMk cId="0" sldId="267"/>
            <ac:spMk id="19" creationId="{E09AA338-7558-DCBF-9BD3-6A55D9D0B666}"/>
          </ac:spMkLst>
        </pc:spChg>
      </pc:sldChg>
      <pc:sldChg chg="addSp delSp modSp">
        <pc:chgData name="Krishnaraj Rao" userId="S::krishnaraj@devappsys.com::a83542c9-5cf2-493e-a756-14c8b4a74310" providerId="AD" clId="Web-{993A952B-EB64-46F1-A797-5574A5E2CF03}" dt="2025-06-07T00:54:11.958" v="22"/>
        <pc:sldMkLst>
          <pc:docMk/>
          <pc:sldMk cId="0" sldId="268"/>
        </pc:sldMkLst>
        <pc:spChg chg="del">
          <ac:chgData name="Krishnaraj Rao" userId="S::krishnaraj@devappsys.com::a83542c9-5cf2-493e-a756-14c8b4a74310" providerId="AD" clId="Web-{993A952B-EB64-46F1-A797-5574A5E2CF03}" dt="2025-06-07T00:52:26.423" v="4"/>
          <ac:spMkLst>
            <pc:docMk/>
            <pc:sldMk cId="0" sldId="268"/>
            <ac:spMk id="13" creationId="{AE60D82D-54A9-20A4-AED1-524904392CD3}"/>
          </ac:spMkLst>
        </pc:spChg>
        <pc:spChg chg="del">
          <ac:chgData name="Krishnaraj Rao" userId="S::krishnaraj@devappsys.com::a83542c9-5cf2-493e-a756-14c8b4a74310" providerId="AD" clId="Web-{993A952B-EB64-46F1-A797-5574A5E2CF03}" dt="2025-06-07T00:52:26.423" v="4"/>
          <ac:spMkLst>
            <pc:docMk/>
            <pc:sldMk cId="0" sldId="268"/>
            <ac:spMk id="14" creationId="{496FDA14-4E30-37E7-87DC-C4AB98B85A3D}"/>
          </ac:spMkLst>
        </pc:spChg>
        <pc:spChg chg="add mod">
          <ac:chgData name="Krishnaraj Rao" userId="S::krishnaraj@devappsys.com::a83542c9-5cf2-493e-a756-14c8b4a74310" providerId="AD" clId="Web-{993A952B-EB64-46F1-A797-5574A5E2CF03}" dt="2025-06-07T00:54:11.958" v="22"/>
          <ac:spMkLst>
            <pc:docMk/>
            <pc:sldMk cId="0" sldId="268"/>
            <ac:spMk id="15" creationId="{7287FD4E-C786-B09B-663B-82A1E1EE551B}"/>
          </ac:spMkLst>
        </pc:spChg>
        <pc:spChg chg="add mod">
          <ac:chgData name="Krishnaraj Rao" userId="S::krishnaraj@devappsys.com::a83542c9-5cf2-493e-a756-14c8b4a74310" providerId="AD" clId="Web-{993A952B-EB64-46F1-A797-5574A5E2CF03}" dt="2025-06-07T00:53:29.113" v="16"/>
          <ac:spMkLst>
            <pc:docMk/>
            <pc:sldMk cId="0" sldId="268"/>
            <ac:spMk id="16" creationId="{7A203954-94E8-E177-2D54-36499D9C9FB4}"/>
          </ac:spMkLst>
        </pc:spChg>
      </pc:sldChg>
      <pc:sldChg chg="addSp delSp modSp">
        <pc:chgData name="Krishnaraj Rao" userId="S::krishnaraj@devappsys.com::a83542c9-5cf2-493e-a756-14c8b4a74310" providerId="AD" clId="Web-{993A952B-EB64-46F1-A797-5574A5E2CF03}" dt="2025-06-07T00:54:11.958" v="22"/>
        <pc:sldMkLst>
          <pc:docMk/>
          <pc:sldMk cId="0" sldId="269"/>
        </pc:sldMkLst>
        <pc:spChg chg="del">
          <ac:chgData name="Krishnaraj Rao" userId="S::krishnaraj@devappsys.com::a83542c9-5cf2-493e-a756-14c8b4a74310" providerId="AD" clId="Web-{993A952B-EB64-46F1-A797-5574A5E2CF03}" dt="2025-06-07T00:52:26.423" v="4"/>
          <ac:spMkLst>
            <pc:docMk/>
            <pc:sldMk cId="0" sldId="269"/>
            <ac:spMk id="5" creationId="{AA04E0F9-F5E4-951A-EBFD-D1E065E2A81C}"/>
          </ac:spMkLst>
        </pc:spChg>
        <pc:spChg chg="del">
          <ac:chgData name="Krishnaraj Rao" userId="S::krishnaraj@devappsys.com::a83542c9-5cf2-493e-a756-14c8b4a74310" providerId="AD" clId="Web-{993A952B-EB64-46F1-A797-5574A5E2CF03}" dt="2025-06-07T00:52:26.423" v="4"/>
          <ac:spMkLst>
            <pc:docMk/>
            <pc:sldMk cId="0" sldId="269"/>
            <ac:spMk id="6" creationId="{68EF33A1-EA75-7DBD-0985-08D881B8B6DB}"/>
          </ac:spMkLst>
        </pc:spChg>
        <pc:spChg chg="add mod">
          <ac:chgData name="Krishnaraj Rao" userId="S::krishnaraj@devappsys.com::a83542c9-5cf2-493e-a756-14c8b4a74310" providerId="AD" clId="Web-{993A952B-EB64-46F1-A797-5574A5E2CF03}" dt="2025-06-07T00:54:11.958" v="22"/>
          <ac:spMkLst>
            <pc:docMk/>
            <pc:sldMk cId="0" sldId="269"/>
            <ac:spMk id="7" creationId="{2158483B-0401-A966-5BCC-93F23D71CED0}"/>
          </ac:spMkLst>
        </pc:spChg>
        <pc:spChg chg="add mod">
          <ac:chgData name="Krishnaraj Rao" userId="S::krishnaraj@devappsys.com::a83542c9-5cf2-493e-a756-14c8b4a74310" providerId="AD" clId="Web-{993A952B-EB64-46F1-A797-5574A5E2CF03}" dt="2025-06-07T00:53:29.113" v="16"/>
          <ac:spMkLst>
            <pc:docMk/>
            <pc:sldMk cId="0" sldId="269"/>
            <ac:spMk id="8" creationId="{EE169540-353F-AA0D-CE5D-9D92894927AE}"/>
          </ac:spMkLst>
        </pc:spChg>
      </pc:sldChg>
      <pc:sldMasterChg chg="modSp mod modSldLayout">
        <pc:chgData name="Krishnaraj Rao" userId="S::krishnaraj@devappsys.com::a83542c9-5cf2-493e-a756-14c8b4a74310" providerId="AD" clId="Web-{993A952B-EB64-46F1-A797-5574A5E2CF03}" dt="2025-06-07T00:55:24.496" v="24"/>
        <pc:sldMasterMkLst>
          <pc:docMk/>
          <pc:sldMasterMk cId="0" sldId="2147483648"/>
        </pc:sldMasterMkLst>
        <pc:spChg chg="mod">
          <ac:chgData name="Krishnaraj Rao" userId="S::krishnaraj@devappsys.com::a83542c9-5cf2-493e-a756-14c8b4a74310" providerId="AD" clId="Web-{993A952B-EB64-46F1-A797-5574A5E2CF03}" dt="2025-06-07T00:54:11.958" v="22"/>
          <ac:spMkLst>
            <pc:docMk/>
            <pc:sldMasterMk cId="0" sldId="2147483648"/>
            <ac:spMk id="5" creationId="{00000000-0000-0000-0000-000000000000}"/>
          </ac:spMkLst>
        </pc:spChg>
        <pc:sldLayoutChg chg="modSp mod">
          <pc:chgData name="Krishnaraj Rao" userId="S::krishnaraj@devappsys.com::a83542c9-5cf2-493e-a756-14c8b4a74310" providerId="AD" clId="Web-{993A952B-EB64-46F1-A797-5574A5E2CF03}" dt="2025-06-07T00:55:24.496" v="24"/>
          <pc:sldLayoutMkLst>
            <pc:docMk/>
            <pc:sldMasterMk cId="0" sldId="2147483648"/>
            <pc:sldLayoutMk cId="0" sldId="2147483649"/>
          </pc:sldLayoutMkLst>
          <pc:spChg chg="mod">
            <ac:chgData name="Krishnaraj Rao" userId="S::krishnaraj@devappsys.com::a83542c9-5cf2-493e-a756-14c8b4a74310" providerId="AD" clId="Web-{993A952B-EB64-46F1-A797-5574A5E2CF03}" dt="2025-06-07T00:54:11.958" v="22"/>
            <ac:spMkLst>
              <pc:docMk/>
              <pc:sldMasterMk cId="0" sldId="2147483648"/>
              <pc:sldLayoutMk cId="0" sldId="2147483649"/>
              <ac:spMk id="5" creationId="{00000000-0000-0000-0000-000000000000}"/>
            </ac:spMkLst>
          </pc:spChg>
        </pc:sldLayoutChg>
        <pc:sldLayoutChg chg="modSp mod">
          <pc:chgData name="Krishnaraj Rao" userId="S::krishnaraj@devappsys.com::a83542c9-5cf2-493e-a756-14c8b4a74310" providerId="AD" clId="Web-{993A952B-EB64-46F1-A797-5574A5E2CF03}" dt="2025-06-07T00:55:24.496" v="24"/>
          <pc:sldLayoutMkLst>
            <pc:docMk/>
            <pc:sldMasterMk cId="0" sldId="2147483648"/>
            <pc:sldLayoutMk cId="0" sldId="2147483650"/>
          </pc:sldLayoutMkLst>
          <pc:spChg chg="mod">
            <ac:chgData name="Krishnaraj Rao" userId="S::krishnaraj@devappsys.com::a83542c9-5cf2-493e-a756-14c8b4a74310" providerId="AD" clId="Web-{993A952B-EB64-46F1-A797-5574A5E2CF03}" dt="2025-06-07T00:54:11.958" v="22"/>
            <ac:spMkLst>
              <pc:docMk/>
              <pc:sldMasterMk cId="0" sldId="2147483648"/>
              <pc:sldLayoutMk cId="0" sldId="2147483650"/>
              <ac:spMk id="5" creationId="{00000000-0000-0000-0000-000000000000}"/>
            </ac:spMkLst>
          </pc:spChg>
        </pc:sldLayoutChg>
        <pc:sldLayoutChg chg="modSp mod">
          <pc:chgData name="Krishnaraj Rao" userId="S::krishnaraj@devappsys.com::a83542c9-5cf2-493e-a756-14c8b4a74310" providerId="AD" clId="Web-{993A952B-EB64-46F1-A797-5574A5E2CF03}" dt="2025-06-07T00:55:24.496" v="24"/>
          <pc:sldLayoutMkLst>
            <pc:docMk/>
            <pc:sldMasterMk cId="0" sldId="2147483648"/>
            <pc:sldLayoutMk cId="0" sldId="2147483651"/>
          </pc:sldLayoutMkLst>
          <pc:spChg chg="mod">
            <ac:chgData name="Krishnaraj Rao" userId="S::krishnaraj@devappsys.com::a83542c9-5cf2-493e-a756-14c8b4a74310" providerId="AD" clId="Web-{993A952B-EB64-46F1-A797-5574A5E2CF03}" dt="2025-06-07T00:54:11.958" v="22"/>
            <ac:spMkLst>
              <pc:docMk/>
              <pc:sldMasterMk cId="0" sldId="2147483648"/>
              <pc:sldLayoutMk cId="0" sldId="2147483651"/>
              <ac:spMk id="5" creationId="{00000000-0000-0000-0000-000000000000}"/>
            </ac:spMkLst>
          </pc:spChg>
        </pc:sldLayoutChg>
        <pc:sldLayoutChg chg="modSp mod">
          <pc:chgData name="Krishnaraj Rao" userId="S::krishnaraj@devappsys.com::a83542c9-5cf2-493e-a756-14c8b4a74310" providerId="AD" clId="Web-{993A952B-EB64-46F1-A797-5574A5E2CF03}" dt="2025-06-07T00:55:24.496" v="24"/>
          <pc:sldLayoutMkLst>
            <pc:docMk/>
            <pc:sldMasterMk cId="0" sldId="2147483648"/>
            <pc:sldLayoutMk cId="0" sldId="2147483652"/>
          </pc:sldLayoutMkLst>
          <pc:spChg chg="mod">
            <ac:chgData name="Krishnaraj Rao" userId="S::krishnaraj@devappsys.com::a83542c9-5cf2-493e-a756-14c8b4a74310" providerId="AD" clId="Web-{993A952B-EB64-46F1-A797-5574A5E2CF03}" dt="2025-06-07T00:54:11.958" v="22"/>
            <ac:spMkLst>
              <pc:docMk/>
              <pc:sldMasterMk cId="0" sldId="2147483648"/>
              <pc:sldLayoutMk cId="0" sldId="2147483652"/>
              <ac:spMk id="6" creationId="{00000000-0000-0000-0000-000000000000}"/>
            </ac:spMkLst>
          </pc:spChg>
        </pc:sldLayoutChg>
        <pc:sldLayoutChg chg="modSp mod">
          <pc:chgData name="Krishnaraj Rao" userId="S::krishnaraj@devappsys.com::a83542c9-5cf2-493e-a756-14c8b4a74310" providerId="AD" clId="Web-{993A952B-EB64-46F1-A797-5574A5E2CF03}" dt="2025-06-07T00:55:24.496" v="24"/>
          <pc:sldLayoutMkLst>
            <pc:docMk/>
            <pc:sldMasterMk cId="0" sldId="2147483648"/>
            <pc:sldLayoutMk cId="0" sldId="2147483653"/>
          </pc:sldLayoutMkLst>
          <pc:spChg chg="mod">
            <ac:chgData name="Krishnaraj Rao" userId="S::krishnaraj@devappsys.com::a83542c9-5cf2-493e-a756-14c8b4a74310" providerId="AD" clId="Web-{993A952B-EB64-46F1-A797-5574A5E2CF03}" dt="2025-06-07T00:54:11.958" v="22"/>
            <ac:spMkLst>
              <pc:docMk/>
              <pc:sldMasterMk cId="0" sldId="2147483648"/>
              <pc:sldLayoutMk cId="0" sldId="2147483653"/>
              <ac:spMk id="8" creationId="{00000000-0000-0000-0000-000000000000}"/>
            </ac:spMkLst>
          </pc:spChg>
        </pc:sldLayoutChg>
        <pc:sldLayoutChg chg="modSp mod">
          <pc:chgData name="Krishnaraj Rao" userId="S::krishnaraj@devappsys.com::a83542c9-5cf2-493e-a756-14c8b4a74310" providerId="AD" clId="Web-{993A952B-EB64-46F1-A797-5574A5E2CF03}" dt="2025-06-07T00:55:24.496" v="24"/>
          <pc:sldLayoutMkLst>
            <pc:docMk/>
            <pc:sldMasterMk cId="0" sldId="2147483648"/>
            <pc:sldLayoutMk cId="0" sldId="2147483654"/>
          </pc:sldLayoutMkLst>
          <pc:spChg chg="mod">
            <ac:chgData name="Krishnaraj Rao" userId="S::krishnaraj@devappsys.com::a83542c9-5cf2-493e-a756-14c8b4a74310" providerId="AD" clId="Web-{993A952B-EB64-46F1-A797-5574A5E2CF03}" dt="2025-06-07T00:54:11.958" v="22"/>
            <ac:spMkLst>
              <pc:docMk/>
              <pc:sldMasterMk cId="0" sldId="2147483648"/>
              <pc:sldLayoutMk cId="0" sldId="2147483654"/>
              <ac:spMk id="4" creationId="{00000000-0000-0000-0000-000000000000}"/>
            </ac:spMkLst>
          </pc:spChg>
        </pc:sldLayoutChg>
        <pc:sldLayoutChg chg="modSp mod">
          <pc:chgData name="Krishnaraj Rao" userId="S::krishnaraj@devappsys.com::a83542c9-5cf2-493e-a756-14c8b4a74310" providerId="AD" clId="Web-{993A952B-EB64-46F1-A797-5574A5E2CF03}" dt="2025-06-07T00:55:24.496" v="24"/>
          <pc:sldLayoutMkLst>
            <pc:docMk/>
            <pc:sldMasterMk cId="0" sldId="2147483648"/>
            <pc:sldLayoutMk cId="0" sldId="2147483655"/>
          </pc:sldLayoutMkLst>
          <pc:spChg chg="mod">
            <ac:chgData name="Krishnaraj Rao" userId="S::krishnaraj@devappsys.com::a83542c9-5cf2-493e-a756-14c8b4a74310" providerId="AD" clId="Web-{993A952B-EB64-46F1-A797-5574A5E2CF03}" dt="2025-06-07T00:54:11.958" v="22"/>
            <ac:spMkLst>
              <pc:docMk/>
              <pc:sldMasterMk cId="0" sldId="2147483648"/>
              <pc:sldLayoutMk cId="0" sldId="2147483655"/>
              <ac:spMk id="3" creationId="{00000000-0000-0000-0000-000000000000}"/>
            </ac:spMkLst>
          </pc:spChg>
        </pc:sldLayoutChg>
        <pc:sldLayoutChg chg="modSp mod">
          <pc:chgData name="Krishnaraj Rao" userId="S::krishnaraj@devappsys.com::a83542c9-5cf2-493e-a756-14c8b4a74310" providerId="AD" clId="Web-{993A952B-EB64-46F1-A797-5574A5E2CF03}" dt="2025-06-07T00:55:24.496" v="24"/>
          <pc:sldLayoutMkLst>
            <pc:docMk/>
            <pc:sldMasterMk cId="0" sldId="2147483648"/>
            <pc:sldLayoutMk cId="0" sldId="2147483656"/>
          </pc:sldLayoutMkLst>
          <pc:spChg chg="mod">
            <ac:chgData name="Krishnaraj Rao" userId="S::krishnaraj@devappsys.com::a83542c9-5cf2-493e-a756-14c8b4a74310" providerId="AD" clId="Web-{993A952B-EB64-46F1-A797-5574A5E2CF03}" dt="2025-06-07T00:54:11.958" v="22"/>
            <ac:spMkLst>
              <pc:docMk/>
              <pc:sldMasterMk cId="0" sldId="2147483648"/>
              <pc:sldLayoutMk cId="0" sldId="2147483656"/>
              <ac:spMk id="6" creationId="{00000000-0000-0000-0000-000000000000}"/>
            </ac:spMkLst>
          </pc:spChg>
        </pc:sldLayoutChg>
        <pc:sldLayoutChg chg="modSp mod">
          <pc:chgData name="Krishnaraj Rao" userId="S::krishnaraj@devappsys.com::a83542c9-5cf2-493e-a756-14c8b4a74310" providerId="AD" clId="Web-{993A952B-EB64-46F1-A797-5574A5E2CF03}" dt="2025-06-07T00:55:24.496" v="24"/>
          <pc:sldLayoutMkLst>
            <pc:docMk/>
            <pc:sldMasterMk cId="0" sldId="2147483648"/>
            <pc:sldLayoutMk cId="0" sldId="2147483657"/>
          </pc:sldLayoutMkLst>
          <pc:spChg chg="mod">
            <ac:chgData name="Krishnaraj Rao" userId="S::krishnaraj@devappsys.com::a83542c9-5cf2-493e-a756-14c8b4a74310" providerId="AD" clId="Web-{993A952B-EB64-46F1-A797-5574A5E2CF03}" dt="2025-06-07T00:54:11.958" v="22"/>
            <ac:spMkLst>
              <pc:docMk/>
              <pc:sldMasterMk cId="0" sldId="2147483648"/>
              <pc:sldLayoutMk cId="0" sldId="2147483657"/>
              <ac:spMk id="6" creationId="{00000000-0000-0000-0000-000000000000}"/>
            </ac:spMkLst>
          </pc:spChg>
        </pc:sldLayoutChg>
        <pc:sldLayoutChg chg="modSp mod">
          <pc:chgData name="Krishnaraj Rao" userId="S::krishnaraj@devappsys.com::a83542c9-5cf2-493e-a756-14c8b4a74310" providerId="AD" clId="Web-{993A952B-EB64-46F1-A797-5574A5E2CF03}" dt="2025-06-07T00:55:24.496" v="24"/>
          <pc:sldLayoutMkLst>
            <pc:docMk/>
            <pc:sldMasterMk cId="0" sldId="2147483648"/>
            <pc:sldLayoutMk cId="0" sldId="2147483658"/>
          </pc:sldLayoutMkLst>
          <pc:spChg chg="mod">
            <ac:chgData name="Krishnaraj Rao" userId="S::krishnaraj@devappsys.com::a83542c9-5cf2-493e-a756-14c8b4a74310" providerId="AD" clId="Web-{993A952B-EB64-46F1-A797-5574A5E2CF03}" dt="2025-06-07T00:54:11.958" v="22"/>
            <ac:spMkLst>
              <pc:docMk/>
              <pc:sldMasterMk cId="0" sldId="2147483648"/>
              <pc:sldLayoutMk cId="0" sldId="2147483658"/>
              <ac:spMk id="5" creationId="{00000000-0000-0000-0000-000000000000}"/>
            </ac:spMkLst>
          </pc:spChg>
        </pc:sldLayoutChg>
        <pc:sldLayoutChg chg="modSp mod">
          <pc:chgData name="Krishnaraj Rao" userId="S::krishnaraj@devappsys.com::a83542c9-5cf2-493e-a756-14c8b4a74310" providerId="AD" clId="Web-{993A952B-EB64-46F1-A797-5574A5E2CF03}" dt="2025-06-07T00:55:24.496" v="24"/>
          <pc:sldLayoutMkLst>
            <pc:docMk/>
            <pc:sldMasterMk cId="0" sldId="2147483648"/>
            <pc:sldLayoutMk cId="0" sldId="2147483659"/>
          </pc:sldLayoutMkLst>
          <pc:spChg chg="mod">
            <ac:chgData name="Krishnaraj Rao" userId="S::krishnaraj@devappsys.com::a83542c9-5cf2-493e-a756-14c8b4a74310" providerId="AD" clId="Web-{993A952B-EB64-46F1-A797-5574A5E2CF03}" dt="2025-06-07T00:54:11.958" v="22"/>
            <ac:spMkLst>
              <pc:docMk/>
              <pc:sldMasterMk cId="0" sldId="2147483648"/>
              <pc:sldLayoutMk cId="0" sldId="2147483659"/>
              <ac:spMk id="5" creationId="{00000000-0000-0000-0000-000000000000}"/>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7B099B1-F1D2-419C-BEDD-6EF3C7B61F68}" type="datetimeFigureOut">
              <a:rPr lang="en-IN" smtClean="0"/>
              <a:t>17-09-2025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9370F73-A7BF-4FFE-9B41-C49728744D26}" type="slidenum">
              <a:rPr lang="en-IN" smtClean="0"/>
              <a:t>‹#›</a:t>
            </a:fld>
            <a:endParaRPr lang="en-IN"/>
          </a:p>
        </p:txBody>
      </p:sp>
    </p:spTree>
    <p:extLst>
      <p:ext uri="{BB962C8B-B14F-4D97-AF65-F5344CB8AC3E}">
        <p14:creationId xmlns:p14="http://schemas.microsoft.com/office/powerpoint/2010/main" val="23860579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9/17/2025</a:t>
            </a:fld>
            <a:endParaRPr lang="en-US"/>
          </a:p>
        </p:txBody>
      </p:sp>
      <p:sp>
        <p:nvSpPr>
          <p:cNvPr id="5" name="Footer Placeholder 4"/>
          <p:cNvSpPr>
            <a:spLocks noGrp="1"/>
          </p:cNvSpPr>
          <p:nvPr>
            <p:ph type="ftr" sz="quarter" idx="11"/>
          </p:nvPr>
        </p:nvSpPr>
        <p:spPr/>
        <p:txBody>
          <a:bodyPr/>
          <a:lstStyle/>
          <a:p>
            <a:r>
              <a:rPr lang="en-US"/>
              <a:t>RabbitMQ </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9/17/2025</a:t>
            </a:fld>
            <a:endParaRPr lang="en-US"/>
          </a:p>
        </p:txBody>
      </p:sp>
      <p:sp>
        <p:nvSpPr>
          <p:cNvPr id="5" name="Footer Placeholder 4"/>
          <p:cNvSpPr>
            <a:spLocks noGrp="1"/>
          </p:cNvSpPr>
          <p:nvPr>
            <p:ph type="ftr" sz="quarter" idx="11"/>
          </p:nvPr>
        </p:nvSpPr>
        <p:spPr/>
        <p:txBody>
          <a:bodyPr/>
          <a:lstStyle/>
          <a:p>
            <a:r>
              <a:rPr lang="en-US"/>
              <a:t>RabbitMQ </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9/17/2025</a:t>
            </a:fld>
            <a:endParaRPr lang="en-US"/>
          </a:p>
        </p:txBody>
      </p:sp>
      <p:sp>
        <p:nvSpPr>
          <p:cNvPr id="5" name="Footer Placeholder 4"/>
          <p:cNvSpPr>
            <a:spLocks noGrp="1"/>
          </p:cNvSpPr>
          <p:nvPr>
            <p:ph type="ftr" sz="quarter" idx="11"/>
          </p:nvPr>
        </p:nvSpPr>
        <p:spPr/>
        <p:txBody>
          <a:bodyPr/>
          <a:lstStyle/>
          <a:p>
            <a:r>
              <a:rPr lang="en-US"/>
              <a:t>RabbitMQ </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9/17/2025</a:t>
            </a:fld>
            <a:endParaRPr lang="en-US"/>
          </a:p>
        </p:txBody>
      </p:sp>
      <p:sp>
        <p:nvSpPr>
          <p:cNvPr id="6" name="Footer Placeholder 5"/>
          <p:cNvSpPr>
            <a:spLocks noGrp="1"/>
          </p:cNvSpPr>
          <p:nvPr>
            <p:ph type="ftr" sz="quarter" idx="11"/>
          </p:nvPr>
        </p:nvSpPr>
        <p:spPr/>
        <p:txBody>
          <a:bodyPr/>
          <a:lstStyle/>
          <a:p>
            <a:r>
              <a:rPr lang="en-US"/>
              <a:t>RabbitMQ </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9/17/2025</a:t>
            </a:fld>
            <a:endParaRPr lang="en-US"/>
          </a:p>
        </p:txBody>
      </p:sp>
      <p:sp>
        <p:nvSpPr>
          <p:cNvPr id="8" name="Footer Placeholder 7"/>
          <p:cNvSpPr>
            <a:spLocks noGrp="1"/>
          </p:cNvSpPr>
          <p:nvPr>
            <p:ph type="ftr" sz="quarter" idx="11"/>
          </p:nvPr>
        </p:nvSpPr>
        <p:spPr/>
        <p:txBody>
          <a:bodyPr/>
          <a:lstStyle/>
          <a:p>
            <a:r>
              <a:rPr lang="en-US"/>
              <a:t>RabbitMQ </a:t>
            </a:r>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9/17/2025</a:t>
            </a:fld>
            <a:endParaRPr lang="en-US"/>
          </a:p>
        </p:txBody>
      </p:sp>
      <p:sp>
        <p:nvSpPr>
          <p:cNvPr id="4" name="Footer Placeholder 3"/>
          <p:cNvSpPr>
            <a:spLocks noGrp="1"/>
          </p:cNvSpPr>
          <p:nvPr>
            <p:ph type="ftr" sz="quarter" idx="11"/>
          </p:nvPr>
        </p:nvSpPr>
        <p:spPr/>
        <p:txBody>
          <a:bodyPr/>
          <a:lstStyle/>
          <a:p>
            <a:r>
              <a:rPr lang="en-US"/>
              <a:t>RabbitMQ </a:t>
            </a:r>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9/17/2025</a:t>
            </a:fld>
            <a:endParaRPr lang="en-US"/>
          </a:p>
        </p:txBody>
      </p:sp>
      <p:sp>
        <p:nvSpPr>
          <p:cNvPr id="3" name="Footer Placeholder 2"/>
          <p:cNvSpPr>
            <a:spLocks noGrp="1"/>
          </p:cNvSpPr>
          <p:nvPr>
            <p:ph type="ftr" sz="quarter" idx="11"/>
          </p:nvPr>
        </p:nvSpPr>
        <p:spPr/>
        <p:txBody>
          <a:bodyPr/>
          <a:lstStyle/>
          <a:p>
            <a:r>
              <a:rPr lang="en-US"/>
              <a:t>RabbitMQ </a:t>
            </a:r>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9/17/2025</a:t>
            </a:fld>
            <a:endParaRPr lang="en-US"/>
          </a:p>
        </p:txBody>
      </p:sp>
      <p:sp>
        <p:nvSpPr>
          <p:cNvPr id="6" name="Footer Placeholder 5"/>
          <p:cNvSpPr>
            <a:spLocks noGrp="1"/>
          </p:cNvSpPr>
          <p:nvPr>
            <p:ph type="ftr" sz="quarter" idx="11"/>
          </p:nvPr>
        </p:nvSpPr>
        <p:spPr/>
        <p:txBody>
          <a:bodyPr/>
          <a:lstStyle/>
          <a:p>
            <a:r>
              <a:rPr lang="en-US"/>
              <a:t>RabbitMQ </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9/17/2025</a:t>
            </a:fld>
            <a:endParaRPr lang="en-US"/>
          </a:p>
        </p:txBody>
      </p:sp>
      <p:sp>
        <p:nvSpPr>
          <p:cNvPr id="6" name="Footer Placeholder 5"/>
          <p:cNvSpPr>
            <a:spLocks noGrp="1"/>
          </p:cNvSpPr>
          <p:nvPr>
            <p:ph type="ftr" sz="quarter" idx="11"/>
          </p:nvPr>
        </p:nvSpPr>
        <p:spPr/>
        <p:txBody>
          <a:bodyPr/>
          <a:lstStyle/>
          <a:p>
            <a:r>
              <a:rPr lang="en-US"/>
              <a:t>RabbitMQ </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9/17/2025</a:t>
            </a:fld>
            <a:endParaRPr lang="en-US"/>
          </a:p>
        </p:txBody>
      </p:sp>
      <p:sp>
        <p:nvSpPr>
          <p:cNvPr id="5" name="Footer Placeholder 4"/>
          <p:cNvSpPr>
            <a:spLocks noGrp="1"/>
          </p:cNvSpPr>
          <p:nvPr>
            <p:ph type="ftr" sz="quarter" idx="11"/>
          </p:nvPr>
        </p:nvSpPr>
        <p:spPr/>
        <p:txBody>
          <a:bodyPr/>
          <a:lstStyle/>
          <a:p>
            <a:r>
              <a:rPr lang="en-US"/>
              <a:t>RabbitMQ </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9/17/2025</a:t>
            </a:fld>
            <a:endParaRPr lang="en-US"/>
          </a:p>
        </p:txBody>
      </p:sp>
      <p:sp>
        <p:nvSpPr>
          <p:cNvPr id="5" name="Footer Placeholder 4"/>
          <p:cNvSpPr>
            <a:spLocks noGrp="1"/>
          </p:cNvSpPr>
          <p:nvPr>
            <p:ph type="ftr" sz="quarter" idx="11"/>
          </p:nvPr>
        </p:nvSpPr>
        <p:spPr/>
        <p:txBody>
          <a:bodyPr/>
          <a:lstStyle/>
          <a:p>
            <a:r>
              <a:rPr lang="en-US"/>
              <a:t>RabbitMQ </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9/17/2025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RabbitMQ </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20.png"/></Relationships>
</file>

<file path=ppt/slides/_rels/slide1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18.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24.png"/><Relationship Id="rId4" Type="http://schemas.openxmlformats.org/officeDocument/2006/relationships/image" Target="../media/image23.png"/></Relationships>
</file>

<file path=ppt/slides/_rels/slide2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27.png"/><Relationship Id="rId4" Type="http://schemas.openxmlformats.org/officeDocument/2006/relationships/image" Target="../media/image26.png"/></Relationships>
</file>

<file path=ppt/slides/_rels/slide2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30.png"/><Relationship Id="rId4" Type="http://schemas.openxmlformats.org/officeDocument/2006/relationships/image" Target="../media/image29.png"/></Relationships>
</file>

<file path=ppt/slides/_rels/slide2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33.png"/><Relationship Id="rId4" Type="http://schemas.openxmlformats.org/officeDocument/2006/relationships/image" Target="../media/image32.png"/></Relationships>
</file>

<file path=ppt/slides/_rels/slide2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jpe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38.jpeg"/></Relationships>
</file>

<file path=ppt/slides/_rels/slide3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8.jpe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38.jpeg"/></Relationships>
</file>

<file path=ppt/slides/_rels/slide3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38.jpe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38.jpeg"/></Relationships>
</file>

<file path=ppt/slides/_rels/slide4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38.jpe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3.jpeg"/></Relationships>
</file>

<file path=ppt/slides/_rels/slide4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38.jpe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 Id="rId5" Type="http://schemas.openxmlformats.org/officeDocument/2006/relationships/hyperlink" Target="https://www.tutorialsteacher.com/csharp/csharp-collections" TargetMode="External"/><Relationship Id="rId4" Type="http://schemas.openxmlformats.org/officeDocument/2006/relationships/hyperlink" Target="https://learn.microsoft.com/en-us/dotnet/csharp/" TargetMode="Externa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A3D346C-65C5-47AF-91D7-91A167022590}"/>
              </a:ext>
            </a:extLst>
          </p:cNvPr>
          <p:cNvSpPr>
            <a:spLocks noGrp="1"/>
          </p:cNvSpPr>
          <p:nvPr>
            <p:ph type="sldNum" sz="quarter" idx="12"/>
          </p:nvPr>
        </p:nvSpPr>
        <p:spPr/>
        <p:txBody>
          <a:bodyPr/>
          <a:lstStyle/>
          <a:p>
            <a:fld id="{B6F15528-21DE-4FAA-801E-634DDDAF4B2B}" type="slidenum">
              <a:rPr lang="en-US" smtClean="0"/>
              <a:pPr/>
              <a:t>1</a:t>
            </a:fld>
            <a:endParaRPr lang="en-US"/>
          </a:p>
        </p:txBody>
      </p:sp>
      <p:grpSp>
        <p:nvGrpSpPr>
          <p:cNvPr id="3" name="Google Shape;88;p1">
            <a:extLst>
              <a:ext uri="{FF2B5EF4-FFF2-40B4-BE49-F238E27FC236}">
                <a16:creationId xmlns:a16="http://schemas.microsoft.com/office/drawing/2014/main" id="{532B16B3-6609-F3A9-8935-1E7E45582B33}"/>
              </a:ext>
            </a:extLst>
          </p:cNvPr>
          <p:cNvGrpSpPr/>
          <p:nvPr/>
        </p:nvGrpSpPr>
        <p:grpSpPr>
          <a:xfrm>
            <a:off x="6775593" y="-328312"/>
            <a:ext cx="11512407" cy="10615312"/>
            <a:chOff x="6375082" y="-144661"/>
            <a:chExt cx="11512407" cy="10615312"/>
          </a:xfrm>
        </p:grpSpPr>
        <p:sp>
          <p:nvSpPr>
            <p:cNvPr id="4" name="Google Shape;89;p1">
              <a:extLst>
                <a:ext uri="{FF2B5EF4-FFF2-40B4-BE49-F238E27FC236}">
                  <a16:creationId xmlns:a16="http://schemas.microsoft.com/office/drawing/2014/main" id="{14F6515C-3699-E1EB-00DB-EF19B900D29D}"/>
                </a:ext>
              </a:extLst>
            </p:cNvPr>
            <p:cNvSpPr/>
            <p:nvPr/>
          </p:nvSpPr>
          <p:spPr>
            <a:xfrm>
              <a:off x="6375082" y="1638300"/>
              <a:ext cx="3726767" cy="6356958"/>
            </a:xfrm>
            <a:custGeom>
              <a:avLst/>
              <a:gdLst/>
              <a:ahLst/>
              <a:cxnLst/>
              <a:rect l="l" t="t" r="r" b="b"/>
              <a:pathLst>
                <a:path w="3726767" h="6356958" extrusionOk="0">
                  <a:moveTo>
                    <a:pt x="0" y="0"/>
                  </a:moveTo>
                  <a:lnTo>
                    <a:pt x="3726766" y="0"/>
                  </a:lnTo>
                  <a:lnTo>
                    <a:pt x="3726766" y="6356958"/>
                  </a:lnTo>
                  <a:lnTo>
                    <a:pt x="0" y="6356958"/>
                  </a:lnTo>
                  <a:lnTo>
                    <a:pt x="0" y="0"/>
                  </a:lnTo>
                  <a:close/>
                </a:path>
              </a:pathLst>
            </a:custGeom>
            <a:blipFill rotWithShape="1">
              <a:blip r:embed="rId2">
                <a:alphaModFix/>
              </a:blip>
              <a:stretch>
                <a:fillRect/>
              </a:stretch>
            </a:blipFill>
            <a:ln>
              <a:noFill/>
            </a:ln>
          </p:spPr>
          <p:txBody>
            <a:bodyPr/>
            <a:lstStyle/>
            <a:p>
              <a:endParaRPr lang="en-US"/>
            </a:p>
          </p:txBody>
        </p:sp>
        <p:grpSp>
          <p:nvGrpSpPr>
            <p:cNvPr id="5" name="Google Shape;90;p1">
              <a:extLst>
                <a:ext uri="{FF2B5EF4-FFF2-40B4-BE49-F238E27FC236}">
                  <a16:creationId xmlns:a16="http://schemas.microsoft.com/office/drawing/2014/main" id="{A62AA662-476C-E6FB-6E75-8B8F22650C09}"/>
                </a:ext>
              </a:extLst>
            </p:cNvPr>
            <p:cNvGrpSpPr/>
            <p:nvPr/>
          </p:nvGrpSpPr>
          <p:grpSpPr>
            <a:xfrm>
              <a:off x="17569989" y="-144661"/>
              <a:ext cx="317500" cy="10615312"/>
              <a:chOff x="0" y="-38100"/>
              <a:chExt cx="83621" cy="2795802"/>
            </a:xfrm>
          </p:grpSpPr>
          <p:sp>
            <p:nvSpPr>
              <p:cNvPr id="9" name="Google Shape;91;p1">
                <a:extLst>
                  <a:ext uri="{FF2B5EF4-FFF2-40B4-BE49-F238E27FC236}">
                    <a16:creationId xmlns:a16="http://schemas.microsoft.com/office/drawing/2014/main" id="{0EF42A53-F2C5-8EB0-548E-336AE864B302}"/>
                  </a:ext>
                </a:extLst>
              </p:cNvPr>
              <p:cNvSpPr/>
              <p:nvPr/>
            </p:nvSpPr>
            <p:spPr>
              <a:xfrm>
                <a:off x="0" y="0"/>
                <a:ext cx="83621" cy="2757702"/>
              </a:xfrm>
              <a:custGeom>
                <a:avLst/>
                <a:gdLst/>
                <a:ahLst/>
                <a:cxnLst/>
                <a:rect l="l" t="t" r="r" b="b"/>
                <a:pathLst>
                  <a:path w="83621" h="2757702" extrusionOk="0">
                    <a:moveTo>
                      <a:pt x="0" y="0"/>
                    </a:moveTo>
                    <a:lnTo>
                      <a:pt x="83621" y="0"/>
                    </a:lnTo>
                    <a:lnTo>
                      <a:pt x="83621" y="2757702"/>
                    </a:lnTo>
                    <a:lnTo>
                      <a:pt x="0" y="2757702"/>
                    </a:lnTo>
                    <a:close/>
                  </a:path>
                </a:pathLst>
              </a:custGeom>
              <a:solidFill>
                <a:srgbClr val="185C36"/>
              </a:solidFill>
              <a:ln>
                <a:noFill/>
              </a:ln>
            </p:spPr>
            <p:txBody>
              <a:bodyPr/>
              <a:lstStyle/>
              <a:p>
                <a:endParaRPr lang="en-US"/>
              </a:p>
            </p:txBody>
          </p:sp>
          <p:sp>
            <p:nvSpPr>
              <p:cNvPr id="10" name="Google Shape;92;p1">
                <a:extLst>
                  <a:ext uri="{FF2B5EF4-FFF2-40B4-BE49-F238E27FC236}">
                    <a16:creationId xmlns:a16="http://schemas.microsoft.com/office/drawing/2014/main" id="{099A907C-897C-F2BC-E14D-F698EB5736B9}"/>
                  </a:ext>
                </a:extLst>
              </p:cNvPr>
              <p:cNvSpPr txBox="1"/>
              <p:nvPr/>
            </p:nvSpPr>
            <p:spPr>
              <a:xfrm>
                <a:off x="0" y="-38100"/>
                <a:ext cx="83621" cy="2795802"/>
              </a:xfrm>
              <a:prstGeom prst="rect">
                <a:avLst/>
              </a:prstGeom>
              <a:noFill/>
              <a:ln>
                <a:noFill/>
              </a:ln>
            </p:spPr>
            <p:txBody>
              <a:bodyPr spcFirstLastPara="1" wrap="square" lIns="50800" tIns="50800" rIns="50800" bIns="508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6" name="Google Shape;93;p1">
              <a:extLst>
                <a:ext uri="{FF2B5EF4-FFF2-40B4-BE49-F238E27FC236}">
                  <a16:creationId xmlns:a16="http://schemas.microsoft.com/office/drawing/2014/main" id="{034B7140-8881-3F8C-8481-B3F14C27C36F}"/>
                </a:ext>
              </a:extLst>
            </p:cNvPr>
            <p:cNvGrpSpPr/>
            <p:nvPr/>
          </p:nvGrpSpPr>
          <p:grpSpPr>
            <a:xfrm>
              <a:off x="16107228" y="-144661"/>
              <a:ext cx="1247470" cy="10615312"/>
              <a:chOff x="0" y="-38100"/>
              <a:chExt cx="328552" cy="2795802"/>
            </a:xfrm>
          </p:grpSpPr>
          <p:sp>
            <p:nvSpPr>
              <p:cNvPr id="7" name="Google Shape;94;p1">
                <a:extLst>
                  <a:ext uri="{FF2B5EF4-FFF2-40B4-BE49-F238E27FC236}">
                    <a16:creationId xmlns:a16="http://schemas.microsoft.com/office/drawing/2014/main" id="{642BB787-A66D-E596-8102-0BAF757D14D4}"/>
                  </a:ext>
                </a:extLst>
              </p:cNvPr>
              <p:cNvSpPr/>
              <p:nvPr/>
            </p:nvSpPr>
            <p:spPr>
              <a:xfrm>
                <a:off x="0" y="0"/>
                <a:ext cx="328552" cy="2757702"/>
              </a:xfrm>
              <a:custGeom>
                <a:avLst/>
                <a:gdLst/>
                <a:ahLst/>
                <a:cxnLst/>
                <a:rect l="l" t="t" r="r" b="b"/>
                <a:pathLst>
                  <a:path w="328552" h="2757702" extrusionOk="0">
                    <a:moveTo>
                      <a:pt x="0" y="0"/>
                    </a:moveTo>
                    <a:lnTo>
                      <a:pt x="328552" y="0"/>
                    </a:lnTo>
                    <a:lnTo>
                      <a:pt x="328552" y="2757702"/>
                    </a:lnTo>
                    <a:lnTo>
                      <a:pt x="0" y="2757702"/>
                    </a:lnTo>
                    <a:close/>
                  </a:path>
                </a:pathLst>
              </a:custGeom>
              <a:solidFill>
                <a:srgbClr val="185C36"/>
              </a:solidFill>
              <a:ln>
                <a:noFill/>
              </a:ln>
            </p:spPr>
            <p:txBody>
              <a:bodyPr/>
              <a:lstStyle/>
              <a:p>
                <a:endParaRPr lang="en-US"/>
              </a:p>
            </p:txBody>
          </p:sp>
          <p:sp>
            <p:nvSpPr>
              <p:cNvPr id="8" name="Google Shape;95;p1">
                <a:extLst>
                  <a:ext uri="{FF2B5EF4-FFF2-40B4-BE49-F238E27FC236}">
                    <a16:creationId xmlns:a16="http://schemas.microsoft.com/office/drawing/2014/main" id="{1E6B82F4-8166-8FE6-137C-48C384277E1D}"/>
                  </a:ext>
                </a:extLst>
              </p:cNvPr>
              <p:cNvSpPr txBox="1"/>
              <p:nvPr/>
            </p:nvSpPr>
            <p:spPr>
              <a:xfrm>
                <a:off x="0" y="-38100"/>
                <a:ext cx="328552" cy="2795802"/>
              </a:xfrm>
              <a:prstGeom prst="rect">
                <a:avLst/>
              </a:prstGeom>
              <a:noFill/>
              <a:ln>
                <a:noFill/>
              </a:ln>
            </p:spPr>
            <p:txBody>
              <a:bodyPr spcFirstLastPara="1" wrap="square" lIns="50800" tIns="50800" rIns="50800" bIns="508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a:p>
                <a:pPr marL="0" marR="0" lvl="0" indent="0" algn="ctr" rtl="0">
                  <a:lnSpc>
                    <a:spcPct val="147722"/>
                  </a:lnSpc>
                  <a:spcBef>
                    <a:spcPts val="0"/>
                  </a:spcBef>
                  <a:spcAft>
                    <a:spcPts val="0"/>
                  </a:spcAft>
                  <a:buNone/>
                </a:pPr>
                <a:endParaRPr sz="1800" b="0" i="0" u="none" strike="noStrike" cap="none" dirty="0">
                  <a:solidFill>
                    <a:schemeClr val="dk1"/>
                  </a:solidFill>
                  <a:latin typeface="Calibri"/>
                  <a:ea typeface="Calibri"/>
                  <a:cs typeface="Calibri"/>
                  <a:sym typeface="Calibri"/>
                </a:endParaRPr>
              </a:p>
            </p:txBody>
          </p:sp>
        </p:grpSp>
      </p:grpSp>
    </p:spTree>
    <p:extLst>
      <p:ext uri="{BB962C8B-B14F-4D97-AF65-F5344CB8AC3E}">
        <p14:creationId xmlns:p14="http://schemas.microsoft.com/office/powerpoint/2010/main" val="5554962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462931" y="3927248"/>
            <a:ext cx="14861638" cy="2635244"/>
            <a:chOff x="-341904" y="836967"/>
            <a:chExt cx="19815517" cy="3513659"/>
          </a:xfrm>
        </p:grpSpPr>
        <p:sp>
          <p:nvSpPr>
            <p:cNvPr id="3" name="TextBox 3"/>
            <p:cNvSpPr txBox="1"/>
            <p:nvPr/>
          </p:nvSpPr>
          <p:spPr>
            <a:xfrm>
              <a:off x="-341904" y="836967"/>
              <a:ext cx="19815517" cy="2201628"/>
            </a:xfrm>
            <a:prstGeom prst="rect">
              <a:avLst/>
            </a:prstGeom>
          </p:spPr>
          <p:txBody>
            <a:bodyPr wrap="square" lIns="0" tIns="0" rIns="0" bIns="0" rtlCol="0" anchor="t">
              <a:spAutoFit/>
            </a:bodyPr>
            <a:lstStyle/>
            <a:p>
              <a:pPr algn="ctr">
                <a:lnSpc>
                  <a:spcPts val="13999"/>
                </a:lnSpc>
              </a:pPr>
              <a:r>
                <a:rPr lang="en-US" sz="9000" spc="279" dirty="0">
                  <a:ea typeface="+mn-lt"/>
                  <a:cs typeface="+mn-lt"/>
                  <a:sym typeface="Heebo Black"/>
                </a:rPr>
                <a:t>Data Structures And LINQ</a:t>
              </a:r>
              <a:endParaRPr lang="en-US" sz="9000" dirty="0">
                <a:ea typeface="+mn-lt"/>
                <a:cs typeface="+mn-lt"/>
              </a:endParaRPr>
            </a:p>
          </p:txBody>
        </p:sp>
        <p:sp>
          <p:nvSpPr>
            <p:cNvPr id="4" name="TextBox 4"/>
            <p:cNvSpPr txBox="1"/>
            <p:nvPr/>
          </p:nvSpPr>
          <p:spPr>
            <a:xfrm>
              <a:off x="11814" y="3828090"/>
              <a:ext cx="15312407" cy="522536"/>
            </a:xfrm>
            <a:prstGeom prst="rect">
              <a:avLst/>
            </a:prstGeom>
          </p:spPr>
          <p:txBody>
            <a:bodyPr lIns="0" tIns="0" rIns="0" bIns="0" rtlCol="0" anchor="t">
              <a:spAutoFit/>
            </a:bodyPr>
            <a:lstStyle/>
            <a:p>
              <a:pPr algn="ctr">
                <a:lnSpc>
                  <a:spcPts val="3000"/>
                </a:lnSpc>
              </a:pPr>
              <a:endParaRPr lang="en-US" sz="3000">
                <a:latin typeface="Agrandir"/>
                <a:ea typeface="Agrandir"/>
                <a:cs typeface="Agrandir"/>
              </a:endParaRPr>
            </a:p>
          </p:txBody>
        </p:sp>
      </p:grpSp>
      <p:sp>
        <p:nvSpPr>
          <p:cNvPr id="7" name="Freeform 7"/>
          <p:cNvSpPr/>
          <p:nvPr/>
        </p:nvSpPr>
        <p:spPr>
          <a:xfrm>
            <a:off x="-778351" y="6352898"/>
            <a:ext cx="2459432" cy="2287272"/>
          </a:xfrm>
          <a:custGeom>
            <a:avLst/>
            <a:gdLst/>
            <a:ahLst/>
            <a:cxnLst/>
            <a:rect l="l" t="t" r="r" b="b"/>
            <a:pathLst>
              <a:path w="2459432" h="2287272">
                <a:moveTo>
                  <a:pt x="0" y="0"/>
                </a:moveTo>
                <a:lnTo>
                  <a:pt x="2459432" y="0"/>
                </a:lnTo>
                <a:lnTo>
                  <a:pt x="2459432" y="2287271"/>
                </a:lnTo>
                <a:lnTo>
                  <a:pt x="0" y="228727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8" name="Freeform 8"/>
          <p:cNvSpPr/>
          <p:nvPr/>
        </p:nvSpPr>
        <p:spPr>
          <a:xfrm>
            <a:off x="16736200" y="4275220"/>
            <a:ext cx="2459432" cy="2287272"/>
          </a:xfrm>
          <a:custGeom>
            <a:avLst/>
            <a:gdLst/>
            <a:ahLst/>
            <a:cxnLst/>
            <a:rect l="l" t="t" r="r" b="b"/>
            <a:pathLst>
              <a:path w="2459432" h="2287272">
                <a:moveTo>
                  <a:pt x="0" y="0"/>
                </a:moveTo>
                <a:lnTo>
                  <a:pt x="2459432" y="0"/>
                </a:lnTo>
                <a:lnTo>
                  <a:pt x="2459432" y="2287271"/>
                </a:lnTo>
                <a:lnTo>
                  <a:pt x="0" y="228727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11" name="TextBox 11"/>
          <p:cNvSpPr txBox="1"/>
          <p:nvPr/>
        </p:nvSpPr>
        <p:spPr>
          <a:xfrm>
            <a:off x="13212525" y="8640170"/>
            <a:ext cx="4112949" cy="461665"/>
          </a:xfrm>
          <a:prstGeom prst="rect">
            <a:avLst/>
          </a:prstGeom>
        </p:spPr>
        <p:txBody>
          <a:bodyPr wrap="square" lIns="0" tIns="0" rIns="0" bIns="0" rtlCol="0" anchor="t">
            <a:spAutoFit/>
          </a:bodyPr>
          <a:lstStyle/>
          <a:p>
            <a:pPr>
              <a:lnSpc>
                <a:spcPts val="3599"/>
              </a:lnSpc>
            </a:pPr>
            <a:r>
              <a:rPr lang="en-US" sz="3200" b="1" dirty="0">
                <a:latin typeface="Calibri"/>
                <a:ea typeface="Agrandir Bold"/>
                <a:cs typeface="Agrandir Bold"/>
              </a:rPr>
              <a:t>By: Mr. Shivam Supekar </a:t>
            </a:r>
          </a:p>
        </p:txBody>
      </p:sp>
      <p:sp>
        <p:nvSpPr>
          <p:cNvPr id="6" name="TextBox 11">
            <a:extLst>
              <a:ext uri="{FF2B5EF4-FFF2-40B4-BE49-F238E27FC236}">
                <a16:creationId xmlns:a16="http://schemas.microsoft.com/office/drawing/2014/main" id="{A22D2A28-66CB-3372-0222-61591D37F9F7}"/>
              </a:ext>
            </a:extLst>
          </p:cNvPr>
          <p:cNvSpPr txBox="1"/>
          <p:nvPr/>
        </p:nvSpPr>
        <p:spPr>
          <a:xfrm>
            <a:off x="16324569" y="1416196"/>
            <a:ext cx="1935631" cy="481670"/>
          </a:xfrm>
          <a:prstGeom prst="rect">
            <a:avLst/>
          </a:prstGeom>
        </p:spPr>
        <p:txBody>
          <a:bodyPr wrap="square" lIns="0" tIns="0" rIns="0" bIns="0" rtlCol="0" anchor="t">
            <a:spAutoFit/>
          </a:bodyPr>
          <a:lstStyle/>
          <a:p>
            <a:pPr>
              <a:lnSpc>
                <a:spcPts val="3599"/>
              </a:lnSpc>
            </a:pPr>
            <a:r>
              <a:rPr lang="en-US" sz="4000" b="1" dirty="0">
                <a:latin typeface="Calibri"/>
                <a:ea typeface="Agrandir Bold"/>
                <a:cs typeface="Agrandir Bold"/>
              </a:rPr>
              <a:t>3 / 12</a:t>
            </a:r>
          </a:p>
        </p:txBody>
      </p:sp>
      <p:pic>
        <p:nvPicPr>
          <p:cNvPr id="9" name="Picture 8">
            <a:extLst>
              <a:ext uri="{FF2B5EF4-FFF2-40B4-BE49-F238E27FC236}">
                <a16:creationId xmlns:a16="http://schemas.microsoft.com/office/drawing/2014/main" id="{426580AB-0610-3CBB-3ED3-41E3F8D1A1C4}"/>
              </a:ext>
            </a:extLst>
          </p:cNvPr>
          <p:cNvPicPr>
            <a:picLocks noChangeAspect="1"/>
          </p:cNvPicPr>
          <p:nvPr/>
        </p:nvPicPr>
        <p:blipFill>
          <a:blip r:embed="rId4">
            <a:extLst>
              <a:ext uri="{28A0092B-C50C-407E-A947-70E740481C1C}">
                <a14:useLocalDpi xmlns:a14="http://schemas.microsoft.com/office/drawing/2010/main" val="0"/>
              </a:ext>
            </a:extLst>
          </a:blip>
          <a:srcRect t="13798" b="18525"/>
          <a:stretch>
            <a:fillRect/>
          </a:stretch>
        </p:blipFill>
        <p:spPr>
          <a:xfrm>
            <a:off x="4932947" y="439666"/>
            <a:ext cx="7507705" cy="243472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4"/>
          <p:cNvSpPr/>
          <p:nvPr/>
        </p:nvSpPr>
        <p:spPr>
          <a:xfrm>
            <a:off x="-766888" y="1028700"/>
            <a:ext cx="2459432" cy="2287272"/>
          </a:xfrm>
          <a:custGeom>
            <a:avLst/>
            <a:gdLst/>
            <a:ahLst/>
            <a:cxnLst/>
            <a:rect l="l" t="t" r="r" b="b"/>
            <a:pathLst>
              <a:path w="2459432" h="2287272">
                <a:moveTo>
                  <a:pt x="0" y="0"/>
                </a:moveTo>
                <a:lnTo>
                  <a:pt x="2459432" y="0"/>
                </a:lnTo>
                <a:lnTo>
                  <a:pt x="2459432" y="2287272"/>
                </a:lnTo>
                <a:lnTo>
                  <a:pt x="0" y="228727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5" name="TextBox 5"/>
          <p:cNvSpPr txBox="1"/>
          <p:nvPr/>
        </p:nvSpPr>
        <p:spPr>
          <a:xfrm>
            <a:off x="4775097" y="1104900"/>
            <a:ext cx="7620811" cy="1291970"/>
          </a:xfrm>
          <a:prstGeom prst="rect">
            <a:avLst/>
          </a:prstGeom>
        </p:spPr>
        <p:txBody>
          <a:bodyPr wrap="square" lIns="0" tIns="0" rIns="0" bIns="0" rtlCol="0" anchor="t">
            <a:spAutoFit/>
          </a:bodyPr>
          <a:lstStyle/>
          <a:p>
            <a:pPr algn="l">
              <a:lnSpc>
                <a:spcPts val="9900"/>
              </a:lnSpc>
            </a:pPr>
            <a:r>
              <a:rPr lang="en-US" sz="9000" b="1" dirty="0">
                <a:solidFill>
                  <a:srgbClr val="8D0A75"/>
                </a:solidFill>
                <a:latin typeface="Heebo Black"/>
                <a:ea typeface="Heebo Black"/>
                <a:cs typeface="Heebo Black"/>
                <a:sym typeface="Heebo Black"/>
              </a:rPr>
              <a:t>Agenda</a:t>
            </a:r>
          </a:p>
        </p:txBody>
      </p:sp>
      <p:sp>
        <p:nvSpPr>
          <p:cNvPr id="7" name="Freeform 7"/>
          <p:cNvSpPr/>
          <p:nvPr/>
        </p:nvSpPr>
        <p:spPr>
          <a:xfrm>
            <a:off x="11549380" y="-1258572"/>
            <a:ext cx="2459432" cy="2287272"/>
          </a:xfrm>
          <a:custGeom>
            <a:avLst/>
            <a:gdLst/>
            <a:ahLst/>
            <a:cxnLst/>
            <a:rect l="l" t="t" r="r" b="b"/>
            <a:pathLst>
              <a:path w="2459432" h="2287272">
                <a:moveTo>
                  <a:pt x="0" y="0"/>
                </a:moveTo>
                <a:lnTo>
                  <a:pt x="2459432" y="0"/>
                </a:lnTo>
                <a:lnTo>
                  <a:pt x="2459432" y="2287272"/>
                </a:lnTo>
                <a:lnTo>
                  <a:pt x="0" y="228727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8" name="Freeform 8"/>
          <p:cNvSpPr/>
          <p:nvPr/>
        </p:nvSpPr>
        <p:spPr>
          <a:xfrm>
            <a:off x="15828568" y="8889125"/>
            <a:ext cx="2459432" cy="2287272"/>
          </a:xfrm>
          <a:custGeom>
            <a:avLst/>
            <a:gdLst/>
            <a:ahLst/>
            <a:cxnLst/>
            <a:rect l="l" t="t" r="r" b="b"/>
            <a:pathLst>
              <a:path w="2459432" h="2287272">
                <a:moveTo>
                  <a:pt x="0" y="0"/>
                </a:moveTo>
                <a:lnTo>
                  <a:pt x="2459432" y="0"/>
                </a:lnTo>
                <a:lnTo>
                  <a:pt x="2459432" y="2287272"/>
                </a:lnTo>
                <a:lnTo>
                  <a:pt x="0" y="228727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9" name="Group 9"/>
          <p:cNvGrpSpPr/>
          <p:nvPr/>
        </p:nvGrpSpPr>
        <p:grpSpPr>
          <a:xfrm>
            <a:off x="4775098" y="2912245"/>
            <a:ext cx="5548532" cy="881343"/>
            <a:chOff x="0" y="0"/>
            <a:chExt cx="7398043" cy="1175123"/>
          </a:xfrm>
        </p:grpSpPr>
        <p:grpSp>
          <p:nvGrpSpPr>
            <p:cNvPr id="10" name="Group 10"/>
            <p:cNvGrpSpPr>
              <a:grpSpLocks noChangeAspect="1"/>
            </p:cNvGrpSpPr>
            <p:nvPr/>
          </p:nvGrpSpPr>
          <p:grpSpPr>
            <a:xfrm>
              <a:off x="0" y="0"/>
              <a:ext cx="1175123" cy="1175123"/>
              <a:chOff x="-2540" y="-2540"/>
              <a:chExt cx="6355080" cy="6355080"/>
            </a:xfrm>
          </p:grpSpPr>
          <p:sp>
            <p:nvSpPr>
              <p:cNvPr id="11" name="Freeform 11"/>
              <p:cNvSpPr/>
              <p:nvPr/>
            </p:nvSpPr>
            <p:spPr>
              <a:xfrm>
                <a:off x="-2540" y="-2540"/>
                <a:ext cx="6355080" cy="6355080"/>
              </a:xfrm>
              <a:custGeom>
                <a:avLst/>
                <a:gdLst/>
                <a:ahLst/>
                <a:cxnLst/>
                <a:rect l="l" t="t" r="r" b="b"/>
                <a:pathLst>
                  <a:path w="6355080" h="6355080">
                    <a:moveTo>
                      <a:pt x="3177540" y="6355080"/>
                    </a:moveTo>
                    <a:cubicBezTo>
                      <a:pt x="2329180" y="6355080"/>
                      <a:pt x="1530350" y="6024880"/>
                      <a:pt x="930910" y="5424170"/>
                    </a:cubicBezTo>
                    <a:cubicBezTo>
                      <a:pt x="330200" y="4824730"/>
                      <a:pt x="0" y="4025900"/>
                      <a:pt x="0" y="3177540"/>
                    </a:cubicBezTo>
                    <a:cubicBezTo>
                      <a:pt x="0" y="2329180"/>
                      <a:pt x="330200" y="1530350"/>
                      <a:pt x="930910" y="930910"/>
                    </a:cubicBezTo>
                    <a:cubicBezTo>
                      <a:pt x="1530350" y="330200"/>
                      <a:pt x="2329180" y="0"/>
                      <a:pt x="3177540" y="0"/>
                    </a:cubicBezTo>
                    <a:cubicBezTo>
                      <a:pt x="4025900" y="0"/>
                      <a:pt x="4824730" y="330200"/>
                      <a:pt x="5424170" y="930910"/>
                    </a:cubicBezTo>
                    <a:cubicBezTo>
                      <a:pt x="6024880" y="1531620"/>
                      <a:pt x="6355080" y="2329180"/>
                      <a:pt x="6355080" y="3177540"/>
                    </a:cubicBezTo>
                    <a:cubicBezTo>
                      <a:pt x="6355080" y="4025900"/>
                      <a:pt x="6024880" y="4824730"/>
                      <a:pt x="5424170" y="5424170"/>
                    </a:cubicBezTo>
                    <a:cubicBezTo>
                      <a:pt x="4824730" y="6024880"/>
                      <a:pt x="4025900" y="6355080"/>
                      <a:pt x="3177540" y="6355080"/>
                    </a:cubicBezTo>
                    <a:close/>
                    <a:moveTo>
                      <a:pt x="3177540" y="190500"/>
                    </a:moveTo>
                    <a:cubicBezTo>
                      <a:pt x="2379980" y="190500"/>
                      <a:pt x="1629410" y="501650"/>
                      <a:pt x="1065530" y="1065530"/>
                    </a:cubicBezTo>
                    <a:cubicBezTo>
                      <a:pt x="501650" y="1629410"/>
                      <a:pt x="190500" y="2379980"/>
                      <a:pt x="190500" y="3177540"/>
                    </a:cubicBezTo>
                    <a:cubicBezTo>
                      <a:pt x="190500" y="3975100"/>
                      <a:pt x="501650" y="4725670"/>
                      <a:pt x="1065530" y="5289550"/>
                    </a:cubicBezTo>
                    <a:cubicBezTo>
                      <a:pt x="1629410" y="5853430"/>
                      <a:pt x="2379980" y="6164580"/>
                      <a:pt x="3177540" y="6164580"/>
                    </a:cubicBezTo>
                    <a:cubicBezTo>
                      <a:pt x="3975100" y="6164580"/>
                      <a:pt x="4725670" y="5853430"/>
                      <a:pt x="5289550" y="5289550"/>
                    </a:cubicBezTo>
                    <a:cubicBezTo>
                      <a:pt x="5853430" y="4725670"/>
                      <a:pt x="6164580" y="3975100"/>
                      <a:pt x="6164580" y="3177540"/>
                    </a:cubicBezTo>
                    <a:cubicBezTo>
                      <a:pt x="6164580" y="2379980"/>
                      <a:pt x="5853430" y="1629410"/>
                      <a:pt x="5289550" y="1065530"/>
                    </a:cubicBezTo>
                    <a:cubicBezTo>
                      <a:pt x="4725670" y="501650"/>
                      <a:pt x="3975100" y="190500"/>
                      <a:pt x="3177540" y="190500"/>
                    </a:cubicBezTo>
                    <a:close/>
                  </a:path>
                </a:pathLst>
              </a:custGeom>
              <a:solidFill>
                <a:srgbClr val="33123B"/>
              </a:solidFill>
            </p:spPr>
            <p:txBody>
              <a:bodyPr/>
              <a:lstStyle/>
              <a:p>
                <a:endParaRPr lang="en-IN"/>
              </a:p>
            </p:txBody>
          </p:sp>
        </p:grpSp>
        <p:sp>
          <p:nvSpPr>
            <p:cNvPr id="12" name="TextBox 12"/>
            <p:cNvSpPr txBox="1"/>
            <p:nvPr/>
          </p:nvSpPr>
          <p:spPr>
            <a:xfrm>
              <a:off x="366298" y="335404"/>
              <a:ext cx="442528" cy="523366"/>
            </a:xfrm>
            <a:prstGeom prst="rect">
              <a:avLst/>
            </a:prstGeom>
          </p:spPr>
          <p:txBody>
            <a:bodyPr lIns="0" tIns="0" rIns="0" bIns="0" rtlCol="0" anchor="t">
              <a:spAutoFit/>
            </a:bodyPr>
            <a:lstStyle/>
            <a:p>
              <a:pPr marL="0" lvl="0" indent="0" algn="ctr">
                <a:lnSpc>
                  <a:spcPts val="2612"/>
                </a:lnSpc>
                <a:spcBef>
                  <a:spcPct val="0"/>
                </a:spcBef>
              </a:pPr>
              <a:r>
                <a:rPr lang="en-US" sz="2721" b="1" u="none">
                  <a:solidFill>
                    <a:srgbClr val="33123B"/>
                  </a:solidFill>
                  <a:latin typeface="Horizon"/>
                  <a:ea typeface="Horizon"/>
                  <a:cs typeface="Horizon"/>
                  <a:sym typeface="Horizon"/>
                </a:rPr>
                <a:t>1</a:t>
              </a:r>
            </a:p>
          </p:txBody>
        </p:sp>
        <p:sp>
          <p:nvSpPr>
            <p:cNvPr id="13" name="TextBox 13"/>
            <p:cNvSpPr txBox="1"/>
            <p:nvPr/>
          </p:nvSpPr>
          <p:spPr>
            <a:xfrm>
              <a:off x="1810123" y="270697"/>
              <a:ext cx="5587920" cy="492442"/>
            </a:xfrm>
            <a:prstGeom prst="rect">
              <a:avLst/>
            </a:prstGeom>
          </p:spPr>
          <p:txBody>
            <a:bodyPr lIns="0" tIns="0" rIns="0" bIns="0" rtlCol="0" anchor="t">
              <a:spAutoFit/>
            </a:bodyPr>
            <a:lstStyle/>
            <a:p>
              <a:pPr lvl="0"/>
              <a:r>
                <a:rPr lang="en-IN" sz="2400" dirty="0"/>
                <a:t>Introduction and Types</a:t>
              </a:r>
            </a:p>
          </p:txBody>
        </p:sp>
      </p:grpSp>
      <p:grpSp>
        <p:nvGrpSpPr>
          <p:cNvPr id="14" name="Group 14"/>
          <p:cNvGrpSpPr/>
          <p:nvPr/>
        </p:nvGrpSpPr>
        <p:grpSpPr>
          <a:xfrm>
            <a:off x="11017501" y="2912245"/>
            <a:ext cx="5548533" cy="881343"/>
            <a:chOff x="0" y="0"/>
            <a:chExt cx="7398043" cy="1175123"/>
          </a:xfrm>
        </p:grpSpPr>
        <p:grpSp>
          <p:nvGrpSpPr>
            <p:cNvPr id="15" name="Group 15"/>
            <p:cNvGrpSpPr>
              <a:grpSpLocks noChangeAspect="1"/>
            </p:cNvGrpSpPr>
            <p:nvPr/>
          </p:nvGrpSpPr>
          <p:grpSpPr>
            <a:xfrm>
              <a:off x="0" y="0"/>
              <a:ext cx="1175123" cy="1175123"/>
              <a:chOff x="-2540" y="-2540"/>
              <a:chExt cx="6355080" cy="6355080"/>
            </a:xfrm>
          </p:grpSpPr>
          <p:sp>
            <p:nvSpPr>
              <p:cNvPr id="16" name="Freeform 16"/>
              <p:cNvSpPr/>
              <p:nvPr/>
            </p:nvSpPr>
            <p:spPr>
              <a:xfrm>
                <a:off x="-2540" y="-2540"/>
                <a:ext cx="6355080" cy="6355080"/>
              </a:xfrm>
              <a:custGeom>
                <a:avLst/>
                <a:gdLst/>
                <a:ahLst/>
                <a:cxnLst/>
                <a:rect l="l" t="t" r="r" b="b"/>
                <a:pathLst>
                  <a:path w="6355080" h="6355080">
                    <a:moveTo>
                      <a:pt x="3177540" y="6355080"/>
                    </a:moveTo>
                    <a:cubicBezTo>
                      <a:pt x="2329180" y="6355080"/>
                      <a:pt x="1530350" y="6024880"/>
                      <a:pt x="930910" y="5424170"/>
                    </a:cubicBezTo>
                    <a:cubicBezTo>
                      <a:pt x="330200" y="4824730"/>
                      <a:pt x="0" y="4025900"/>
                      <a:pt x="0" y="3177540"/>
                    </a:cubicBezTo>
                    <a:cubicBezTo>
                      <a:pt x="0" y="2329180"/>
                      <a:pt x="330200" y="1530350"/>
                      <a:pt x="930910" y="930910"/>
                    </a:cubicBezTo>
                    <a:cubicBezTo>
                      <a:pt x="1530350" y="330200"/>
                      <a:pt x="2329180" y="0"/>
                      <a:pt x="3177540" y="0"/>
                    </a:cubicBezTo>
                    <a:cubicBezTo>
                      <a:pt x="4025900" y="0"/>
                      <a:pt x="4824730" y="330200"/>
                      <a:pt x="5424170" y="930910"/>
                    </a:cubicBezTo>
                    <a:cubicBezTo>
                      <a:pt x="6024880" y="1531620"/>
                      <a:pt x="6355080" y="2329180"/>
                      <a:pt x="6355080" y="3177540"/>
                    </a:cubicBezTo>
                    <a:cubicBezTo>
                      <a:pt x="6355080" y="4025900"/>
                      <a:pt x="6024880" y="4824730"/>
                      <a:pt x="5424170" y="5424170"/>
                    </a:cubicBezTo>
                    <a:cubicBezTo>
                      <a:pt x="4824730" y="6024880"/>
                      <a:pt x="4025900" y="6355080"/>
                      <a:pt x="3177540" y="6355080"/>
                    </a:cubicBezTo>
                    <a:close/>
                    <a:moveTo>
                      <a:pt x="3177540" y="190500"/>
                    </a:moveTo>
                    <a:cubicBezTo>
                      <a:pt x="2379980" y="190500"/>
                      <a:pt x="1629410" y="501650"/>
                      <a:pt x="1065530" y="1065530"/>
                    </a:cubicBezTo>
                    <a:cubicBezTo>
                      <a:pt x="501650" y="1629410"/>
                      <a:pt x="190500" y="2379980"/>
                      <a:pt x="190500" y="3177540"/>
                    </a:cubicBezTo>
                    <a:cubicBezTo>
                      <a:pt x="190500" y="3975100"/>
                      <a:pt x="501650" y="4725670"/>
                      <a:pt x="1065530" y="5289550"/>
                    </a:cubicBezTo>
                    <a:cubicBezTo>
                      <a:pt x="1629410" y="5853430"/>
                      <a:pt x="2379980" y="6164580"/>
                      <a:pt x="3177540" y="6164580"/>
                    </a:cubicBezTo>
                    <a:cubicBezTo>
                      <a:pt x="3975100" y="6164580"/>
                      <a:pt x="4725670" y="5853430"/>
                      <a:pt x="5289550" y="5289550"/>
                    </a:cubicBezTo>
                    <a:cubicBezTo>
                      <a:pt x="5853430" y="4725670"/>
                      <a:pt x="6164580" y="3975100"/>
                      <a:pt x="6164580" y="3177540"/>
                    </a:cubicBezTo>
                    <a:cubicBezTo>
                      <a:pt x="6164580" y="2379980"/>
                      <a:pt x="5853430" y="1629410"/>
                      <a:pt x="5289550" y="1065530"/>
                    </a:cubicBezTo>
                    <a:cubicBezTo>
                      <a:pt x="4725670" y="501650"/>
                      <a:pt x="3975100" y="190500"/>
                      <a:pt x="3177540" y="190500"/>
                    </a:cubicBezTo>
                    <a:close/>
                  </a:path>
                </a:pathLst>
              </a:custGeom>
              <a:solidFill>
                <a:srgbClr val="33123B"/>
              </a:solidFill>
            </p:spPr>
            <p:txBody>
              <a:bodyPr/>
              <a:lstStyle/>
              <a:p>
                <a:endParaRPr lang="en-IN"/>
              </a:p>
            </p:txBody>
          </p:sp>
        </p:grpSp>
        <p:sp>
          <p:nvSpPr>
            <p:cNvPr id="17" name="TextBox 17"/>
            <p:cNvSpPr txBox="1"/>
            <p:nvPr/>
          </p:nvSpPr>
          <p:spPr>
            <a:xfrm>
              <a:off x="366297" y="335404"/>
              <a:ext cx="442528" cy="456534"/>
            </a:xfrm>
            <a:prstGeom prst="rect">
              <a:avLst/>
            </a:prstGeom>
          </p:spPr>
          <p:txBody>
            <a:bodyPr lIns="0" tIns="0" rIns="0" bIns="0" rtlCol="0" anchor="t">
              <a:spAutoFit/>
            </a:bodyPr>
            <a:lstStyle/>
            <a:p>
              <a:pPr marL="0" lvl="0" indent="0" algn="ctr">
                <a:lnSpc>
                  <a:spcPts val="2612"/>
                </a:lnSpc>
                <a:spcBef>
                  <a:spcPct val="0"/>
                </a:spcBef>
              </a:pPr>
              <a:r>
                <a:rPr lang="en-US" sz="2400" b="1">
                  <a:solidFill>
                    <a:srgbClr val="33123B"/>
                  </a:solidFill>
                  <a:latin typeface="Horizon"/>
                  <a:ea typeface="Horizon"/>
                  <a:cs typeface="Horizon"/>
                  <a:sym typeface="Horizon"/>
                </a:rPr>
                <a:t>2</a:t>
              </a:r>
            </a:p>
          </p:txBody>
        </p:sp>
        <p:sp>
          <p:nvSpPr>
            <p:cNvPr id="18" name="TextBox 18"/>
            <p:cNvSpPr txBox="1"/>
            <p:nvPr/>
          </p:nvSpPr>
          <p:spPr>
            <a:xfrm>
              <a:off x="1810122" y="270697"/>
              <a:ext cx="5587921" cy="492442"/>
            </a:xfrm>
            <a:prstGeom prst="rect">
              <a:avLst/>
            </a:prstGeom>
          </p:spPr>
          <p:txBody>
            <a:bodyPr lIns="0" tIns="0" rIns="0" bIns="0" rtlCol="0" anchor="t">
              <a:spAutoFit/>
            </a:bodyPr>
            <a:lstStyle/>
            <a:p>
              <a:pPr lvl="0"/>
              <a:r>
                <a:rPr lang="en-GB" sz="2400" dirty="0"/>
                <a:t>Arrays And List</a:t>
              </a:r>
              <a:endParaRPr lang="en-IN" sz="2400" dirty="0"/>
            </a:p>
          </p:txBody>
        </p:sp>
      </p:grpSp>
      <p:grpSp>
        <p:nvGrpSpPr>
          <p:cNvPr id="19" name="Group 19"/>
          <p:cNvGrpSpPr/>
          <p:nvPr/>
        </p:nvGrpSpPr>
        <p:grpSpPr>
          <a:xfrm>
            <a:off x="4775098" y="4284467"/>
            <a:ext cx="5548532" cy="881343"/>
            <a:chOff x="0" y="0"/>
            <a:chExt cx="7398043" cy="1175123"/>
          </a:xfrm>
        </p:grpSpPr>
        <p:grpSp>
          <p:nvGrpSpPr>
            <p:cNvPr id="20" name="Group 20"/>
            <p:cNvGrpSpPr>
              <a:grpSpLocks noChangeAspect="1"/>
            </p:cNvGrpSpPr>
            <p:nvPr/>
          </p:nvGrpSpPr>
          <p:grpSpPr>
            <a:xfrm>
              <a:off x="0" y="0"/>
              <a:ext cx="1175123" cy="1175123"/>
              <a:chOff x="-2540" y="-2540"/>
              <a:chExt cx="6355080" cy="6355080"/>
            </a:xfrm>
          </p:grpSpPr>
          <p:sp>
            <p:nvSpPr>
              <p:cNvPr id="21" name="Freeform 21"/>
              <p:cNvSpPr/>
              <p:nvPr/>
            </p:nvSpPr>
            <p:spPr>
              <a:xfrm>
                <a:off x="-2540" y="-2540"/>
                <a:ext cx="6355080" cy="6355080"/>
              </a:xfrm>
              <a:custGeom>
                <a:avLst/>
                <a:gdLst/>
                <a:ahLst/>
                <a:cxnLst/>
                <a:rect l="l" t="t" r="r" b="b"/>
                <a:pathLst>
                  <a:path w="6355080" h="6355080">
                    <a:moveTo>
                      <a:pt x="3177540" y="6355080"/>
                    </a:moveTo>
                    <a:cubicBezTo>
                      <a:pt x="2329180" y="6355080"/>
                      <a:pt x="1530350" y="6024880"/>
                      <a:pt x="930910" y="5424170"/>
                    </a:cubicBezTo>
                    <a:cubicBezTo>
                      <a:pt x="330200" y="4824730"/>
                      <a:pt x="0" y="4025900"/>
                      <a:pt x="0" y="3177540"/>
                    </a:cubicBezTo>
                    <a:cubicBezTo>
                      <a:pt x="0" y="2329180"/>
                      <a:pt x="330200" y="1530350"/>
                      <a:pt x="930910" y="930910"/>
                    </a:cubicBezTo>
                    <a:cubicBezTo>
                      <a:pt x="1530350" y="330200"/>
                      <a:pt x="2329180" y="0"/>
                      <a:pt x="3177540" y="0"/>
                    </a:cubicBezTo>
                    <a:cubicBezTo>
                      <a:pt x="4025900" y="0"/>
                      <a:pt x="4824730" y="330200"/>
                      <a:pt x="5424170" y="930910"/>
                    </a:cubicBezTo>
                    <a:cubicBezTo>
                      <a:pt x="6024880" y="1531620"/>
                      <a:pt x="6355080" y="2329180"/>
                      <a:pt x="6355080" y="3177540"/>
                    </a:cubicBezTo>
                    <a:cubicBezTo>
                      <a:pt x="6355080" y="4025900"/>
                      <a:pt x="6024880" y="4824730"/>
                      <a:pt x="5424170" y="5424170"/>
                    </a:cubicBezTo>
                    <a:cubicBezTo>
                      <a:pt x="4824730" y="6024880"/>
                      <a:pt x="4025900" y="6355080"/>
                      <a:pt x="3177540" y="6355080"/>
                    </a:cubicBezTo>
                    <a:close/>
                    <a:moveTo>
                      <a:pt x="3177540" y="190500"/>
                    </a:moveTo>
                    <a:cubicBezTo>
                      <a:pt x="2379980" y="190500"/>
                      <a:pt x="1629410" y="501650"/>
                      <a:pt x="1065530" y="1065530"/>
                    </a:cubicBezTo>
                    <a:cubicBezTo>
                      <a:pt x="501650" y="1629410"/>
                      <a:pt x="190500" y="2379980"/>
                      <a:pt x="190500" y="3177540"/>
                    </a:cubicBezTo>
                    <a:cubicBezTo>
                      <a:pt x="190500" y="3975100"/>
                      <a:pt x="501650" y="4725670"/>
                      <a:pt x="1065530" y="5289550"/>
                    </a:cubicBezTo>
                    <a:cubicBezTo>
                      <a:pt x="1629410" y="5853430"/>
                      <a:pt x="2379980" y="6164580"/>
                      <a:pt x="3177540" y="6164580"/>
                    </a:cubicBezTo>
                    <a:cubicBezTo>
                      <a:pt x="3975100" y="6164580"/>
                      <a:pt x="4725670" y="5853430"/>
                      <a:pt x="5289550" y="5289550"/>
                    </a:cubicBezTo>
                    <a:cubicBezTo>
                      <a:pt x="5853430" y="4725670"/>
                      <a:pt x="6164580" y="3975100"/>
                      <a:pt x="6164580" y="3177540"/>
                    </a:cubicBezTo>
                    <a:cubicBezTo>
                      <a:pt x="6164580" y="2379980"/>
                      <a:pt x="5853430" y="1629410"/>
                      <a:pt x="5289550" y="1065530"/>
                    </a:cubicBezTo>
                    <a:cubicBezTo>
                      <a:pt x="4725670" y="501650"/>
                      <a:pt x="3975100" y="190500"/>
                      <a:pt x="3177540" y="190500"/>
                    </a:cubicBezTo>
                    <a:close/>
                  </a:path>
                </a:pathLst>
              </a:custGeom>
              <a:solidFill>
                <a:srgbClr val="33123B"/>
              </a:solidFill>
            </p:spPr>
            <p:txBody>
              <a:bodyPr/>
              <a:lstStyle/>
              <a:p>
                <a:endParaRPr lang="en-IN"/>
              </a:p>
            </p:txBody>
          </p:sp>
        </p:grpSp>
        <p:sp>
          <p:nvSpPr>
            <p:cNvPr id="22" name="TextBox 22"/>
            <p:cNvSpPr txBox="1"/>
            <p:nvPr/>
          </p:nvSpPr>
          <p:spPr>
            <a:xfrm>
              <a:off x="366297" y="335404"/>
              <a:ext cx="442528" cy="456534"/>
            </a:xfrm>
            <a:prstGeom prst="rect">
              <a:avLst/>
            </a:prstGeom>
          </p:spPr>
          <p:txBody>
            <a:bodyPr lIns="0" tIns="0" rIns="0" bIns="0" rtlCol="0" anchor="t">
              <a:spAutoFit/>
            </a:bodyPr>
            <a:lstStyle/>
            <a:p>
              <a:pPr marL="0" lvl="0" indent="0" algn="ctr">
                <a:lnSpc>
                  <a:spcPts val="2612"/>
                </a:lnSpc>
                <a:spcBef>
                  <a:spcPct val="0"/>
                </a:spcBef>
              </a:pPr>
              <a:r>
                <a:rPr lang="en-US" sz="2400" b="1">
                  <a:solidFill>
                    <a:srgbClr val="33123B"/>
                  </a:solidFill>
                  <a:latin typeface="Horizon"/>
                  <a:ea typeface="Horizon"/>
                  <a:cs typeface="Horizon"/>
                  <a:sym typeface="Horizon"/>
                </a:rPr>
                <a:t>3</a:t>
              </a:r>
            </a:p>
          </p:txBody>
        </p:sp>
        <p:sp>
          <p:nvSpPr>
            <p:cNvPr id="23" name="TextBox 23"/>
            <p:cNvSpPr txBox="1"/>
            <p:nvPr/>
          </p:nvSpPr>
          <p:spPr>
            <a:xfrm>
              <a:off x="1810123" y="270697"/>
              <a:ext cx="5587920" cy="492442"/>
            </a:xfrm>
            <a:prstGeom prst="rect">
              <a:avLst/>
            </a:prstGeom>
          </p:spPr>
          <p:txBody>
            <a:bodyPr lIns="0" tIns="0" rIns="0" bIns="0" rtlCol="0" anchor="t">
              <a:spAutoFit/>
            </a:bodyPr>
            <a:lstStyle/>
            <a:p>
              <a:pPr algn="just"/>
              <a:r>
                <a:rPr lang="en-US" sz="2400" dirty="0"/>
                <a:t>Dictionary And HashSet</a:t>
              </a:r>
              <a:endParaRPr lang="en-IN" sz="2400" dirty="0"/>
            </a:p>
          </p:txBody>
        </p:sp>
      </p:grpSp>
      <p:grpSp>
        <p:nvGrpSpPr>
          <p:cNvPr id="24" name="Group 24"/>
          <p:cNvGrpSpPr/>
          <p:nvPr/>
        </p:nvGrpSpPr>
        <p:grpSpPr>
          <a:xfrm>
            <a:off x="4775098" y="5656690"/>
            <a:ext cx="5548532" cy="881343"/>
            <a:chOff x="0" y="0"/>
            <a:chExt cx="7398043" cy="1175123"/>
          </a:xfrm>
        </p:grpSpPr>
        <p:grpSp>
          <p:nvGrpSpPr>
            <p:cNvPr id="25" name="Group 25"/>
            <p:cNvGrpSpPr>
              <a:grpSpLocks noChangeAspect="1"/>
            </p:cNvGrpSpPr>
            <p:nvPr/>
          </p:nvGrpSpPr>
          <p:grpSpPr>
            <a:xfrm>
              <a:off x="0" y="0"/>
              <a:ext cx="1175123" cy="1175123"/>
              <a:chOff x="-2540" y="-2540"/>
              <a:chExt cx="6355080" cy="6355080"/>
            </a:xfrm>
          </p:grpSpPr>
          <p:sp>
            <p:nvSpPr>
              <p:cNvPr id="26" name="Freeform 26"/>
              <p:cNvSpPr/>
              <p:nvPr/>
            </p:nvSpPr>
            <p:spPr>
              <a:xfrm>
                <a:off x="-2540" y="-2540"/>
                <a:ext cx="6355080" cy="6355080"/>
              </a:xfrm>
              <a:custGeom>
                <a:avLst/>
                <a:gdLst/>
                <a:ahLst/>
                <a:cxnLst/>
                <a:rect l="l" t="t" r="r" b="b"/>
                <a:pathLst>
                  <a:path w="6355080" h="6355080">
                    <a:moveTo>
                      <a:pt x="3177540" y="6355080"/>
                    </a:moveTo>
                    <a:cubicBezTo>
                      <a:pt x="2329180" y="6355080"/>
                      <a:pt x="1530350" y="6024880"/>
                      <a:pt x="930910" y="5424170"/>
                    </a:cubicBezTo>
                    <a:cubicBezTo>
                      <a:pt x="330200" y="4824730"/>
                      <a:pt x="0" y="4025900"/>
                      <a:pt x="0" y="3177540"/>
                    </a:cubicBezTo>
                    <a:cubicBezTo>
                      <a:pt x="0" y="2329180"/>
                      <a:pt x="330200" y="1530350"/>
                      <a:pt x="930910" y="930910"/>
                    </a:cubicBezTo>
                    <a:cubicBezTo>
                      <a:pt x="1530350" y="330200"/>
                      <a:pt x="2329180" y="0"/>
                      <a:pt x="3177540" y="0"/>
                    </a:cubicBezTo>
                    <a:cubicBezTo>
                      <a:pt x="4025900" y="0"/>
                      <a:pt x="4824730" y="330200"/>
                      <a:pt x="5424170" y="930910"/>
                    </a:cubicBezTo>
                    <a:cubicBezTo>
                      <a:pt x="6024880" y="1531620"/>
                      <a:pt x="6355080" y="2329180"/>
                      <a:pt x="6355080" y="3177540"/>
                    </a:cubicBezTo>
                    <a:cubicBezTo>
                      <a:pt x="6355080" y="4025900"/>
                      <a:pt x="6024880" y="4824730"/>
                      <a:pt x="5424170" y="5424170"/>
                    </a:cubicBezTo>
                    <a:cubicBezTo>
                      <a:pt x="4824730" y="6024880"/>
                      <a:pt x="4025900" y="6355080"/>
                      <a:pt x="3177540" y="6355080"/>
                    </a:cubicBezTo>
                    <a:close/>
                    <a:moveTo>
                      <a:pt x="3177540" y="190500"/>
                    </a:moveTo>
                    <a:cubicBezTo>
                      <a:pt x="2379980" y="190500"/>
                      <a:pt x="1629410" y="501650"/>
                      <a:pt x="1065530" y="1065530"/>
                    </a:cubicBezTo>
                    <a:cubicBezTo>
                      <a:pt x="501650" y="1629410"/>
                      <a:pt x="190500" y="2379980"/>
                      <a:pt x="190500" y="3177540"/>
                    </a:cubicBezTo>
                    <a:cubicBezTo>
                      <a:pt x="190500" y="3975100"/>
                      <a:pt x="501650" y="4725670"/>
                      <a:pt x="1065530" y="5289550"/>
                    </a:cubicBezTo>
                    <a:cubicBezTo>
                      <a:pt x="1629410" y="5853430"/>
                      <a:pt x="2379980" y="6164580"/>
                      <a:pt x="3177540" y="6164580"/>
                    </a:cubicBezTo>
                    <a:cubicBezTo>
                      <a:pt x="3975100" y="6164580"/>
                      <a:pt x="4725670" y="5853430"/>
                      <a:pt x="5289550" y="5289550"/>
                    </a:cubicBezTo>
                    <a:cubicBezTo>
                      <a:pt x="5853430" y="4725670"/>
                      <a:pt x="6164580" y="3975100"/>
                      <a:pt x="6164580" y="3177540"/>
                    </a:cubicBezTo>
                    <a:cubicBezTo>
                      <a:pt x="6164580" y="2379980"/>
                      <a:pt x="5853430" y="1629410"/>
                      <a:pt x="5289550" y="1065530"/>
                    </a:cubicBezTo>
                    <a:cubicBezTo>
                      <a:pt x="4725670" y="501650"/>
                      <a:pt x="3975100" y="190500"/>
                      <a:pt x="3177540" y="190500"/>
                    </a:cubicBezTo>
                    <a:close/>
                  </a:path>
                </a:pathLst>
              </a:custGeom>
              <a:solidFill>
                <a:srgbClr val="33123B"/>
              </a:solidFill>
            </p:spPr>
            <p:txBody>
              <a:bodyPr/>
              <a:lstStyle/>
              <a:p>
                <a:endParaRPr lang="en-IN"/>
              </a:p>
            </p:txBody>
          </p:sp>
        </p:grpSp>
        <p:sp>
          <p:nvSpPr>
            <p:cNvPr id="27" name="TextBox 27"/>
            <p:cNvSpPr txBox="1"/>
            <p:nvPr/>
          </p:nvSpPr>
          <p:spPr>
            <a:xfrm>
              <a:off x="366297" y="335404"/>
              <a:ext cx="442528" cy="456534"/>
            </a:xfrm>
            <a:prstGeom prst="rect">
              <a:avLst/>
            </a:prstGeom>
          </p:spPr>
          <p:txBody>
            <a:bodyPr lIns="0" tIns="0" rIns="0" bIns="0" rtlCol="0" anchor="t">
              <a:spAutoFit/>
            </a:bodyPr>
            <a:lstStyle/>
            <a:p>
              <a:pPr marL="0" lvl="0" indent="0" algn="ctr">
                <a:lnSpc>
                  <a:spcPts val="2612"/>
                </a:lnSpc>
                <a:spcBef>
                  <a:spcPct val="0"/>
                </a:spcBef>
              </a:pPr>
              <a:r>
                <a:rPr lang="en-US" sz="2400" b="1" dirty="0">
                  <a:solidFill>
                    <a:srgbClr val="33123B"/>
                  </a:solidFill>
                  <a:latin typeface="Horizon"/>
                  <a:ea typeface="Horizon"/>
                  <a:cs typeface="Horizon"/>
                  <a:sym typeface="Horizon"/>
                </a:rPr>
                <a:t>5</a:t>
              </a:r>
            </a:p>
          </p:txBody>
        </p:sp>
        <p:sp>
          <p:nvSpPr>
            <p:cNvPr id="28" name="TextBox 28"/>
            <p:cNvSpPr txBox="1"/>
            <p:nvPr/>
          </p:nvSpPr>
          <p:spPr>
            <a:xfrm>
              <a:off x="1810123" y="270697"/>
              <a:ext cx="5587920" cy="480217"/>
            </a:xfrm>
            <a:prstGeom prst="rect">
              <a:avLst/>
            </a:prstGeom>
          </p:spPr>
          <p:txBody>
            <a:bodyPr lIns="0" tIns="0" rIns="0" bIns="0" rtlCol="0" anchor="t">
              <a:spAutoFit/>
            </a:bodyPr>
            <a:lstStyle/>
            <a:p>
              <a:pPr>
                <a:lnSpc>
                  <a:spcPts val="2939"/>
                </a:lnSpc>
                <a:spcBef>
                  <a:spcPct val="0"/>
                </a:spcBef>
              </a:pPr>
              <a:r>
                <a:rPr lang="en-US" sz="2400" dirty="0">
                  <a:solidFill>
                    <a:srgbClr val="33123B"/>
                  </a:solidFill>
                  <a:ea typeface="Calibri"/>
                  <a:cs typeface="Calibri"/>
                  <a:sym typeface="Agrandir"/>
                </a:rPr>
                <a:t>LinkedList And Tuple</a:t>
              </a:r>
            </a:p>
          </p:txBody>
        </p:sp>
      </p:grpSp>
      <p:grpSp>
        <p:nvGrpSpPr>
          <p:cNvPr id="34" name="Group 34"/>
          <p:cNvGrpSpPr/>
          <p:nvPr/>
        </p:nvGrpSpPr>
        <p:grpSpPr>
          <a:xfrm>
            <a:off x="11017501" y="4284467"/>
            <a:ext cx="5548532" cy="881343"/>
            <a:chOff x="0" y="0"/>
            <a:chExt cx="7398043" cy="1175123"/>
          </a:xfrm>
        </p:grpSpPr>
        <p:grpSp>
          <p:nvGrpSpPr>
            <p:cNvPr id="35" name="Group 35"/>
            <p:cNvGrpSpPr>
              <a:grpSpLocks noChangeAspect="1"/>
            </p:cNvGrpSpPr>
            <p:nvPr/>
          </p:nvGrpSpPr>
          <p:grpSpPr>
            <a:xfrm>
              <a:off x="0" y="0"/>
              <a:ext cx="1175123" cy="1175123"/>
              <a:chOff x="-2540" y="-2540"/>
              <a:chExt cx="6355080" cy="6355080"/>
            </a:xfrm>
          </p:grpSpPr>
          <p:sp>
            <p:nvSpPr>
              <p:cNvPr id="36" name="Freeform 36"/>
              <p:cNvSpPr/>
              <p:nvPr/>
            </p:nvSpPr>
            <p:spPr>
              <a:xfrm>
                <a:off x="-2540" y="-2540"/>
                <a:ext cx="6355080" cy="6355080"/>
              </a:xfrm>
              <a:custGeom>
                <a:avLst/>
                <a:gdLst/>
                <a:ahLst/>
                <a:cxnLst/>
                <a:rect l="l" t="t" r="r" b="b"/>
                <a:pathLst>
                  <a:path w="6355080" h="6355080">
                    <a:moveTo>
                      <a:pt x="3177540" y="6355080"/>
                    </a:moveTo>
                    <a:cubicBezTo>
                      <a:pt x="2329180" y="6355080"/>
                      <a:pt x="1530350" y="6024880"/>
                      <a:pt x="930910" y="5424170"/>
                    </a:cubicBezTo>
                    <a:cubicBezTo>
                      <a:pt x="330200" y="4824730"/>
                      <a:pt x="0" y="4025900"/>
                      <a:pt x="0" y="3177540"/>
                    </a:cubicBezTo>
                    <a:cubicBezTo>
                      <a:pt x="0" y="2329180"/>
                      <a:pt x="330200" y="1530350"/>
                      <a:pt x="930910" y="930910"/>
                    </a:cubicBezTo>
                    <a:cubicBezTo>
                      <a:pt x="1530350" y="330200"/>
                      <a:pt x="2329180" y="0"/>
                      <a:pt x="3177540" y="0"/>
                    </a:cubicBezTo>
                    <a:cubicBezTo>
                      <a:pt x="4025900" y="0"/>
                      <a:pt x="4824730" y="330200"/>
                      <a:pt x="5424170" y="930910"/>
                    </a:cubicBezTo>
                    <a:cubicBezTo>
                      <a:pt x="6024880" y="1531620"/>
                      <a:pt x="6355080" y="2329180"/>
                      <a:pt x="6355080" y="3177540"/>
                    </a:cubicBezTo>
                    <a:cubicBezTo>
                      <a:pt x="6355080" y="4025900"/>
                      <a:pt x="6024880" y="4824730"/>
                      <a:pt x="5424170" y="5424170"/>
                    </a:cubicBezTo>
                    <a:cubicBezTo>
                      <a:pt x="4824730" y="6024880"/>
                      <a:pt x="4025900" y="6355080"/>
                      <a:pt x="3177540" y="6355080"/>
                    </a:cubicBezTo>
                    <a:close/>
                    <a:moveTo>
                      <a:pt x="3177540" y="190500"/>
                    </a:moveTo>
                    <a:cubicBezTo>
                      <a:pt x="2379980" y="190500"/>
                      <a:pt x="1629410" y="501650"/>
                      <a:pt x="1065530" y="1065530"/>
                    </a:cubicBezTo>
                    <a:cubicBezTo>
                      <a:pt x="501650" y="1629410"/>
                      <a:pt x="190500" y="2379980"/>
                      <a:pt x="190500" y="3177540"/>
                    </a:cubicBezTo>
                    <a:cubicBezTo>
                      <a:pt x="190500" y="3975100"/>
                      <a:pt x="501650" y="4725670"/>
                      <a:pt x="1065530" y="5289550"/>
                    </a:cubicBezTo>
                    <a:cubicBezTo>
                      <a:pt x="1629410" y="5853430"/>
                      <a:pt x="2379980" y="6164580"/>
                      <a:pt x="3177540" y="6164580"/>
                    </a:cubicBezTo>
                    <a:cubicBezTo>
                      <a:pt x="3975100" y="6164580"/>
                      <a:pt x="4725670" y="5853430"/>
                      <a:pt x="5289550" y="5289550"/>
                    </a:cubicBezTo>
                    <a:cubicBezTo>
                      <a:pt x="5853430" y="4725670"/>
                      <a:pt x="6164580" y="3975100"/>
                      <a:pt x="6164580" y="3177540"/>
                    </a:cubicBezTo>
                    <a:cubicBezTo>
                      <a:pt x="6164580" y="2379980"/>
                      <a:pt x="5853430" y="1629410"/>
                      <a:pt x="5289550" y="1065530"/>
                    </a:cubicBezTo>
                    <a:cubicBezTo>
                      <a:pt x="4725670" y="501650"/>
                      <a:pt x="3975100" y="190500"/>
                      <a:pt x="3177540" y="190500"/>
                    </a:cubicBezTo>
                    <a:close/>
                  </a:path>
                </a:pathLst>
              </a:custGeom>
              <a:solidFill>
                <a:srgbClr val="33123B"/>
              </a:solidFill>
            </p:spPr>
            <p:txBody>
              <a:bodyPr/>
              <a:lstStyle/>
              <a:p>
                <a:endParaRPr lang="en-IN"/>
              </a:p>
            </p:txBody>
          </p:sp>
        </p:grpSp>
        <p:sp>
          <p:nvSpPr>
            <p:cNvPr id="37" name="TextBox 37"/>
            <p:cNvSpPr txBox="1"/>
            <p:nvPr/>
          </p:nvSpPr>
          <p:spPr>
            <a:xfrm>
              <a:off x="366297" y="335404"/>
              <a:ext cx="442528" cy="456534"/>
            </a:xfrm>
            <a:prstGeom prst="rect">
              <a:avLst/>
            </a:prstGeom>
          </p:spPr>
          <p:txBody>
            <a:bodyPr lIns="0" tIns="0" rIns="0" bIns="0" rtlCol="0" anchor="t">
              <a:spAutoFit/>
            </a:bodyPr>
            <a:lstStyle/>
            <a:p>
              <a:pPr marL="0" lvl="0" indent="0" algn="ctr">
                <a:lnSpc>
                  <a:spcPts val="2612"/>
                </a:lnSpc>
                <a:spcBef>
                  <a:spcPct val="0"/>
                </a:spcBef>
              </a:pPr>
              <a:r>
                <a:rPr lang="en-US" sz="2400" b="1">
                  <a:solidFill>
                    <a:srgbClr val="33123B"/>
                  </a:solidFill>
                  <a:latin typeface="Horizon"/>
                  <a:ea typeface="Horizon"/>
                  <a:cs typeface="Horizon"/>
                  <a:sym typeface="Horizon"/>
                </a:rPr>
                <a:t>4</a:t>
              </a:r>
            </a:p>
          </p:txBody>
        </p:sp>
        <p:sp>
          <p:nvSpPr>
            <p:cNvPr id="38" name="TextBox 38"/>
            <p:cNvSpPr txBox="1"/>
            <p:nvPr/>
          </p:nvSpPr>
          <p:spPr>
            <a:xfrm>
              <a:off x="1810123" y="270697"/>
              <a:ext cx="5587920" cy="485518"/>
            </a:xfrm>
            <a:prstGeom prst="rect">
              <a:avLst/>
            </a:prstGeom>
          </p:spPr>
          <p:txBody>
            <a:bodyPr lIns="0" tIns="0" rIns="0" bIns="0" rtlCol="0" anchor="t">
              <a:spAutoFit/>
            </a:bodyPr>
            <a:lstStyle/>
            <a:p>
              <a:pPr>
                <a:lnSpc>
                  <a:spcPts val="2939"/>
                </a:lnSpc>
                <a:spcBef>
                  <a:spcPct val="0"/>
                </a:spcBef>
              </a:pPr>
              <a:r>
                <a:rPr lang="en-GB" sz="2400" dirty="0">
                  <a:solidFill>
                    <a:srgbClr val="33123B"/>
                  </a:solidFill>
                  <a:latin typeface="Aptos"/>
                </a:rPr>
                <a:t>Queue And Stack</a:t>
              </a:r>
            </a:p>
          </p:txBody>
        </p:sp>
      </p:grpSp>
      <p:grpSp>
        <p:nvGrpSpPr>
          <p:cNvPr id="39" name="Group 39"/>
          <p:cNvGrpSpPr/>
          <p:nvPr/>
        </p:nvGrpSpPr>
        <p:grpSpPr>
          <a:xfrm>
            <a:off x="11017501" y="5656690"/>
            <a:ext cx="5548532" cy="881343"/>
            <a:chOff x="0" y="0"/>
            <a:chExt cx="7398043" cy="1175123"/>
          </a:xfrm>
        </p:grpSpPr>
        <p:grpSp>
          <p:nvGrpSpPr>
            <p:cNvPr id="40" name="Group 40"/>
            <p:cNvGrpSpPr>
              <a:grpSpLocks noChangeAspect="1"/>
            </p:cNvGrpSpPr>
            <p:nvPr/>
          </p:nvGrpSpPr>
          <p:grpSpPr>
            <a:xfrm>
              <a:off x="0" y="0"/>
              <a:ext cx="1175123" cy="1175123"/>
              <a:chOff x="-2540" y="-2540"/>
              <a:chExt cx="6355080" cy="6355080"/>
            </a:xfrm>
          </p:grpSpPr>
          <p:sp>
            <p:nvSpPr>
              <p:cNvPr id="41" name="Freeform 41"/>
              <p:cNvSpPr/>
              <p:nvPr/>
            </p:nvSpPr>
            <p:spPr>
              <a:xfrm>
                <a:off x="-2540" y="-2540"/>
                <a:ext cx="6355080" cy="6355080"/>
              </a:xfrm>
              <a:custGeom>
                <a:avLst/>
                <a:gdLst/>
                <a:ahLst/>
                <a:cxnLst/>
                <a:rect l="l" t="t" r="r" b="b"/>
                <a:pathLst>
                  <a:path w="6355080" h="6355080">
                    <a:moveTo>
                      <a:pt x="3177540" y="6355080"/>
                    </a:moveTo>
                    <a:cubicBezTo>
                      <a:pt x="2329180" y="6355080"/>
                      <a:pt x="1530350" y="6024880"/>
                      <a:pt x="930910" y="5424170"/>
                    </a:cubicBezTo>
                    <a:cubicBezTo>
                      <a:pt x="330200" y="4824730"/>
                      <a:pt x="0" y="4025900"/>
                      <a:pt x="0" y="3177540"/>
                    </a:cubicBezTo>
                    <a:cubicBezTo>
                      <a:pt x="0" y="2329180"/>
                      <a:pt x="330200" y="1530350"/>
                      <a:pt x="930910" y="930910"/>
                    </a:cubicBezTo>
                    <a:cubicBezTo>
                      <a:pt x="1530350" y="330200"/>
                      <a:pt x="2329180" y="0"/>
                      <a:pt x="3177540" y="0"/>
                    </a:cubicBezTo>
                    <a:cubicBezTo>
                      <a:pt x="4025900" y="0"/>
                      <a:pt x="4824730" y="330200"/>
                      <a:pt x="5424170" y="930910"/>
                    </a:cubicBezTo>
                    <a:cubicBezTo>
                      <a:pt x="6024880" y="1531620"/>
                      <a:pt x="6355080" y="2329180"/>
                      <a:pt x="6355080" y="3177540"/>
                    </a:cubicBezTo>
                    <a:cubicBezTo>
                      <a:pt x="6355080" y="4025900"/>
                      <a:pt x="6024880" y="4824730"/>
                      <a:pt x="5424170" y="5424170"/>
                    </a:cubicBezTo>
                    <a:cubicBezTo>
                      <a:pt x="4824730" y="6024880"/>
                      <a:pt x="4025900" y="6355080"/>
                      <a:pt x="3177540" y="6355080"/>
                    </a:cubicBezTo>
                    <a:close/>
                    <a:moveTo>
                      <a:pt x="3177540" y="190500"/>
                    </a:moveTo>
                    <a:cubicBezTo>
                      <a:pt x="2379980" y="190500"/>
                      <a:pt x="1629410" y="501650"/>
                      <a:pt x="1065530" y="1065530"/>
                    </a:cubicBezTo>
                    <a:cubicBezTo>
                      <a:pt x="501650" y="1629410"/>
                      <a:pt x="190500" y="2379980"/>
                      <a:pt x="190500" y="3177540"/>
                    </a:cubicBezTo>
                    <a:cubicBezTo>
                      <a:pt x="190500" y="3975100"/>
                      <a:pt x="501650" y="4725670"/>
                      <a:pt x="1065530" y="5289550"/>
                    </a:cubicBezTo>
                    <a:cubicBezTo>
                      <a:pt x="1629410" y="5853430"/>
                      <a:pt x="2379980" y="6164580"/>
                      <a:pt x="3177540" y="6164580"/>
                    </a:cubicBezTo>
                    <a:cubicBezTo>
                      <a:pt x="3975100" y="6164580"/>
                      <a:pt x="4725670" y="5853430"/>
                      <a:pt x="5289550" y="5289550"/>
                    </a:cubicBezTo>
                    <a:cubicBezTo>
                      <a:pt x="5853430" y="4725670"/>
                      <a:pt x="6164580" y="3975100"/>
                      <a:pt x="6164580" y="3177540"/>
                    </a:cubicBezTo>
                    <a:cubicBezTo>
                      <a:pt x="6164580" y="2379980"/>
                      <a:pt x="5853430" y="1629410"/>
                      <a:pt x="5289550" y="1065530"/>
                    </a:cubicBezTo>
                    <a:cubicBezTo>
                      <a:pt x="4725670" y="501650"/>
                      <a:pt x="3975100" y="190500"/>
                      <a:pt x="3177540" y="190500"/>
                    </a:cubicBezTo>
                    <a:close/>
                  </a:path>
                </a:pathLst>
              </a:custGeom>
              <a:solidFill>
                <a:srgbClr val="33123B"/>
              </a:solidFill>
            </p:spPr>
            <p:txBody>
              <a:bodyPr/>
              <a:lstStyle/>
              <a:p>
                <a:endParaRPr lang="en-IN"/>
              </a:p>
            </p:txBody>
          </p:sp>
        </p:grpSp>
        <p:sp>
          <p:nvSpPr>
            <p:cNvPr id="42" name="TextBox 42"/>
            <p:cNvSpPr txBox="1"/>
            <p:nvPr/>
          </p:nvSpPr>
          <p:spPr>
            <a:xfrm>
              <a:off x="366297" y="335404"/>
              <a:ext cx="442528" cy="456534"/>
            </a:xfrm>
            <a:prstGeom prst="rect">
              <a:avLst/>
            </a:prstGeom>
          </p:spPr>
          <p:txBody>
            <a:bodyPr lIns="0" tIns="0" rIns="0" bIns="0" rtlCol="0" anchor="t">
              <a:spAutoFit/>
            </a:bodyPr>
            <a:lstStyle/>
            <a:p>
              <a:pPr marL="0" lvl="0" indent="0" algn="ctr">
                <a:lnSpc>
                  <a:spcPts val="2612"/>
                </a:lnSpc>
                <a:spcBef>
                  <a:spcPct val="0"/>
                </a:spcBef>
              </a:pPr>
              <a:r>
                <a:rPr lang="en-US" sz="2400" b="1">
                  <a:solidFill>
                    <a:srgbClr val="33123B"/>
                  </a:solidFill>
                  <a:latin typeface="Horizon"/>
                  <a:ea typeface="Horizon"/>
                  <a:cs typeface="Horizon"/>
                  <a:sym typeface="Horizon"/>
                </a:rPr>
                <a:t>6</a:t>
              </a:r>
            </a:p>
          </p:txBody>
        </p:sp>
        <p:sp>
          <p:nvSpPr>
            <p:cNvPr id="43" name="TextBox 43"/>
            <p:cNvSpPr txBox="1"/>
            <p:nvPr/>
          </p:nvSpPr>
          <p:spPr>
            <a:xfrm>
              <a:off x="1810123" y="270697"/>
              <a:ext cx="5587920" cy="480217"/>
            </a:xfrm>
            <a:prstGeom prst="rect">
              <a:avLst/>
            </a:prstGeom>
          </p:spPr>
          <p:txBody>
            <a:bodyPr lIns="0" tIns="0" rIns="0" bIns="0" rtlCol="0" anchor="t">
              <a:spAutoFit/>
            </a:bodyPr>
            <a:lstStyle/>
            <a:p>
              <a:pPr>
                <a:lnSpc>
                  <a:spcPts val="2939"/>
                </a:lnSpc>
                <a:spcBef>
                  <a:spcPct val="0"/>
                </a:spcBef>
              </a:pPr>
              <a:r>
                <a:rPr lang="en-US" sz="2400" dirty="0">
                  <a:solidFill>
                    <a:srgbClr val="33123B"/>
                  </a:solidFill>
                  <a:ea typeface="Calibri"/>
                  <a:cs typeface="Calibri"/>
                  <a:sym typeface="Agrandir"/>
                </a:rPr>
                <a:t>LINQ</a:t>
              </a:r>
            </a:p>
          </p:txBody>
        </p:sp>
      </p:grpSp>
      <p:sp>
        <p:nvSpPr>
          <p:cNvPr id="52" name="Slide Number Placeholder 51">
            <a:extLst>
              <a:ext uri="{FF2B5EF4-FFF2-40B4-BE49-F238E27FC236}">
                <a16:creationId xmlns:a16="http://schemas.microsoft.com/office/drawing/2014/main" id="{F014F566-679C-7B70-6B31-31DC6A6FB9B1}"/>
              </a:ext>
            </a:extLst>
          </p:cNvPr>
          <p:cNvSpPr>
            <a:spLocks noGrp="1"/>
          </p:cNvSpPr>
          <p:nvPr>
            <p:ph type="sldNum" sz="quarter" idx="12"/>
          </p:nvPr>
        </p:nvSpPr>
        <p:spPr/>
        <p:txBody>
          <a:bodyPr/>
          <a:lstStyle/>
          <a:p>
            <a:fld id="{B6F15528-21DE-4FAA-801E-634DDDAF4B2B}" type="slidenum">
              <a:rPr lang="en-US" smtClean="0"/>
              <a:pPr/>
              <a:t>3</a:t>
            </a:fld>
            <a:endParaRPr lang="en-GB" dirty="0"/>
          </a:p>
        </p:txBody>
      </p:sp>
      <p:grpSp>
        <p:nvGrpSpPr>
          <p:cNvPr id="2" name="Group 39">
            <a:extLst>
              <a:ext uri="{FF2B5EF4-FFF2-40B4-BE49-F238E27FC236}">
                <a16:creationId xmlns:a16="http://schemas.microsoft.com/office/drawing/2014/main" id="{FCB2E5E8-8208-FD82-9E1E-B3667F8110F5}"/>
              </a:ext>
            </a:extLst>
          </p:cNvPr>
          <p:cNvGrpSpPr/>
          <p:nvPr/>
        </p:nvGrpSpPr>
        <p:grpSpPr>
          <a:xfrm>
            <a:off x="4775097" y="7239684"/>
            <a:ext cx="5548532" cy="881343"/>
            <a:chOff x="0" y="0"/>
            <a:chExt cx="7398043" cy="1175123"/>
          </a:xfrm>
        </p:grpSpPr>
        <p:grpSp>
          <p:nvGrpSpPr>
            <p:cNvPr id="3" name="Group 40">
              <a:extLst>
                <a:ext uri="{FF2B5EF4-FFF2-40B4-BE49-F238E27FC236}">
                  <a16:creationId xmlns:a16="http://schemas.microsoft.com/office/drawing/2014/main" id="{BBFA0DB1-5CBB-1923-F362-D4B3F9EB94E2}"/>
                </a:ext>
              </a:extLst>
            </p:cNvPr>
            <p:cNvGrpSpPr>
              <a:grpSpLocks noChangeAspect="1"/>
            </p:cNvGrpSpPr>
            <p:nvPr/>
          </p:nvGrpSpPr>
          <p:grpSpPr>
            <a:xfrm>
              <a:off x="0" y="0"/>
              <a:ext cx="1175123" cy="1175123"/>
              <a:chOff x="-2540" y="-2540"/>
              <a:chExt cx="6355080" cy="6355080"/>
            </a:xfrm>
          </p:grpSpPr>
          <p:sp>
            <p:nvSpPr>
              <p:cNvPr id="30" name="Freeform 41">
                <a:extLst>
                  <a:ext uri="{FF2B5EF4-FFF2-40B4-BE49-F238E27FC236}">
                    <a16:creationId xmlns:a16="http://schemas.microsoft.com/office/drawing/2014/main" id="{6F76999D-4B8B-33D9-FA4B-36E5851FB00C}"/>
                  </a:ext>
                </a:extLst>
              </p:cNvPr>
              <p:cNvSpPr/>
              <p:nvPr/>
            </p:nvSpPr>
            <p:spPr>
              <a:xfrm>
                <a:off x="-2540" y="-2540"/>
                <a:ext cx="6355080" cy="6355080"/>
              </a:xfrm>
              <a:custGeom>
                <a:avLst/>
                <a:gdLst/>
                <a:ahLst/>
                <a:cxnLst/>
                <a:rect l="l" t="t" r="r" b="b"/>
                <a:pathLst>
                  <a:path w="6355080" h="6355080">
                    <a:moveTo>
                      <a:pt x="3177540" y="6355080"/>
                    </a:moveTo>
                    <a:cubicBezTo>
                      <a:pt x="2329180" y="6355080"/>
                      <a:pt x="1530350" y="6024880"/>
                      <a:pt x="930910" y="5424170"/>
                    </a:cubicBezTo>
                    <a:cubicBezTo>
                      <a:pt x="330200" y="4824730"/>
                      <a:pt x="0" y="4025900"/>
                      <a:pt x="0" y="3177540"/>
                    </a:cubicBezTo>
                    <a:cubicBezTo>
                      <a:pt x="0" y="2329180"/>
                      <a:pt x="330200" y="1530350"/>
                      <a:pt x="930910" y="930910"/>
                    </a:cubicBezTo>
                    <a:cubicBezTo>
                      <a:pt x="1530350" y="330200"/>
                      <a:pt x="2329180" y="0"/>
                      <a:pt x="3177540" y="0"/>
                    </a:cubicBezTo>
                    <a:cubicBezTo>
                      <a:pt x="4025900" y="0"/>
                      <a:pt x="4824730" y="330200"/>
                      <a:pt x="5424170" y="930910"/>
                    </a:cubicBezTo>
                    <a:cubicBezTo>
                      <a:pt x="6024880" y="1531620"/>
                      <a:pt x="6355080" y="2329180"/>
                      <a:pt x="6355080" y="3177540"/>
                    </a:cubicBezTo>
                    <a:cubicBezTo>
                      <a:pt x="6355080" y="4025900"/>
                      <a:pt x="6024880" y="4824730"/>
                      <a:pt x="5424170" y="5424170"/>
                    </a:cubicBezTo>
                    <a:cubicBezTo>
                      <a:pt x="4824730" y="6024880"/>
                      <a:pt x="4025900" y="6355080"/>
                      <a:pt x="3177540" y="6355080"/>
                    </a:cubicBezTo>
                    <a:close/>
                    <a:moveTo>
                      <a:pt x="3177540" y="190500"/>
                    </a:moveTo>
                    <a:cubicBezTo>
                      <a:pt x="2379980" y="190500"/>
                      <a:pt x="1629410" y="501650"/>
                      <a:pt x="1065530" y="1065530"/>
                    </a:cubicBezTo>
                    <a:cubicBezTo>
                      <a:pt x="501650" y="1629410"/>
                      <a:pt x="190500" y="2379980"/>
                      <a:pt x="190500" y="3177540"/>
                    </a:cubicBezTo>
                    <a:cubicBezTo>
                      <a:pt x="190500" y="3975100"/>
                      <a:pt x="501650" y="4725670"/>
                      <a:pt x="1065530" y="5289550"/>
                    </a:cubicBezTo>
                    <a:cubicBezTo>
                      <a:pt x="1629410" y="5853430"/>
                      <a:pt x="2379980" y="6164580"/>
                      <a:pt x="3177540" y="6164580"/>
                    </a:cubicBezTo>
                    <a:cubicBezTo>
                      <a:pt x="3975100" y="6164580"/>
                      <a:pt x="4725670" y="5853430"/>
                      <a:pt x="5289550" y="5289550"/>
                    </a:cubicBezTo>
                    <a:cubicBezTo>
                      <a:pt x="5853430" y="4725670"/>
                      <a:pt x="6164580" y="3975100"/>
                      <a:pt x="6164580" y="3177540"/>
                    </a:cubicBezTo>
                    <a:cubicBezTo>
                      <a:pt x="6164580" y="2379980"/>
                      <a:pt x="5853430" y="1629410"/>
                      <a:pt x="5289550" y="1065530"/>
                    </a:cubicBezTo>
                    <a:cubicBezTo>
                      <a:pt x="4725670" y="501650"/>
                      <a:pt x="3975100" y="190500"/>
                      <a:pt x="3177540" y="190500"/>
                    </a:cubicBezTo>
                    <a:close/>
                  </a:path>
                </a:pathLst>
              </a:custGeom>
              <a:solidFill>
                <a:srgbClr val="33123B"/>
              </a:solidFill>
            </p:spPr>
            <p:txBody>
              <a:bodyPr/>
              <a:lstStyle/>
              <a:p>
                <a:endParaRPr lang="en-IN"/>
              </a:p>
            </p:txBody>
          </p:sp>
        </p:grpSp>
        <p:sp>
          <p:nvSpPr>
            <p:cNvPr id="6" name="TextBox 42">
              <a:extLst>
                <a:ext uri="{FF2B5EF4-FFF2-40B4-BE49-F238E27FC236}">
                  <a16:creationId xmlns:a16="http://schemas.microsoft.com/office/drawing/2014/main" id="{DF988E98-6CC1-52A0-D4C0-ED5B8C92FC86}"/>
                </a:ext>
              </a:extLst>
            </p:cNvPr>
            <p:cNvSpPr txBox="1"/>
            <p:nvPr/>
          </p:nvSpPr>
          <p:spPr>
            <a:xfrm>
              <a:off x="366297" y="335404"/>
              <a:ext cx="442528" cy="456534"/>
            </a:xfrm>
            <a:prstGeom prst="rect">
              <a:avLst/>
            </a:prstGeom>
          </p:spPr>
          <p:txBody>
            <a:bodyPr lIns="0" tIns="0" rIns="0" bIns="0" rtlCol="0" anchor="t">
              <a:spAutoFit/>
            </a:bodyPr>
            <a:lstStyle/>
            <a:p>
              <a:pPr marL="0" lvl="0" indent="0" algn="ctr">
                <a:lnSpc>
                  <a:spcPts val="2612"/>
                </a:lnSpc>
                <a:spcBef>
                  <a:spcPct val="0"/>
                </a:spcBef>
              </a:pPr>
              <a:r>
                <a:rPr lang="en-US" sz="2400" b="1">
                  <a:solidFill>
                    <a:srgbClr val="33123B"/>
                  </a:solidFill>
                  <a:latin typeface="Horizon"/>
                  <a:ea typeface="Horizon"/>
                  <a:cs typeface="Horizon"/>
                  <a:sym typeface="Horizon"/>
                </a:rPr>
                <a:t>7</a:t>
              </a:r>
              <a:endParaRPr lang="en-US" sz="2400" b="1" dirty="0">
                <a:solidFill>
                  <a:srgbClr val="33123B"/>
                </a:solidFill>
                <a:latin typeface="Horizon"/>
                <a:ea typeface="Horizon"/>
                <a:cs typeface="Horizon"/>
                <a:sym typeface="Horizon"/>
              </a:endParaRPr>
            </a:p>
          </p:txBody>
        </p:sp>
        <p:sp>
          <p:nvSpPr>
            <p:cNvPr id="29" name="TextBox 43">
              <a:extLst>
                <a:ext uri="{FF2B5EF4-FFF2-40B4-BE49-F238E27FC236}">
                  <a16:creationId xmlns:a16="http://schemas.microsoft.com/office/drawing/2014/main" id="{7F2F1FBC-68EE-4D9F-FB9C-188C3499FACE}"/>
                </a:ext>
              </a:extLst>
            </p:cNvPr>
            <p:cNvSpPr txBox="1"/>
            <p:nvPr/>
          </p:nvSpPr>
          <p:spPr>
            <a:xfrm>
              <a:off x="1810123" y="270697"/>
              <a:ext cx="5587920" cy="480217"/>
            </a:xfrm>
            <a:prstGeom prst="rect">
              <a:avLst/>
            </a:prstGeom>
          </p:spPr>
          <p:txBody>
            <a:bodyPr lIns="0" tIns="0" rIns="0" bIns="0" rtlCol="0" anchor="t">
              <a:spAutoFit/>
            </a:bodyPr>
            <a:lstStyle/>
            <a:p>
              <a:pPr>
                <a:lnSpc>
                  <a:spcPts val="2939"/>
                </a:lnSpc>
                <a:spcBef>
                  <a:spcPct val="0"/>
                </a:spcBef>
              </a:pPr>
              <a:r>
                <a:rPr lang="en-US" sz="2400" dirty="0">
                  <a:solidFill>
                    <a:srgbClr val="33123B"/>
                  </a:solidFill>
                  <a:ea typeface="Calibri"/>
                  <a:cs typeface="Calibri"/>
                  <a:sym typeface="Agrandir"/>
                </a:rPr>
                <a:t>Use Cases</a:t>
              </a:r>
            </a:p>
          </p:txBody>
        </p:sp>
      </p:grpSp>
      <p:grpSp>
        <p:nvGrpSpPr>
          <p:cNvPr id="31" name="Group 9">
            <a:extLst>
              <a:ext uri="{FF2B5EF4-FFF2-40B4-BE49-F238E27FC236}">
                <a16:creationId xmlns:a16="http://schemas.microsoft.com/office/drawing/2014/main" id="{49E9846F-B080-AEAC-628B-673EDCBA68E2}"/>
              </a:ext>
            </a:extLst>
          </p:cNvPr>
          <p:cNvGrpSpPr/>
          <p:nvPr/>
        </p:nvGrpSpPr>
        <p:grpSpPr>
          <a:xfrm>
            <a:off x="11017501" y="7113829"/>
            <a:ext cx="5548532" cy="881343"/>
            <a:chOff x="0" y="0"/>
            <a:chExt cx="7398043" cy="1175123"/>
          </a:xfrm>
        </p:grpSpPr>
        <p:grpSp>
          <p:nvGrpSpPr>
            <p:cNvPr id="32" name="Group 10">
              <a:extLst>
                <a:ext uri="{FF2B5EF4-FFF2-40B4-BE49-F238E27FC236}">
                  <a16:creationId xmlns:a16="http://schemas.microsoft.com/office/drawing/2014/main" id="{3CFC9A25-F66F-309F-7423-24A3939AE3C3}"/>
                </a:ext>
              </a:extLst>
            </p:cNvPr>
            <p:cNvGrpSpPr>
              <a:grpSpLocks noChangeAspect="1"/>
            </p:cNvGrpSpPr>
            <p:nvPr/>
          </p:nvGrpSpPr>
          <p:grpSpPr>
            <a:xfrm>
              <a:off x="0" y="0"/>
              <a:ext cx="1175123" cy="1175123"/>
              <a:chOff x="-2540" y="-2540"/>
              <a:chExt cx="6355080" cy="6355080"/>
            </a:xfrm>
          </p:grpSpPr>
          <p:sp>
            <p:nvSpPr>
              <p:cNvPr id="45" name="Freeform 11">
                <a:extLst>
                  <a:ext uri="{FF2B5EF4-FFF2-40B4-BE49-F238E27FC236}">
                    <a16:creationId xmlns:a16="http://schemas.microsoft.com/office/drawing/2014/main" id="{4A05880C-C13D-A9B2-B578-535E3C4E1BF7}"/>
                  </a:ext>
                </a:extLst>
              </p:cNvPr>
              <p:cNvSpPr/>
              <p:nvPr/>
            </p:nvSpPr>
            <p:spPr>
              <a:xfrm>
                <a:off x="-2540" y="-2540"/>
                <a:ext cx="6355080" cy="6355080"/>
              </a:xfrm>
              <a:custGeom>
                <a:avLst/>
                <a:gdLst/>
                <a:ahLst/>
                <a:cxnLst/>
                <a:rect l="l" t="t" r="r" b="b"/>
                <a:pathLst>
                  <a:path w="6355080" h="6355080">
                    <a:moveTo>
                      <a:pt x="3177540" y="6355080"/>
                    </a:moveTo>
                    <a:cubicBezTo>
                      <a:pt x="2329180" y="6355080"/>
                      <a:pt x="1530350" y="6024880"/>
                      <a:pt x="930910" y="5424170"/>
                    </a:cubicBezTo>
                    <a:cubicBezTo>
                      <a:pt x="330200" y="4824730"/>
                      <a:pt x="0" y="4025900"/>
                      <a:pt x="0" y="3177540"/>
                    </a:cubicBezTo>
                    <a:cubicBezTo>
                      <a:pt x="0" y="2329180"/>
                      <a:pt x="330200" y="1530350"/>
                      <a:pt x="930910" y="930910"/>
                    </a:cubicBezTo>
                    <a:cubicBezTo>
                      <a:pt x="1530350" y="330200"/>
                      <a:pt x="2329180" y="0"/>
                      <a:pt x="3177540" y="0"/>
                    </a:cubicBezTo>
                    <a:cubicBezTo>
                      <a:pt x="4025900" y="0"/>
                      <a:pt x="4824730" y="330200"/>
                      <a:pt x="5424170" y="930910"/>
                    </a:cubicBezTo>
                    <a:cubicBezTo>
                      <a:pt x="6024880" y="1531620"/>
                      <a:pt x="6355080" y="2329180"/>
                      <a:pt x="6355080" y="3177540"/>
                    </a:cubicBezTo>
                    <a:cubicBezTo>
                      <a:pt x="6355080" y="4025900"/>
                      <a:pt x="6024880" y="4824730"/>
                      <a:pt x="5424170" y="5424170"/>
                    </a:cubicBezTo>
                    <a:cubicBezTo>
                      <a:pt x="4824730" y="6024880"/>
                      <a:pt x="4025900" y="6355080"/>
                      <a:pt x="3177540" y="6355080"/>
                    </a:cubicBezTo>
                    <a:close/>
                    <a:moveTo>
                      <a:pt x="3177540" y="190500"/>
                    </a:moveTo>
                    <a:cubicBezTo>
                      <a:pt x="2379980" y="190500"/>
                      <a:pt x="1629410" y="501650"/>
                      <a:pt x="1065530" y="1065530"/>
                    </a:cubicBezTo>
                    <a:cubicBezTo>
                      <a:pt x="501650" y="1629410"/>
                      <a:pt x="190500" y="2379980"/>
                      <a:pt x="190500" y="3177540"/>
                    </a:cubicBezTo>
                    <a:cubicBezTo>
                      <a:pt x="190500" y="3975100"/>
                      <a:pt x="501650" y="4725670"/>
                      <a:pt x="1065530" y="5289550"/>
                    </a:cubicBezTo>
                    <a:cubicBezTo>
                      <a:pt x="1629410" y="5853430"/>
                      <a:pt x="2379980" y="6164580"/>
                      <a:pt x="3177540" y="6164580"/>
                    </a:cubicBezTo>
                    <a:cubicBezTo>
                      <a:pt x="3975100" y="6164580"/>
                      <a:pt x="4725670" y="5853430"/>
                      <a:pt x="5289550" y="5289550"/>
                    </a:cubicBezTo>
                    <a:cubicBezTo>
                      <a:pt x="5853430" y="4725670"/>
                      <a:pt x="6164580" y="3975100"/>
                      <a:pt x="6164580" y="3177540"/>
                    </a:cubicBezTo>
                    <a:cubicBezTo>
                      <a:pt x="6164580" y="2379980"/>
                      <a:pt x="5853430" y="1629410"/>
                      <a:pt x="5289550" y="1065530"/>
                    </a:cubicBezTo>
                    <a:cubicBezTo>
                      <a:pt x="4725670" y="501650"/>
                      <a:pt x="3975100" y="190500"/>
                      <a:pt x="3177540" y="190500"/>
                    </a:cubicBezTo>
                    <a:close/>
                  </a:path>
                </a:pathLst>
              </a:custGeom>
              <a:solidFill>
                <a:srgbClr val="33123B"/>
              </a:solidFill>
            </p:spPr>
            <p:txBody>
              <a:bodyPr/>
              <a:lstStyle/>
              <a:p>
                <a:endParaRPr lang="en-IN"/>
              </a:p>
            </p:txBody>
          </p:sp>
        </p:grpSp>
        <p:sp>
          <p:nvSpPr>
            <p:cNvPr id="33" name="TextBox 12">
              <a:extLst>
                <a:ext uri="{FF2B5EF4-FFF2-40B4-BE49-F238E27FC236}">
                  <a16:creationId xmlns:a16="http://schemas.microsoft.com/office/drawing/2014/main" id="{2827C385-C3CC-1B39-4A8C-45E1FEB51378}"/>
                </a:ext>
              </a:extLst>
            </p:cNvPr>
            <p:cNvSpPr txBox="1"/>
            <p:nvPr/>
          </p:nvSpPr>
          <p:spPr>
            <a:xfrm>
              <a:off x="366297" y="335404"/>
              <a:ext cx="442528" cy="472949"/>
            </a:xfrm>
            <a:prstGeom prst="rect">
              <a:avLst/>
            </a:prstGeom>
          </p:spPr>
          <p:txBody>
            <a:bodyPr lIns="0" tIns="0" rIns="0" bIns="0" rtlCol="0" anchor="t">
              <a:spAutoFit/>
            </a:bodyPr>
            <a:lstStyle/>
            <a:p>
              <a:pPr marL="0" lvl="0" indent="0" algn="ctr">
                <a:lnSpc>
                  <a:spcPts val="2612"/>
                </a:lnSpc>
                <a:spcBef>
                  <a:spcPct val="0"/>
                </a:spcBef>
              </a:pPr>
              <a:r>
                <a:rPr lang="en-US" sz="2721" b="1" dirty="0">
                  <a:solidFill>
                    <a:srgbClr val="33123B"/>
                  </a:solidFill>
                  <a:latin typeface="Horizon"/>
                  <a:ea typeface="Horizon"/>
                  <a:cs typeface="Horizon"/>
                  <a:sym typeface="Horizon"/>
                </a:rPr>
                <a:t>8</a:t>
              </a:r>
              <a:endParaRPr lang="en-US" sz="2721" b="1" u="none" dirty="0">
                <a:solidFill>
                  <a:srgbClr val="33123B"/>
                </a:solidFill>
                <a:latin typeface="Horizon"/>
                <a:ea typeface="Horizon"/>
                <a:cs typeface="Horizon"/>
                <a:sym typeface="Horizon"/>
              </a:endParaRPr>
            </a:p>
          </p:txBody>
        </p:sp>
        <p:sp>
          <p:nvSpPr>
            <p:cNvPr id="44" name="TextBox 13">
              <a:extLst>
                <a:ext uri="{FF2B5EF4-FFF2-40B4-BE49-F238E27FC236}">
                  <a16:creationId xmlns:a16="http://schemas.microsoft.com/office/drawing/2014/main" id="{11D12FC2-FD6E-58F9-857D-8BB97C30535C}"/>
                </a:ext>
              </a:extLst>
            </p:cNvPr>
            <p:cNvSpPr txBox="1"/>
            <p:nvPr/>
          </p:nvSpPr>
          <p:spPr>
            <a:xfrm>
              <a:off x="1810123" y="270697"/>
              <a:ext cx="5587920" cy="480217"/>
            </a:xfrm>
            <a:prstGeom prst="rect">
              <a:avLst/>
            </a:prstGeom>
          </p:spPr>
          <p:txBody>
            <a:bodyPr lIns="0" tIns="0" rIns="0" bIns="0" rtlCol="0" anchor="t">
              <a:spAutoFit/>
            </a:bodyPr>
            <a:lstStyle/>
            <a:p>
              <a:pPr>
                <a:lnSpc>
                  <a:spcPts val="2939"/>
                </a:lnSpc>
                <a:spcBef>
                  <a:spcPct val="0"/>
                </a:spcBef>
              </a:pPr>
              <a:r>
                <a:rPr lang="en-US" sz="2400" dirty="0">
                  <a:solidFill>
                    <a:srgbClr val="33123B"/>
                  </a:solidFill>
                  <a:ea typeface="Calibri"/>
                  <a:cs typeface="Calibri"/>
                  <a:sym typeface="Agrandir"/>
                </a:rPr>
                <a:t>Assignment </a:t>
              </a:r>
            </a:p>
          </p:txBody>
        </p:sp>
      </p:grpSp>
      <p:grpSp>
        <p:nvGrpSpPr>
          <p:cNvPr id="46" name="Group 39">
            <a:extLst>
              <a:ext uri="{FF2B5EF4-FFF2-40B4-BE49-F238E27FC236}">
                <a16:creationId xmlns:a16="http://schemas.microsoft.com/office/drawing/2014/main" id="{FB8321E0-6F0A-83EA-4EF6-4E11D012EA7D}"/>
              </a:ext>
            </a:extLst>
          </p:cNvPr>
          <p:cNvGrpSpPr/>
          <p:nvPr/>
        </p:nvGrpSpPr>
        <p:grpSpPr>
          <a:xfrm>
            <a:off x="4775097" y="8636402"/>
            <a:ext cx="5548532" cy="881343"/>
            <a:chOff x="0" y="0"/>
            <a:chExt cx="7398043" cy="1175123"/>
          </a:xfrm>
        </p:grpSpPr>
        <p:grpSp>
          <p:nvGrpSpPr>
            <p:cNvPr id="47" name="Group 40">
              <a:extLst>
                <a:ext uri="{FF2B5EF4-FFF2-40B4-BE49-F238E27FC236}">
                  <a16:creationId xmlns:a16="http://schemas.microsoft.com/office/drawing/2014/main" id="{41B6FEFF-973B-A4B5-F7E5-B98267BC5F67}"/>
                </a:ext>
              </a:extLst>
            </p:cNvPr>
            <p:cNvGrpSpPr>
              <a:grpSpLocks noChangeAspect="1"/>
            </p:cNvGrpSpPr>
            <p:nvPr/>
          </p:nvGrpSpPr>
          <p:grpSpPr>
            <a:xfrm>
              <a:off x="0" y="0"/>
              <a:ext cx="1175123" cy="1175123"/>
              <a:chOff x="-2540" y="-2540"/>
              <a:chExt cx="6355080" cy="6355080"/>
            </a:xfrm>
          </p:grpSpPr>
          <p:sp>
            <p:nvSpPr>
              <p:cNvPr id="50" name="Freeform 41">
                <a:extLst>
                  <a:ext uri="{FF2B5EF4-FFF2-40B4-BE49-F238E27FC236}">
                    <a16:creationId xmlns:a16="http://schemas.microsoft.com/office/drawing/2014/main" id="{A08CFC17-8C81-BEB6-7B26-2350C244B240}"/>
                  </a:ext>
                </a:extLst>
              </p:cNvPr>
              <p:cNvSpPr/>
              <p:nvPr/>
            </p:nvSpPr>
            <p:spPr>
              <a:xfrm>
                <a:off x="-2540" y="-2540"/>
                <a:ext cx="6355080" cy="6355080"/>
              </a:xfrm>
              <a:custGeom>
                <a:avLst/>
                <a:gdLst/>
                <a:ahLst/>
                <a:cxnLst/>
                <a:rect l="l" t="t" r="r" b="b"/>
                <a:pathLst>
                  <a:path w="6355080" h="6355080">
                    <a:moveTo>
                      <a:pt x="3177540" y="6355080"/>
                    </a:moveTo>
                    <a:cubicBezTo>
                      <a:pt x="2329180" y="6355080"/>
                      <a:pt x="1530350" y="6024880"/>
                      <a:pt x="930910" y="5424170"/>
                    </a:cubicBezTo>
                    <a:cubicBezTo>
                      <a:pt x="330200" y="4824730"/>
                      <a:pt x="0" y="4025900"/>
                      <a:pt x="0" y="3177540"/>
                    </a:cubicBezTo>
                    <a:cubicBezTo>
                      <a:pt x="0" y="2329180"/>
                      <a:pt x="330200" y="1530350"/>
                      <a:pt x="930910" y="930910"/>
                    </a:cubicBezTo>
                    <a:cubicBezTo>
                      <a:pt x="1530350" y="330200"/>
                      <a:pt x="2329180" y="0"/>
                      <a:pt x="3177540" y="0"/>
                    </a:cubicBezTo>
                    <a:cubicBezTo>
                      <a:pt x="4025900" y="0"/>
                      <a:pt x="4824730" y="330200"/>
                      <a:pt x="5424170" y="930910"/>
                    </a:cubicBezTo>
                    <a:cubicBezTo>
                      <a:pt x="6024880" y="1531620"/>
                      <a:pt x="6355080" y="2329180"/>
                      <a:pt x="6355080" y="3177540"/>
                    </a:cubicBezTo>
                    <a:cubicBezTo>
                      <a:pt x="6355080" y="4025900"/>
                      <a:pt x="6024880" y="4824730"/>
                      <a:pt x="5424170" y="5424170"/>
                    </a:cubicBezTo>
                    <a:cubicBezTo>
                      <a:pt x="4824730" y="6024880"/>
                      <a:pt x="4025900" y="6355080"/>
                      <a:pt x="3177540" y="6355080"/>
                    </a:cubicBezTo>
                    <a:close/>
                    <a:moveTo>
                      <a:pt x="3177540" y="190500"/>
                    </a:moveTo>
                    <a:cubicBezTo>
                      <a:pt x="2379980" y="190500"/>
                      <a:pt x="1629410" y="501650"/>
                      <a:pt x="1065530" y="1065530"/>
                    </a:cubicBezTo>
                    <a:cubicBezTo>
                      <a:pt x="501650" y="1629410"/>
                      <a:pt x="190500" y="2379980"/>
                      <a:pt x="190500" y="3177540"/>
                    </a:cubicBezTo>
                    <a:cubicBezTo>
                      <a:pt x="190500" y="3975100"/>
                      <a:pt x="501650" y="4725670"/>
                      <a:pt x="1065530" y="5289550"/>
                    </a:cubicBezTo>
                    <a:cubicBezTo>
                      <a:pt x="1629410" y="5853430"/>
                      <a:pt x="2379980" y="6164580"/>
                      <a:pt x="3177540" y="6164580"/>
                    </a:cubicBezTo>
                    <a:cubicBezTo>
                      <a:pt x="3975100" y="6164580"/>
                      <a:pt x="4725670" y="5853430"/>
                      <a:pt x="5289550" y="5289550"/>
                    </a:cubicBezTo>
                    <a:cubicBezTo>
                      <a:pt x="5853430" y="4725670"/>
                      <a:pt x="6164580" y="3975100"/>
                      <a:pt x="6164580" y="3177540"/>
                    </a:cubicBezTo>
                    <a:cubicBezTo>
                      <a:pt x="6164580" y="2379980"/>
                      <a:pt x="5853430" y="1629410"/>
                      <a:pt x="5289550" y="1065530"/>
                    </a:cubicBezTo>
                    <a:cubicBezTo>
                      <a:pt x="4725670" y="501650"/>
                      <a:pt x="3975100" y="190500"/>
                      <a:pt x="3177540" y="190500"/>
                    </a:cubicBezTo>
                    <a:close/>
                  </a:path>
                </a:pathLst>
              </a:custGeom>
              <a:solidFill>
                <a:srgbClr val="33123B"/>
              </a:solidFill>
            </p:spPr>
            <p:txBody>
              <a:bodyPr/>
              <a:lstStyle/>
              <a:p>
                <a:endParaRPr lang="en-IN"/>
              </a:p>
            </p:txBody>
          </p:sp>
        </p:grpSp>
        <p:sp>
          <p:nvSpPr>
            <p:cNvPr id="48" name="TextBox 42">
              <a:extLst>
                <a:ext uri="{FF2B5EF4-FFF2-40B4-BE49-F238E27FC236}">
                  <a16:creationId xmlns:a16="http://schemas.microsoft.com/office/drawing/2014/main" id="{B21A5377-4965-4BBA-91F4-CDCCED70320F}"/>
                </a:ext>
              </a:extLst>
            </p:cNvPr>
            <p:cNvSpPr txBox="1"/>
            <p:nvPr/>
          </p:nvSpPr>
          <p:spPr>
            <a:xfrm>
              <a:off x="366297" y="335404"/>
              <a:ext cx="442528" cy="456534"/>
            </a:xfrm>
            <a:prstGeom prst="rect">
              <a:avLst/>
            </a:prstGeom>
          </p:spPr>
          <p:txBody>
            <a:bodyPr lIns="0" tIns="0" rIns="0" bIns="0" rtlCol="0" anchor="t">
              <a:spAutoFit/>
            </a:bodyPr>
            <a:lstStyle/>
            <a:p>
              <a:pPr marL="0" lvl="0" indent="0" algn="ctr">
                <a:lnSpc>
                  <a:spcPts val="2612"/>
                </a:lnSpc>
                <a:spcBef>
                  <a:spcPct val="0"/>
                </a:spcBef>
              </a:pPr>
              <a:r>
                <a:rPr lang="en-US" sz="2400" b="1" dirty="0">
                  <a:solidFill>
                    <a:srgbClr val="33123B"/>
                  </a:solidFill>
                  <a:latin typeface="Horizon"/>
                  <a:ea typeface="Horizon"/>
                  <a:cs typeface="Horizon"/>
                  <a:sym typeface="Horizon"/>
                </a:rPr>
                <a:t>9</a:t>
              </a:r>
            </a:p>
          </p:txBody>
        </p:sp>
        <p:sp>
          <p:nvSpPr>
            <p:cNvPr id="49" name="TextBox 43">
              <a:extLst>
                <a:ext uri="{FF2B5EF4-FFF2-40B4-BE49-F238E27FC236}">
                  <a16:creationId xmlns:a16="http://schemas.microsoft.com/office/drawing/2014/main" id="{FC9C4FD7-E19F-2D96-8B56-63FB3539B910}"/>
                </a:ext>
              </a:extLst>
            </p:cNvPr>
            <p:cNvSpPr txBox="1"/>
            <p:nvPr/>
          </p:nvSpPr>
          <p:spPr>
            <a:xfrm>
              <a:off x="1810123" y="270697"/>
              <a:ext cx="5587920" cy="480217"/>
            </a:xfrm>
            <a:prstGeom prst="rect">
              <a:avLst/>
            </a:prstGeom>
          </p:spPr>
          <p:txBody>
            <a:bodyPr lIns="0" tIns="0" rIns="0" bIns="0" rtlCol="0" anchor="t">
              <a:spAutoFit/>
            </a:bodyPr>
            <a:lstStyle/>
            <a:p>
              <a:pPr>
                <a:lnSpc>
                  <a:spcPts val="2939"/>
                </a:lnSpc>
                <a:spcBef>
                  <a:spcPct val="0"/>
                </a:spcBef>
              </a:pPr>
              <a:r>
                <a:rPr lang="en-US" sz="2400" dirty="0">
                  <a:solidFill>
                    <a:srgbClr val="33123B"/>
                  </a:solidFill>
                  <a:ea typeface="Calibri"/>
                  <a:cs typeface="Calibri"/>
                  <a:sym typeface="Agrandir"/>
                </a:rPr>
                <a:t>Debrief</a:t>
              </a:r>
              <a:endParaRPr lang="en-US" sz="2400" dirty="0">
                <a:solidFill>
                  <a:srgbClr val="33123B"/>
                </a:solidFill>
                <a:ea typeface="Agrandir"/>
                <a:cs typeface="Agrandi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1AD6BE-F179-A13A-C05D-6AC510D6C69F}"/>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44B74709-C462-95F8-08CD-0D0FCEF0E19E}"/>
              </a:ext>
            </a:extLst>
          </p:cNvPr>
          <p:cNvSpPr/>
          <p:nvPr/>
        </p:nvSpPr>
        <p:spPr>
          <a:xfrm>
            <a:off x="-840884" y="241238"/>
            <a:ext cx="2459432" cy="2287272"/>
          </a:xfrm>
          <a:custGeom>
            <a:avLst/>
            <a:gdLst/>
            <a:ahLst/>
            <a:cxnLst/>
            <a:rect l="l" t="t" r="r" b="b"/>
            <a:pathLst>
              <a:path w="2459432" h="2287272">
                <a:moveTo>
                  <a:pt x="0" y="0"/>
                </a:moveTo>
                <a:lnTo>
                  <a:pt x="2459432" y="0"/>
                </a:lnTo>
                <a:lnTo>
                  <a:pt x="2459432" y="2287271"/>
                </a:lnTo>
                <a:lnTo>
                  <a:pt x="0" y="228727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a:extLst>
              <a:ext uri="{FF2B5EF4-FFF2-40B4-BE49-F238E27FC236}">
                <a16:creationId xmlns:a16="http://schemas.microsoft.com/office/drawing/2014/main" id="{CDD05D65-E3B2-A39A-4FAE-7F33521F69D0}"/>
              </a:ext>
            </a:extLst>
          </p:cNvPr>
          <p:cNvSpPr/>
          <p:nvPr/>
        </p:nvSpPr>
        <p:spPr>
          <a:xfrm>
            <a:off x="-870441" y="2847634"/>
            <a:ext cx="2459432" cy="2287272"/>
          </a:xfrm>
          <a:custGeom>
            <a:avLst/>
            <a:gdLst/>
            <a:ahLst/>
            <a:cxnLst/>
            <a:rect l="l" t="t" r="r" b="b"/>
            <a:pathLst>
              <a:path w="2459432" h="2287272">
                <a:moveTo>
                  <a:pt x="0" y="0"/>
                </a:moveTo>
                <a:lnTo>
                  <a:pt x="2459432" y="0"/>
                </a:lnTo>
                <a:lnTo>
                  <a:pt x="2459432" y="2287272"/>
                </a:lnTo>
                <a:lnTo>
                  <a:pt x="0" y="228727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4" name="Group 4">
            <a:extLst>
              <a:ext uri="{FF2B5EF4-FFF2-40B4-BE49-F238E27FC236}">
                <a16:creationId xmlns:a16="http://schemas.microsoft.com/office/drawing/2014/main" id="{0362F84B-568A-E77B-A22D-D15ACE8BD1F3}"/>
              </a:ext>
            </a:extLst>
          </p:cNvPr>
          <p:cNvGrpSpPr/>
          <p:nvPr/>
        </p:nvGrpSpPr>
        <p:grpSpPr>
          <a:xfrm>
            <a:off x="2730770" y="1985187"/>
            <a:ext cx="14535120" cy="2265783"/>
            <a:chOff x="-2906210" y="-2398587"/>
            <a:chExt cx="21900210" cy="3005753"/>
          </a:xfrm>
        </p:grpSpPr>
        <p:sp>
          <p:nvSpPr>
            <p:cNvPr id="5" name="TextBox 5">
              <a:extLst>
                <a:ext uri="{FF2B5EF4-FFF2-40B4-BE49-F238E27FC236}">
                  <a16:creationId xmlns:a16="http://schemas.microsoft.com/office/drawing/2014/main" id="{C3B135D7-88A5-B84B-C023-37DC14FBFBAA}"/>
                </a:ext>
              </a:extLst>
            </p:cNvPr>
            <p:cNvSpPr txBox="1"/>
            <p:nvPr/>
          </p:nvSpPr>
          <p:spPr>
            <a:xfrm>
              <a:off x="-2906210" y="-2398587"/>
              <a:ext cx="21900210" cy="612438"/>
            </a:xfrm>
            <a:prstGeom prst="rect">
              <a:avLst/>
            </a:prstGeom>
          </p:spPr>
          <p:txBody>
            <a:bodyPr wrap="square" lIns="0" tIns="0" rIns="0" bIns="0" rtlCol="0" anchor="t">
              <a:spAutoFit/>
            </a:bodyPr>
            <a:lstStyle/>
            <a:p>
              <a:pPr marL="457200" indent="-457200" algn="just">
                <a:lnSpc>
                  <a:spcPts val="3600"/>
                </a:lnSpc>
                <a:buFont typeface="Arial"/>
                <a:buChar char="•"/>
              </a:pPr>
              <a:endParaRPr lang="en-GB" sz="3200" dirty="0">
                <a:ea typeface="+mn-lt"/>
                <a:cs typeface="+mn-lt"/>
              </a:endParaRPr>
            </a:p>
          </p:txBody>
        </p:sp>
        <p:sp>
          <p:nvSpPr>
            <p:cNvPr id="6" name="TextBox 6">
              <a:extLst>
                <a:ext uri="{FF2B5EF4-FFF2-40B4-BE49-F238E27FC236}">
                  <a16:creationId xmlns:a16="http://schemas.microsoft.com/office/drawing/2014/main" id="{22193D8A-D774-A060-7EA8-525AFFC6FCD5}"/>
                </a:ext>
              </a:extLst>
            </p:cNvPr>
            <p:cNvSpPr txBox="1"/>
            <p:nvPr/>
          </p:nvSpPr>
          <p:spPr>
            <a:xfrm>
              <a:off x="0" y="-9525"/>
              <a:ext cx="15443232" cy="616691"/>
            </a:xfrm>
            <a:prstGeom prst="rect">
              <a:avLst/>
            </a:prstGeom>
          </p:spPr>
          <p:txBody>
            <a:bodyPr lIns="0" tIns="0" rIns="0" bIns="0" rtlCol="0" anchor="t">
              <a:spAutoFit/>
            </a:bodyPr>
            <a:lstStyle/>
            <a:p>
              <a:pPr algn="l">
                <a:lnSpc>
                  <a:spcPts val="4200"/>
                </a:lnSpc>
              </a:pPr>
              <a:endParaRPr/>
            </a:p>
          </p:txBody>
        </p:sp>
      </p:grpSp>
      <p:sp>
        <p:nvSpPr>
          <p:cNvPr id="7" name="Freeform 7">
            <a:extLst>
              <a:ext uri="{FF2B5EF4-FFF2-40B4-BE49-F238E27FC236}">
                <a16:creationId xmlns:a16="http://schemas.microsoft.com/office/drawing/2014/main" id="{81A7571D-1B77-EC80-4008-4C1C4002EA7B}"/>
              </a:ext>
            </a:extLst>
          </p:cNvPr>
          <p:cNvSpPr/>
          <p:nvPr/>
        </p:nvSpPr>
        <p:spPr>
          <a:xfrm>
            <a:off x="17259300" y="7851297"/>
            <a:ext cx="2459432" cy="2287272"/>
          </a:xfrm>
          <a:custGeom>
            <a:avLst/>
            <a:gdLst/>
            <a:ahLst/>
            <a:cxnLst/>
            <a:rect l="l" t="t" r="r" b="b"/>
            <a:pathLst>
              <a:path w="2459432" h="2287272">
                <a:moveTo>
                  <a:pt x="0" y="0"/>
                </a:moveTo>
                <a:lnTo>
                  <a:pt x="2459432" y="0"/>
                </a:lnTo>
                <a:lnTo>
                  <a:pt x="2459432" y="2287272"/>
                </a:lnTo>
                <a:lnTo>
                  <a:pt x="0" y="228727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8" name="Freeform 8">
            <a:extLst>
              <a:ext uri="{FF2B5EF4-FFF2-40B4-BE49-F238E27FC236}">
                <a16:creationId xmlns:a16="http://schemas.microsoft.com/office/drawing/2014/main" id="{F2C774A1-DA04-2217-CEB9-8D288A3321F2}"/>
              </a:ext>
            </a:extLst>
          </p:cNvPr>
          <p:cNvSpPr/>
          <p:nvPr/>
        </p:nvSpPr>
        <p:spPr>
          <a:xfrm>
            <a:off x="17259300" y="5335426"/>
            <a:ext cx="2459432" cy="2287272"/>
          </a:xfrm>
          <a:custGeom>
            <a:avLst/>
            <a:gdLst/>
            <a:ahLst/>
            <a:cxnLst/>
            <a:rect l="l" t="t" r="r" b="b"/>
            <a:pathLst>
              <a:path w="2459432" h="2287272">
                <a:moveTo>
                  <a:pt x="0" y="0"/>
                </a:moveTo>
                <a:lnTo>
                  <a:pt x="2459432" y="0"/>
                </a:lnTo>
                <a:lnTo>
                  <a:pt x="2459432" y="2287271"/>
                </a:lnTo>
                <a:lnTo>
                  <a:pt x="0" y="228727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9" name="TextBox 9">
            <a:extLst>
              <a:ext uri="{FF2B5EF4-FFF2-40B4-BE49-F238E27FC236}">
                <a16:creationId xmlns:a16="http://schemas.microsoft.com/office/drawing/2014/main" id="{72A4B228-6952-4F52-16AC-B47AB546A649}"/>
              </a:ext>
            </a:extLst>
          </p:cNvPr>
          <p:cNvSpPr txBox="1"/>
          <p:nvPr/>
        </p:nvSpPr>
        <p:spPr>
          <a:xfrm>
            <a:off x="1588991" y="647517"/>
            <a:ext cx="15279283" cy="1269578"/>
          </a:xfrm>
          <a:prstGeom prst="rect">
            <a:avLst/>
          </a:prstGeom>
        </p:spPr>
        <p:txBody>
          <a:bodyPr wrap="square" lIns="0" tIns="0" rIns="0" bIns="0" rtlCol="0" anchor="t">
            <a:spAutoFit/>
          </a:bodyPr>
          <a:lstStyle/>
          <a:p>
            <a:pPr algn="ctr">
              <a:lnSpc>
                <a:spcPts val="9900"/>
              </a:lnSpc>
            </a:pPr>
            <a:r>
              <a:rPr lang="en-GB" sz="9000" b="1" dirty="0">
                <a:ea typeface="+mn-lt"/>
                <a:cs typeface="+mn-lt"/>
              </a:rPr>
              <a:t>Introduction Of Data Structures</a:t>
            </a:r>
            <a:endParaRPr lang="en-US" dirty="0">
              <a:ea typeface="+mn-lt"/>
              <a:cs typeface="+mn-lt"/>
            </a:endParaRPr>
          </a:p>
        </p:txBody>
      </p:sp>
      <p:sp>
        <p:nvSpPr>
          <p:cNvPr id="19" name="Slide Number Placeholder 18">
            <a:extLst>
              <a:ext uri="{FF2B5EF4-FFF2-40B4-BE49-F238E27FC236}">
                <a16:creationId xmlns:a16="http://schemas.microsoft.com/office/drawing/2014/main" id="{4D59735C-CF7F-8165-EB3C-F9331F92E09F}"/>
              </a:ext>
            </a:extLst>
          </p:cNvPr>
          <p:cNvSpPr>
            <a:spLocks noGrp="1"/>
          </p:cNvSpPr>
          <p:nvPr>
            <p:ph type="sldNum" sz="quarter" idx="12"/>
          </p:nvPr>
        </p:nvSpPr>
        <p:spPr>
          <a:xfrm>
            <a:off x="128751" y="9769585"/>
            <a:ext cx="2133600" cy="365125"/>
          </a:xfrm>
        </p:spPr>
        <p:txBody>
          <a:bodyPr/>
          <a:lstStyle/>
          <a:p>
            <a:fld id="{B6F15528-21DE-4FAA-801E-634DDDAF4B2B}" type="slidenum">
              <a:rPr lang="en-US" smtClean="0">
                <a:solidFill>
                  <a:schemeClr val="tx1"/>
                </a:solidFill>
              </a:rPr>
              <a:pPr/>
              <a:t>4</a:t>
            </a:fld>
            <a:endParaRPr lang="en-GB">
              <a:solidFill>
                <a:schemeClr val="tx1"/>
              </a:solidFill>
            </a:endParaRPr>
          </a:p>
        </p:txBody>
      </p:sp>
      <p:sp>
        <p:nvSpPr>
          <p:cNvPr id="23" name="TextBox 22">
            <a:extLst>
              <a:ext uri="{FF2B5EF4-FFF2-40B4-BE49-F238E27FC236}">
                <a16:creationId xmlns:a16="http://schemas.microsoft.com/office/drawing/2014/main" id="{8A9F5CF7-557E-A40D-9D5E-1EEEBD7B22EC}"/>
              </a:ext>
            </a:extLst>
          </p:cNvPr>
          <p:cNvSpPr txBox="1"/>
          <p:nvPr/>
        </p:nvSpPr>
        <p:spPr>
          <a:xfrm>
            <a:off x="1859883" y="1985187"/>
            <a:ext cx="15406007" cy="8094524"/>
          </a:xfrm>
          <a:prstGeom prst="rect">
            <a:avLst/>
          </a:prstGeom>
          <a:noFill/>
        </p:spPr>
        <p:txBody>
          <a:bodyPr wrap="square">
            <a:spAutoFit/>
          </a:bodyPr>
          <a:lstStyle/>
          <a:p>
            <a:pPr marL="571500" indent="-571500" fontAlgn="base">
              <a:buFont typeface="Arial" panose="020B0604020202020204" pitchFamily="34" charset="0"/>
              <a:buChar char="•"/>
            </a:pPr>
            <a:r>
              <a:rPr lang="en-US" sz="4000" b="1" dirty="0"/>
              <a:t>Types of Data Structures in C#</a:t>
            </a:r>
            <a:r>
              <a:rPr lang="en-US" sz="4000" dirty="0"/>
              <a:t> : </a:t>
            </a:r>
          </a:p>
          <a:p>
            <a:pPr fontAlgn="base"/>
            <a:endParaRPr lang="en-US" sz="4000" dirty="0"/>
          </a:p>
          <a:p>
            <a:pPr lvl="1" fontAlgn="base"/>
            <a:r>
              <a:rPr lang="en-US" sz="4000" dirty="0"/>
              <a:t>C# provides two main categories of data structures: </a:t>
            </a:r>
          </a:p>
          <a:p>
            <a:pPr lvl="1" fontAlgn="base"/>
            <a:endParaRPr lang="en-US" sz="4000" dirty="0"/>
          </a:p>
          <a:p>
            <a:pPr lvl="1" fontAlgn="base"/>
            <a:endParaRPr lang="en-US" sz="4000" dirty="0"/>
          </a:p>
          <a:p>
            <a:pPr lvl="1" fontAlgn="base"/>
            <a:endParaRPr lang="en-US" sz="4000" dirty="0"/>
          </a:p>
          <a:p>
            <a:pPr lvl="1" fontAlgn="base"/>
            <a:endParaRPr lang="en-US" sz="4000" dirty="0"/>
          </a:p>
          <a:p>
            <a:pPr lvl="1" fontAlgn="base"/>
            <a:endParaRPr lang="en-US" sz="4000" dirty="0"/>
          </a:p>
          <a:p>
            <a:pPr lvl="1" fontAlgn="base"/>
            <a:endParaRPr lang="en-US" sz="4000" dirty="0"/>
          </a:p>
          <a:p>
            <a:pPr lvl="1" fontAlgn="base"/>
            <a:endParaRPr lang="en-US" sz="4000" dirty="0"/>
          </a:p>
          <a:p>
            <a:pPr lvl="1" fontAlgn="base"/>
            <a:endParaRPr lang="en-US" sz="4000" dirty="0"/>
          </a:p>
          <a:p>
            <a:pPr lvl="1" fontAlgn="base"/>
            <a:endParaRPr lang="en-US" sz="4000" dirty="0"/>
          </a:p>
          <a:p>
            <a:pPr lvl="1" fontAlgn="base"/>
            <a:endParaRPr lang="en-US" sz="4000" dirty="0"/>
          </a:p>
        </p:txBody>
      </p:sp>
      <p:cxnSp>
        <p:nvCxnSpPr>
          <p:cNvPr id="13" name="Straight Connector 12">
            <a:extLst>
              <a:ext uri="{FF2B5EF4-FFF2-40B4-BE49-F238E27FC236}">
                <a16:creationId xmlns:a16="http://schemas.microsoft.com/office/drawing/2014/main" id="{2E774919-2946-90F1-4A31-ACF8EDE91953}"/>
              </a:ext>
            </a:extLst>
          </p:cNvPr>
          <p:cNvCxnSpPr>
            <a:cxnSpLocks/>
          </p:cNvCxnSpPr>
          <p:nvPr/>
        </p:nvCxnSpPr>
        <p:spPr>
          <a:xfrm>
            <a:off x="9023684" y="3786099"/>
            <a:ext cx="0" cy="88215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1026" name="Picture 2" descr="Types of Data Structure -Primitive &amp; Non-Primitive, Linear &amp; Non Linear">
            <a:extLst>
              <a:ext uri="{FF2B5EF4-FFF2-40B4-BE49-F238E27FC236}">
                <a16:creationId xmlns:a16="http://schemas.microsoft.com/office/drawing/2014/main" id="{4DF6E932-F538-868D-9F48-F47FFD346FC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8992" y="4018534"/>
            <a:ext cx="15670308" cy="6037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665182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39CDAB-D6FF-6E9F-BC77-A6BF24600F18}"/>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3655736B-C6C4-B387-7F21-FBE30B10F07F}"/>
              </a:ext>
            </a:extLst>
          </p:cNvPr>
          <p:cNvSpPr/>
          <p:nvPr/>
        </p:nvSpPr>
        <p:spPr>
          <a:xfrm>
            <a:off x="-840884" y="241238"/>
            <a:ext cx="2459432" cy="2287272"/>
          </a:xfrm>
          <a:custGeom>
            <a:avLst/>
            <a:gdLst/>
            <a:ahLst/>
            <a:cxnLst/>
            <a:rect l="l" t="t" r="r" b="b"/>
            <a:pathLst>
              <a:path w="2459432" h="2287272">
                <a:moveTo>
                  <a:pt x="0" y="0"/>
                </a:moveTo>
                <a:lnTo>
                  <a:pt x="2459432" y="0"/>
                </a:lnTo>
                <a:lnTo>
                  <a:pt x="2459432" y="2287271"/>
                </a:lnTo>
                <a:lnTo>
                  <a:pt x="0" y="228727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a:extLst>
              <a:ext uri="{FF2B5EF4-FFF2-40B4-BE49-F238E27FC236}">
                <a16:creationId xmlns:a16="http://schemas.microsoft.com/office/drawing/2014/main" id="{67FD37D7-3FFA-71A4-0EE1-87FBE7E8CE75}"/>
              </a:ext>
            </a:extLst>
          </p:cNvPr>
          <p:cNvSpPr/>
          <p:nvPr/>
        </p:nvSpPr>
        <p:spPr>
          <a:xfrm>
            <a:off x="-870441" y="2847634"/>
            <a:ext cx="2459432" cy="2287272"/>
          </a:xfrm>
          <a:custGeom>
            <a:avLst/>
            <a:gdLst/>
            <a:ahLst/>
            <a:cxnLst/>
            <a:rect l="l" t="t" r="r" b="b"/>
            <a:pathLst>
              <a:path w="2459432" h="2287272">
                <a:moveTo>
                  <a:pt x="0" y="0"/>
                </a:moveTo>
                <a:lnTo>
                  <a:pt x="2459432" y="0"/>
                </a:lnTo>
                <a:lnTo>
                  <a:pt x="2459432" y="2287272"/>
                </a:lnTo>
                <a:lnTo>
                  <a:pt x="0" y="228727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4" name="Group 4">
            <a:extLst>
              <a:ext uri="{FF2B5EF4-FFF2-40B4-BE49-F238E27FC236}">
                <a16:creationId xmlns:a16="http://schemas.microsoft.com/office/drawing/2014/main" id="{EE32501B-93D8-38DF-C905-78C0B8330EC7}"/>
              </a:ext>
            </a:extLst>
          </p:cNvPr>
          <p:cNvGrpSpPr/>
          <p:nvPr/>
        </p:nvGrpSpPr>
        <p:grpSpPr>
          <a:xfrm>
            <a:off x="2730770" y="1985187"/>
            <a:ext cx="14535120" cy="2265783"/>
            <a:chOff x="-2906210" y="-2398587"/>
            <a:chExt cx="21900210" cy="3005753"/>
          </a:xfrm>
        </p:grpSpPr>
        <p:sp>
          <p:nvSpPr>
            <p:cNvPr id="5" name="TextBox 5">
              <a:extLst>
                <a:ext uri="{FF2B5EF4-FFF2-40B4-BE49-F238E27FC236}">
                  <a16:creationId xmlns:a16="http://schemas.microsoft.com/office/drawing/2014/main" id="{D6C4D721-468E-4DD4-5918-D2A4505393F6}"/>
                </a:ext>
              </a:extLst>
            </p:cNvPr>
            <p:cNvSpPr txBox="1"/>
            <p:nvPr/>
          </p:nvSpPr>
          <p:spPr>
            <a:xfrm>
              <a:off x="-2906210" y="-2398587"/>
              <a:ext cx="21900210" cy="612438"/>
            </a:xfrm>
            <a:prstGeom prst="rect">
              <a:avLst/>
            </a:prstGeom>
          </p:spPr>
          <p:txBody>
            <a:bodyPr wrap="square" lIns="0" tIns="0" rIns="0" bIns="0" rtlCol="0" anchor="t">
              <a:spAutoFit/>
            </a:bodyPr>
            <a:lstStyle/>
            <a:p>
              <a:pPr marL="457200" indent="-457200" algn="just">
                <a:lnSpc>
                  <a:spcPts val="3600"/>
                </a:lnSpc>
                <a:buFont typeface="Arial"/>
                <a:buChar char="•"/>
              </a:pPr>
              <a:endParaRPr lang="en-GB" sz="3200" dirty="0">
                <a:ea typeface="+mn-lt"/>
                <a:cs typeface="+mn-lt"/>
              </a:endParaRPr>
            </a:p>
          </p:txBody>
        </p:sp>
        <p:sp>
          <p:nvSpPr>
            <p:cNvPr id="6" name="TextBox 6">
              <a:extLst>
                <a:ext uri="{FF2B5EF4-FFF2-40B4-BE49-F238E27FC236}">
                  <a16:creationId xmlns:a16="http://schemas.microsoft.com/office/drawing/2014/main" id="{65C8E28B-849E-D944-044E-509CD43F99E6}"/>
                </a:ext>
              </a:extLst>
            </p:cNvPr>
            <p:cNvSpPr txBox="1"/>
            <p:nvPr/>
          </p:nvSpPr>
          <p:spPr>
            <a:xfrm>
              <a:off x="0" y="-9525"/>
              <a:ext cx="15443232" cy="616691"/>
            </a:xfrm>
            <a:prstGeom prst="rect">
              <a:avLst/>
            </a:prstGeom>
          </p:spPr>
          <p:txBody>
            <a:bodyPr lIns="0" tIns="0" rIns="0" bIns="0" rtlCol="0" anchor="t">
              <a:spAutoFit/>
            </a:bodyPr>
            <a:lstStyle/>
            <a:p>
              <a:pPr algn="l">
                <a:lnSpc>
                  <a:spcPts val="4200"/>
                </a:lnSpc>
              </a:pPr>
              <a:endParaRPr/>
            </a:p>
          </p:txBody>
        </p:sp>
      </p:grpSp>
      <p:sp>
        <p:nvSpPr>
          <p:cNvPr id="7" name="Freeform 7">
            <a:extLst>
              <a:ext uri="{FF2B5EF4-FFF2-40B4-BE49-F238E27FC236}">
                <a16:creationId xmlns:a16="http://schemas.microsoft.com/office/drawing/2014/main" id="{F891B443-D736-17C9-4AE2-380D19FA6259}"/>
              </a:ext>
            </a:extLst>
          </p:cNvPr>
          <p:cNvSpPr/>
          <p:nvPr/>
        </p:nvSpPr>
        <p:spPr>
          <a:xfrm>
            <a:off x="17259300" y="7851297"/>
            <a:ext cx="2459432" cy="2287272"/>
          </a:xfrm>
          <a:custGeom>
            <a:avLst/>
            <a:gdLst/>
            <a:ahLst/>
            <a:cxnLst/>
            <a:rect l="l" t="t" r="r" b="b"/>
            <a:pathLst>
              <a:path w="2459432" h="2287272">
                <a:moveTo>
                  <a:pt x="0" y="0"/>
                </a:moveTo>
                <a:lnTo>
                  <a:pt x="2459432" y="0"/>
                </a:lnTo>
                <a:lnTo>
                  <a:pt x="2459432" y="2287272"/>
                </a:lnTo>
                <a:lnTo>
                  <a:pt x="0" y="228727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8" name="Freeform 8">
            <a:extLst>
              <a:ext uri="{FF2B5EF4-FFF2-40B4-BE49-F238E27FC236}">
                <a16:creationId xmlns:a16="http://schemas.microsoft.com/office/drawing/2014/main" id="{45CF82FC-4A0E-DF14-BFB1-9BD1182A9DBF}"/>
              </a:ext>
            </a:extLst>
          </p:cNvPr>
          <p:cNvSpPr/>
          <p:nvPr/>
        </p:nvSpPr>
        <p:spPr>
          <a:xfrm>
            <a:off x="17259300" y="5335426"/>
            <a:ext cx="2459432" cy="2287272"/>
          </a:xfrm>
          <a:custGeom>
            <a:avLst/>
            <a:gdLst/>
            <a:ahLst/>
            <a:cxnLst/>
            <a:rect l="l" t="t" r="r" b="b"/>
            <a:pathLst>
              <a:path w="2459432" h="2287272">
                <a:moveTo>
                  <a:pt x="0" y="0"/>
                </a:moveTo>
                <a:lnTo>
                  <a:pt x="2459432" y="0"/>
                </a:lnTo>
                <a:lnTo>
                  <a:pt x="2459432" y="2287271"/>
                </a:lnTo>
                <a:lnTo>
                  <a:pt x="0" y="228727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9" name="TextBox 9">
            <a:extLst>
              <a:ext uri="{FF2B5EF4-FFF2-40B4-BE49-F238E27FC236}">
                <a16:creationId xmlns:a16="http://schemas.microsoft.com/office/drawing/2014/main" id="{4F9573C0-E304-28FD-6446-A5864694F29B}"/>
              </a:ext>
            </a:extLst>
          </p:cNvPr>
          <p:cNvSpPr txBox="1"/>
          <p:nvPr/>
        </p:nvSpPr>
        <p:spPr>
          <a:xfrm>
            <a:off x="1882850" y="290468"/>
            <a:ext cx="14774779" cy="1269578"/>
          </a:xfrm>
          <a:prstGeom prst="rect">
            <a:avLst/>
          </a:prstGeom>
        </p:spPr>
        <p:txBody>
          <a:bodyPr wrap="square" lIns="0" tIns="0" rIns="0" bIns="0" rtlCol="0" anchor="t">
            <a:spAutoFit/>
          </a:bodyPr>
          <a:lstStyle/>
          <a:p>
            <a:pPr algn="ctr">
              <a:lnSpc>
                <a:spcPts val="9900"/>
              </a:lnSpc>
            </a:pPr>
            <a:r>
              <a:rPr lang="en-GB" sz="9000" b="1" dirty="0">
                <a:ea typeface="+mn-lt"/>
                <a:cs typeface="+mn-lt"/>
              </a:rPr>
              <a:t>Arrays in C #</a:t>
            </a:r>
            <a:endParaRPr lang="en-US" dirty="0">
              <a:ea typeface="+mn-lt"/>
              <a:cs typeface="+mn-lt"/>
            </a:endParaRPr>
          </a:p>
        </p:txBody>
      </p:sp>
      <p:sp>
        <p:nvSpPr>
          <p:cNvPr id="19" name="Slide Number Placeholder 18">
            <a:extLst>
              <a:ext uri="{FF2B5EF4-FFF2-40B4-BE49-F238E27FC236}">
                <a16:creationId xmlns:a16="http://schemas.microsoft.com/office/drawing/2014/main" id="{02F25878-1C75-182C-C70F-C15F61365C42}"/>
              </a:ext>
            </a:extLst>
          </p:cNvPr>
          <p:cNvSpPr>
            <a:spLocks noGrp="1"/>
          </p:cNvSpPr>
          <p:nvPr>
            <p:ph type="sldNum" sz="quarter" idx="12"/>
          </p:nvPr>
        </p:nvSpPr>
        <p:spPr>
          <a:xfrm>
            <a:off x="128751" y="9769585"/>
            <a:ext cx="2133600" cy="365125"/>
          </a:xfrm>
        </p:spPr>
        <p:txBody>
          <a:bodyPr/>
          <a:lstStyle/>
          <a:p>
            <a:fld id="{B6F15528-21DE-4FAA-801E-634DDDAF4B2B}" type="slidenum">
              <a:rPr lang="en-US" smtClean="0">
                <a:solidFill>
                  <a:schemeClr val="tx1"/>
                </a:solidFill>
              </a:rPr>
              <a:pPr/>
              <a:t>5</a:t>
            </a:fld>
            <a:endParaRPr lang="en-GB">
              <a:solidFill>
                <a:schemeClr val="tx1"/>
              </a:solidFill>
            </a:endParaRPr>
          </a:p>
        </p:txBody>
      </p:sp>
      <p:sp>
        <p:nvSpPr>
          <p:cNvPr id="23" name="TextBox 22">
            <a:extLst>
              <a:ext uri="{FF2B5EF4-FFF2-40B4-BE49-F238E27FC236}">
                <a16:creationId xmlns:a16="http://schemas.microsoft.com/office/drawing/2014/main" id="{54478029-5082-F3E6-F4F2-A741930B6BD8}"/>
              </a:ext>
            </a:extLst>
          </p:cNvPr>
          <p:cNvSpPr txBox="1"/>
          <p:nvPr/>
        </p:nvSpPr>
        <p:spPr>
          <a:xfrm>
            <a:off x="1022110" y="1560046"/>
            <a:ext cx="16856815" cy="8433078"/>
          </a:xfrm>
          <a:prstGeom prst="rect">
            <a:avLst/>
          </a:prstGeom>
          <a:noFill/>
        </p:spPr>
        <p:txBody>
          <a:bodyPr wrap="square">
            <a:spAutoFit/>
          </a:bodyPr>
          <a:lstStyle/>
          <a:p>
            <a:pPr lvl="1"/>
            <a:r>
              <a:rPr lang="en-US" sz="3200" b="1" dirty="0"/>
              <a:t>What is an Array?</a:t>
            </a:r>
          </a:p>
          <a:p>
            <a:pPr marL="1371600" lvl="2" indent="-457200">
              <a:buFont typeface="Arial" panose="020B0604020202020204" pitchFamily="34" charset="0"/>
              <a:buChar char="•"/>
            </a:pPr>
            <a:r>
              <a:rPr lang="en-US" sz="3200" dirty="0"/>
              <a:t>A fixed-size, indexed collection of elements of the same data type</a:t>
            </a:r>
          </a:p>
          <a:p>
            <a:pPr marL="1371600" lvl="2" indent="-457200">
              <a:buFont typeface="Arial" panose="020B0604020202020204" pitchFamily="34" charset="0"/>
              <a:buChar char="•"/>
            </a:pPr>
            <a:r>
              <a:rPr lang="en-US" sz="3200" dirty="0"/>
              <a:t>Elements are stored in contiguous memory locations</a:t>
            </a:r>
          </a:p>
          <a:p>
            <a:pPr marL="1371600" lvl="2" indent="-457200">
              <a:buFont typeface="Arial" panose="020B0604020202020204" pitchFamily="34" charset="0"/>
              <a:buChar char="•"/>
            </a:pPr>
            <a:r>
              <a:rPr lang="en-US" sz="3200" dirty="0"/>
              <a:t>Accessed using zero-based indexing</a:t>
            </a:r>
          </a:p>
          <a:p>
            <a:pPr lvl="1"/>
            <a:r>
              <a:rPr lang="en-US" sz="3200" dirty="0"/>
              <a:t>📦 </a:t>
            </a:r>
            <a:r>
              <a:rPr lang="en-US" sz="3200" b="1" dirty="0"/>
              <a:t>Analogy:</a:t>
            </a:r>
            <a:r>
              <a:rPr lang="en-US" sz="3200" dirty="0"/>
              <a:t> Like a row of lockers — each locker (index) holds one item (element)</a:t>
            </a:r>
          </a:p>
          <a:p>
            <a:endParaRPr lang="en-US" sz="3200" dirty="0"/>
          </a:p>
          <a:p>
            <a:pPr lvl="1"/>
            <a:r>
              <a:rPr lang="en-US" sz="3200" b="1" dirty="0"/>
              <a:t>Why Use Arrays?</a:t>
            </a:r>
          </a:p>
          <a:p>
            <a:pPr marL="1371600" lvl="2" indent="-457200">
              <a:buFont typeface="Arial" panose="020B0604020202020204" pitchFamily="34" charset="0"/>
              <a:buChar char="•"/>
            </a:pPr>
            <a:r>
              <a:rPr lang="en-US" sz="3200" dirty="0"/>
              <a:t>To group related values under a single variable</a:t>
            </a:r>
          </a:p>
          <a:p>
            <a:pPr marL="1371600" lvl="2" indent="-457200">
              <a:buFont typeface="Arial" panose="020B0604020202020204" pitchFamily="34" charset="0"/>
              <a:buChar char="•"/>
            </a:pPr>
            <a:r>
              <a:rPr lang="en-US" sz="3200" dirty="0"/>
              <a:t>To access data quickly using indexes</a:t>
            </a:r>
          </a:p>
          <a:p>
            <a:pPr marL="1371600" lvl="2" indent="-457200">
              <a:buFont typeface="Arial" panose="020B0604020202020204" pitchFamily="34" charset="0"/>
              <a:buChar char="•"/>
            </a:pPr>
            <a:r>
              <a:rPr lang="en-US" sz="3200" dirty="0"/>
              <a:t>To store data efficiently in memory</a:t>
            </a:r>
          </a:p>
          <a:p>
            <a:pPr lvl="2"/>
            <a:endParaRPr lang="en-US" sz="3200" dirty="0"/>
          </a:p>
          <a:p>
            <a:pPr lvl="1"/>
            <a:r>
              <a:rPr lang="en-GB" sz="3000" b="1" dirty="0"/>
              <a:t>Syntax of Array Declaration</a:t>
            </a:r>
            <a:r>
              <a:rPr lang="en-GB" sz="3000" dirty="0"/>
              <a:t> </a:t>
            </a:r>
            <a:endParaRPr lang="en-US" sz="3000" dirty="0"/>
          </a:p>
          <a:p>
            <a:pPr fontAlgn="base"/>
            <a:endParaRPr lang="en-US" sz="3200" dirty="0"/>
          </a:p>
          <a:p>
            <a:pPr fontAlgn="base"/>
            <a:endParaRPr lang="en-US" sz="3200" dirty="0"/>
          </a:p>
          <a:p>
            <a:pPr fontAlgn="base"/>
            <a:endParaRPr lang="en-US" sz="3200" dirty="0"/>
          </a:p>
          <a:p>
            <a:pPr fontAlgn="base"/>
            <a:endParaRPr lang="en-US" sz="3200" dirty="0"/>
          </a:p>
          <a:p>
            <a:pPr fontAlgn="base"/>
            <a:endParaRPr lang="en-US" sz="3200" dirty="0"/>
          </a:p>
        </p:txBody>
      </p:sp>
      <p:pic>
        <p:nvPicPr>
          <p:cNvPr id="4098" name="Picture 2">
            <a:extLst>
              <a:ext uri="{FF2B5EF4-FFF2-40B4-BE49-F238E27FC236}">
                <a16:creationId xmlns:a16="http://schemas.microsoft.com/office/drawing/2014/main" id="{ECA53F92-BEFB-2701-F9B4-7704A3FD889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66481" y="7622698"/>
            <a:ext cx="12007516" cy="22872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376305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4B69582-0E0B-3FEF-92F6-7690C470A482}"/>
              </a:ext>
            </a:extLst>
          </p:cNvPr>
          <p:cNvSpPr>
            <a:spLocks noGrp="1"/>
          </p:cNvSpPr>
          <p:nvPr>
            <p:ph type="sldNum" sz="quarter" idx="12"/>
          </p:nvPr>
        </p:nvSpPr>
        <p:spPr/>
        <p:txBody>
          <a:bodyPr/>
          <a:lstStyle/>
          <a:p>
            <a:fld id="{B6F15528-21DE-4FAA-801E-634DDDAF4B2B}" type="slidenum">
              <a:rPr lang="en-US" smtClean="0"/>
              <a:pPr/>
              <a:t>6</a:t>
            </a:fld>
            <a:endParaRPr lang="en-US"/>
          </a:p>
        </p:txBody>
      </p:sp>
      <p:pic>
        <p:nvPicPr>
          <p:cNvPr id="2050" name="Picture 2" descr="C# Arrays: A One Stop Solution To Learn C# Arrays | Simplilearn">
            <a:extLst>
              <a:ext uri="{FF2B5EF4-FFF2-40B4-BE49-F238E27FC236}">
                <a16:creationId xmlns:a16="http://schemas.microsoft.com/office/drawing/2014/main" id="{5B6B3316-C6D3-B5F2-41AD-B35E4611269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4873" y="801999"/>
            <a:ext cx="16098253" cy="80051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166423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2441A98-01C2-EA68-F01B-F43574467CF1}"/>
              </a:ext>
            </a:extLst>
          </p:cNvPr>
          <p:cNvSpPr>
            <a:spLocks noGrp="1"/>
          </p:cNvSpPr>
          <p:nvPr>
            <p:ph type="sldNum" sz="quarter" idx="12"/>
          </p:nvPr>
        </p:nvSpPr>
        <p:spPr/>
        <p:txBody>
          <a:bodyPr/>
          <a:lstStyle/>
          <a:p>
            <a:fld id="{B6F15528-21DE-4FAA-801E-634DDDAF4B2B}" type="slidenum">
              <a:rPr lang="en-US" smtClean="0"/>
              <a:pPr/>
              <a:t>7</a:t>
            </a:fld>
            <a:endParaRPr lang="en-US"/>
          </a:p>
        </p:txBody>
      </p:sp>
      <p:pic>
        <p:nvPicPr>
          <p:cNvPr id="3074" name="Picture 2" descr="C# Arrays - GeeksforGeeks">
            <a:extLst>
              <a:ext uri="{FF2B5EF4-FFF2-40B4-BE49-F238E27FC236}">
                <a16:creationId xmlns:a16="http://schemas.microsoft.com/office/drawing/2014/main" id="{9D3B9B8F-5976-5E27-3E80-8B57428A750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15979" y="1540042"/>
            <a:ext cx="14678526" cy="75317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510225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F3AC3C6-1541-3A1C-CA74-42FF761066B9}"/>
              </a:ext>
            </a:extLst>
          </p:cNvPr>
          <p:cNvSpPr>
            <a:spLocks noGrp="1"/>
          </p:cNvSpPr>
          <p:nvPr>
            <p:ph type="sldNum" sz="quarter" idx="12"/>
          </p:nvPr>
        </p:nvSpPr>
        <p:spPr/>
        <p:txBody>
          <a:bodyPr/>
          <a:lstStyle/>
          <a:p>
            <a:fld id="{B6F15528-21DE-4FAA-801E-634DDDAF4B2B}" type="slidenum">
              <a:rPr lang="en-US" smtClean="0"/>
              <a:pPr/>
              <a:t>8</a:t>
            </a:fld>
            <a:endParaRPr lang="en-US"/>
          </a:p>
        </p:txBody>
      </p:sp>
      <p:pic>
        <p:nvPicPr>
          <p:cNvPr id="3" name="Picture 2">
            <a:extLst>
              <a:ext uri="{FF2B5EF4-FFF2-40B4-BE49-F238E27FC236}">
                <a16:creationId xmlns:a16="http://schemas.microsoft.com/office/drawing/2014/main" id="{63F4510C-6DAB-4645-2503-0104F1C7B09A}"/>
              </a:ext>
            </a:extLst>
          </p:cNvPr>
          <p:cNvPicPr>
            <a:picLocks noChangeAspect="1"/>
          </p:cNvPicPr>
          <p:nvPr/>
        </p:nvPicPr>
        <p:blipFill>
          <a:blip r:embed="rId2"/>
          <a:stretch>
            <a:fillRect/>
          </a:stretch>
        </p:blipFill>
        <p:spPr>
          <a:xfrm>
            <a:off x="409074" y="651710"/>
            <a:ext cx="17373600" cy="9093869"/>
          </a:xfrm>
          <a:prstGeom prst="rect">
            <a:avLst/>
          </a:prstGeom>
        </p:spPr>
      </p:pic>
      <p:sp>
        <p:nvSpPr>
          <p:cNvPr id="4" name="TextBox 3">
            <a:extLst>
              <a:ext uri="{FF2B5EF4-FFF2-40B4-BE49-F238E27FC236}">
                <a16:creationId xmlns:a16="http://schemas.microsoft.com/office/drawing/2014/main" id="{D91CE7C4-6BFA-7102-28C0-7402642059DD}"/>
              </a:ext>
            </a:extLst>
          </p:cNvPr>
          <p:cNvSpPr txBox="1"/>
          <p:nvPr/>
        </p:nvSpPr>
        <p:spPr>
          <a:xfrm>
            <a:off x="14582274" y="9192126"/>
            <a:ext cx="3128210" cy="553453"/>
          </a:xfrm>
          <a:prstGeom prst="rect">
            <a:avLst/>
          </a:prstGeom>
          <a:solidFill>
            <a:srgbClr val="6EA5DB"/>
          </a:solidFill>
        </p:spPr>
        <p:txBody>
          <a:bodyPr wrap="square" rtlCol="0">
            <a:spAutoFit/>
          </a:bodyPr>
          <a:lstStyle/>
          <a:p>
            <a:endParaRPr lang="en-IN" dirty="0"/>
          </a:p>
        </p:txBody>
      </p:sp>
    </p:spTree>
    <p:extLst>
      <p:ext uri="{BB962C8B-B14F-4D97-AF65-F5344CB8AC3E}">
        <p14:creationId xmlns:p14="http://schemas.microsoft.com/office/powerpoint/2010/main" val="20991710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9F13610-BFC9-2D70-C715-DC86925AD0EF}"/>
              </a:ext>
            </a:extLst>
          </p:cNvPr>
          <p:cNvSpPr>
            <a:spLocks noGrp="1"/>
          </p:cNvSpPr>
          <p:nvPr>
            <p:ph type="sldNum" sz="quarter" idx="12"/>
          </p:nvPr>
        </p:nvSpPr>
        <p:spPr/>
        <p:txBody>
          <a:bodyPr/>
          <a:lstStyle/>
          <a:p>
            <a:fld id="{B6F15528-21DE-4FAA-801E-634DDDAF4B2B}" type="slidenum">
              <a:rPr lang="en-US" smtClean="0"/>
              <a:pPr/>
              <a:t>9</a:t>
            </a:fld>
            <a:endParaRPr lang="en-US"/>
          </a:p>
        </p:txBody>
      </p:sp>
      <p:pic>
        <p:nvPicPr>
          <p:cNvPr id="4098" name="Picture 2" descr="C# Jagged Array - Decodejava.com">
            <a:extLst>
              <a:ext uri="{FF2B5EF4-FFF2-40B4-BE49-F238E27FC236}">
                <a16:creationId xmlns:a16="http://schemas.microsoft.com/office/drawing/2014/main" id="{0A24B68F-74C5-87B1-A3A9-6A23B809236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37084" y="956510"/>
            <a:ext cx="14413832" cy="88071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945609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446BBC-AF90-500E-C77D-A6C0E221212C}"/>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5D87BE63-EA7F-FBE4-55AF-B7AA4EC8BEE3}"/>
              </a:ext>
            </a:extLst>
          </p:cNvPr>
          <p:cNvSpPr/>
          <p:nvPr/>
        </p:nvSpPr>
        <p:spPr>
          <a:xfrm>
            <a:off x="-981601" y="327178"/>
            <a:ext cx="2459432" cy="2287272"/>
          </a:xfrm>
          <a:custGeom>
            <a:avLst/>
            <a:gdLst/>
            <a:ahLst/>
            <a:cxnLst/>
            <a:rect l="l" t="t" r="r" b="b"/>
            <a:pathLst>
              <a:path w="2459432" h="2287272">
                <a:moveTo>
                  <a:pt x="0" y="0"/>
                </a:moveTo>
                <a:lnTo>
                  <a:pt x="2459432" y="0"/>
                </a:lnTo>
                <a:lnTo>
                  <a:pt x="2459432" y="2287271"/>
                </a:lnTo>
                <a:lnTo>
                  <a:pt x="0" y="228727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a:extLst>
              <a:ext uri="{FF2B5EF4-FFF2-40B4-BE49-F238E27FC236}">
                <a16:creationId xmlns:a16="http://schemas.microsoft.com/office/drawing/2014/main" id="{7BC1C182-11D9-7918-235F-A5FC67EDC05A}"/>
              </a:ext>
            </a:extLst>
          </p:cNvPr>
          <p:cNvSpPr/>
          <p:nvPr/>
        </p:nvSpPr>
        <p:spPr>
          <a:xfrm>
            <a:off x="-963368" y="2856228"/>
            <a:ext cx="2459432" cy="2287272"/>
          </a:xfrm>
          <a:custGeom>
            <a:avLst/>
            <a:gdLst/>
            <a:ahLst/>
            <a:cxnLst/>
            <a:rect l="l" t="t" r="r" b="b"/>
            <a:pathLst>
              <a:path w="2459432" h="2287272">
                <a:moveTo>
                  <a:pt x="0" y="0"/>
                </a:moveTo>
                <a:lnTo>
                  <a:pt x="2459432" y="0"/>
                </a:lnTo>
                <a:lnTo>
                  <a:pt x="2459432" y="2287272"/>
                </a:lnTo>
                <a:lnTo>
                  <a:pt x="0" y="228727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4" name="Group 4">
            <a:extLst>
              <a:ext uri="{FF2B5EF4-FFF2-40B4-BE49-F238E27FC236}">
                <a16:creationId xmlns:a16="http://schemas.microsoft.com/office/drawing/2014/main" id="{E6E41DB0-645C-3418-C82B-CDA12E42FFFE}"/>
              </a:ext>
            </a:extLst>
          </p:cNvPr>
          <p:cNvGrpSpPr/>
          <p:nvPr/>
        </p:nvGrpSpPr>
        <p:grpSpPr>
          <a:xfrm>
            <a:off x="2562452" y="2568512"/>
            <a:ext cx="14656952" cy="2526237"/>
            <a:chOff x="-483648" y="-2758013"/>
            <a:chExt cx="19542604" cy="3368316"/>
          </a:xfrm>
        </p:grpSpPr>
        <p:sp>
          <p:nvSpPr>
            <p:cNvPr id="5" name="TextBox 5">
              <a:extLst>
                <a:ext uri="{FF2B5EF4-FFF2-40B4-BE49-F238E27FC236}">
                  <a16:creationId xmlns:a16="http://schemas.microsoft.com/office/drawing/2014/main" id="{487E9DEE-4E73-2FED-9AB6-E8FC4B11D8AD}"/>
                </a:ext>
              </a:extLst>
            </p:cNvPr>
            <p:cNvSpPr txBox="1"/>
            <p:nvPr/>
          </p:nvSpPr>
          <p:spPr>
            <a:xfrm>
              <a:off x="-483648" y="-2758013"/>
              <a:ext cx="19542604" cy="615553"/>
            </a:xfrm>
            <a:prstGeom prst="rect">
              <a:avLst/>
            </a:prstGeom>
          </p:spPr>
          <p:txBody>
            <a:bodyPr wrap="square" lIns="0" tIns="0" rIns="0" bIns="0" rtlCol="0" anchor="t">
              <a:spAutoFit/>
            </a:bodyPr>
            <a:lstStyle/>
            <a:p>
              <a:pPr marL="457200" indent="-457200" algn="just">
                <a:lnSpc>
                  <a:spcPts val="3600"/>
                </a:lnSpc>
                <a:buFont typeface="Arial"/>
                <a:buChar char="•"/>
              </a:pPr>
              <a:endParaRPr lang="en-GB" sz="3000" dirty="0">
                <a:latin typeface="Calibri"/>
                <a:ea typeface="+mn-lt"/>
                <a:cs typeface="+mn-lt"/>
              </a:endParaRPr>
            </a:p>
          </p:txBody>
        </p:sp>
        <p:sp>
          <p:nvSpPr>
            <p:cNvPr id="6" name="TextBox 6">
              <a:extLst>
                <a:ext uri="{FF2B5EF4-FFF2-40B4-BE49-F238E27FC236}">
                  <a16:creationId xmlns:a16="http://schemas.microsoft.com/office/drawing/2014/main" id="{59D258AD-64A0-BDAC-16E0-FB8021C5291D}"/>
                </a:ext>
              </a:extLst>
            </p:cNvPr>
            <p:cNvSpPr txBox="1"/>
            <p:nvPr/>
          </p:nvSpPr>
          <p:spPr>
            <a:xfrm>
              <a:off x="0" y="-9525"/>
              <a:ext cx="15443230" cy="619828"/>
            </a:xfrm>
            <a:prstGeom prst="rect">
              <a:avLst/>
            </a:prstGeom>
          </p:spPr>
          <p:txBody>
            <a:bodyPr lIns="0" tIns="0" rIns="0" bIns="0" rtlCol="0" anchor="t">
              <a:spAutoFit/>
            </a:bodyPr>
            <a:lstStyle/>
            <a:p>
              <a:pPr algn="l">
                <a:lnSpc>
                  <a:spcPts val="4200"/>
                </a:lnSpc>
              </a:pPr>
              <a:endParaRPr/>
            </a:p>
          </p:txBody>
        </p:sp>
      </p:grpSp>
      <p:sp>
        <p:nvSpPr>
          <p:cNvPr id="7" name="Freeform 7">
            <a:extLst>
              <a:ext uri="{FF2B5EF4-FFF2-40B4-BE49-F238E27FC236}">
                <a16:creationId xmlns:a16="http://schemas.microsoft.com/office/drawing/2014/main" id="{5099C091-E739-FFDA-7819-185F7F35E29B}"/>
              </a:ext>
            </a:extLst>
          </p:cNvPr>
          <p:cNvSpPr/>
          <p:nvPr/>
        </p:nvSpPr>
        <p:spPr>
          <a:xfrm>
            <a:off x="17259300" y="7851297"/>
            <a:ext cx="2459432" cy="2287272"/>
          </a:xfrm>
          <a:custGeom>
            <a:avLst/>
            <a:gdLst/>
            <a:ahLst/>
            <a:cxnLst/>
            <a:rect l="l" t="t" r="r" b="b"/>
            <a:pathLst>
              <a:path w="2459432" h="2287272">
                <a:moveTo>
                  <a:pt x="0" y="0"/>
                </a:moveTo>
                <a:lnTo>
                  <a:pt x="2459432" y="0"/>
                </a:lnTo>
                <a:lnTo>
                  <a:pt x="2459432" y="2287272"/>
                </a:lnTo>
                <a:lnTo>
                  <a:pt x="0" y="228727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8" name="Freeform 8">
            <a:extLst>
              <a:ext uri="{FF2B5EF4-FFF2-40B4-BE49-F238E27FC236}">
                <a16:creationId xmlns:a16="http://schemas.microsoft.com/office/drawing/2014/main" id="{DCCD762A-A552-1B4D-D466-6ABF6A404597}"/>
              </a:ext>
            </a:extLst>
          </p:cNvPr>
          <p:cNvSpPr/>
          <p:nvPr/>
        </p:nvSpPr>
        <p:spPr>
          <a:xfrm>
            <a:off x="17259300" y="5335426"/>
            <a:ext cx="2459432" cy="2287272"/>
          </a:xfrm>
          <a:custGeom>
            <a:avLst/>
            <a:gdLst/>
            <a:ahLst/>
            <a:cxnLst/>
            <a:rect l="l" t="t" r="r" b="b"/>
            <a:pathLst>
              <a:path w="2459432" h="2287272">
                <a:moveTo>
                  <a:pt x="0" y="0"/>
                </a:moveTo>
                <a:lnTo>
                  <a:pt x="2459432" y="0"/>
                </a:lnTo>
                <a:lnTo>
                  <a:pt x="2459432" y="2287271"/>
                </a:lnTo>
                <a:lnTo>
                  <a:pt x="0" y="228727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9" name="TextBox 9">
            <a:extLst>
              <a:ext uri="{FF2B5EF4-FFF2-40B4-BE49-F238E27FC236}">
                <a16:creationId xmlns:a16="http://schemas.microsoft.com/office/drawing/2014/main" id="{24BF6FCB-1B82-2758-1A6E-D4A02EC55439}"/>
              </a:ext>
            </a:extLst>
          </p:cNvPr>
          <p:cNvSpPr txBox="1"/>
          <p:nvPr/>
        </p:nvSpPr>
        <p:spPr>
          <a:xfrm>
            <a:off x="1673618" y="732379"/>
            <a:ext cx="13799596" cy="1269578"/>
          </a:xfrm>
          <a:prstGeom prst="rect">
            <a:avLst/>
          </a:prstGeom>
        </p:spPr>
        <p:txBody>
          <a:bodyPr wrap="square" lIns="0" tIns="0" rIns="0" bIns="0" rtlCol="0" anchor="t">
            <a:spAutoFit/>
          </a:bodyPr>
          <a:lstStyle/>
          <a:p>
            <a:pPr algn="ctr">
              <a:lnSpc>
                <a:spcPts val="9900"/>
              </a:lnSpc>
            </a:pPr>
            <a:r>
              <a:rPr lang="en-US" sz="9600" b="1" dirty="0">
                <a:ea typeface="+mn-lt"/>
                <a:cs typeface="+mn-lt"/>
              </a:rPr>
              <a:t>List In C#</a:t>
            </a:r>
          </a:p>
        </p:txBody>
      </p:sp>
      <p:sp>
        <p:nvSpPr>
          <p:cNvPr id="19" name="Slide Number Placeholder 18">
            <a:extLst>
              <a:ext uri="{FF2B5EF4-FFF2-40B4-BE49-F238E27FC236}">
                <a16:creationId xmlns:a16="http://schemas.microsoft.com/office/drawing/2014/main" id="{0B2C6E55-23D9-406D-BC3D-A2931A20BA10}"/>
              </a:ext>
            </a:extLst>
          </p:cNvPr>
          <p:cNvSpPr>
            <a:spLocks noGrp="1"/>
          </p:cNvSpPr>
          <p:nvPr>
            <p:ph type="sldNum" sz="quarter" idx="12"/>
          </p:nvPr>
        </p:nvSpPr>
        <p:spPr>
          <a:xfrm>
            <a:off x="128751" y="9769585"/>
            <a:ext cx="2133600" cy="365125"/>
          </a:xfrm>
        </p:spPr>
        <p:txBody>
          <a:bodyPr/>
          <a:lstStyle/>
          <a:p>
            <a:fld id="{B6F15528-21DE-4FAA-801E-634DDDAF4B2B}" type="slidenum">
              <a:rPr lang="en-US" smtClean="0">
                <a:solidFill>
                  <a:schemeClr val="tx1"/>
                </a:solidFill>
              </a:rPr>
              <a:pPr/>
              <a:t>10</a:t>
            </a:fld>
            <a:endParaRPr lang="en-GB">
              <a:solidFill>
                <a:schemeClr val="tx1"/>
              </a:solidFill>
            </a:endParaRPr>
          </a:p>
        </p:txBody>
      </p:sp>
      <p:sp>
        <p:nvSpPr>
          <p:cNvPr id="14" name="TextBox 13">
            <a:extLst>
              <a:ext uri="{FF2B5EF4-FFF2-40B4-BE49-F238E27FC236}">
                <a16:creationId xmlns:a16="http://schemas.microsoft.com/office/drawing/2014/main" id="{EB415C14-96B2-74B7-D8FE-8BACA387F77F}"/>
              </a:ext>
            </a:extLst>
          </p:cNvPr>
          <p:cNvSpPr txBox="1"/>
          <p:nvPr/>
        </p:nvSpPr>
        <p:spPr>
          <a:xfrm>
            <a:off x="1908391" y="2094074"/>
            <a:ext cx="14460991" cy="8141331"/>
          </a:xfrm>
          <a:prstGeom prst="rect">
            <a:avLst/>
          </a:prstGeom>
          <a:noFill/>
        </p:spPr>
        <p:txBody>
          <a:bodyPr wrap="square">
            <a:spAutoFit/>
          </a:bodyPr>
          <a:lstStyle/>
          <a:p>
            <a:pPr>
              <a:lnSpc>
                <a:spcPct val="150000"/>
              </a:lnSpc>
            </a:pPr>
            <a:r>
              <a:rPr lang="en-IN" sz="3200" b="1" dirty="0"/>
              <a:t>What is List&lt;T&gt;?</a:t>
            </a:r>
          </a:p>
          <a:p>
            <a:pPr marL="1371600" lvl="2" indent="-457200">
              <a:lnSpc>
                <a:spcPct val="150000"/>
              </a:lnSpc>
              <a:buFont typeface="Arial" panose="020B0604020202020204" pitchFamily="34" charset="0"/>
              <a:buChar char="•"/>
            </a:pPr>
            <a:r>
              <a:rPr lang="en-IN" sz="3200" dirty="0"/>
              <a:t>A generic ,resizable collection from System.Collections.Generic</a:t>
            </a:r>
          </a:p>
          <a:p>
            <a:pPr marL="1371600" lvl="2" indent="-457200">
              <a:lnSpc>
                <a:spcPct val="150000"/>
              </a:lnSpc>
              <a:buFont typeface="Arial" panose="020B0604020202020204" pitchFamily="34" charset="0"/>
              <a:buChar char="•"/>
            </a:pPr>
            <a:r>
              <a:rPr lang="en-IN" sz="3200" dirty="0"/>
              <a:t>Stores elements of a specific type(T)</a:t>
            </a:r>
          </a:p>
          <a:p>
            <a:pPr marL="1371600" lvl="2" indent="-457200">
              <a:lnSpc>
                <a:spcPct val="150000"/>
              </a:lnSpc>
              <a:buFont typeface="Arial" panose="020B0604020202020204" pitchFamily="34" charset="0"/>
              <a:buChar char="•"/>
            </a:pPr>
            <a:r>
              <a:rPr lang="en-IN" sz="3200" dirty="0"/>
              <a:t>Supports indexing ,dynamic resizing  and many built-in methods</a:t>
            </a:r>
          </a:p>
          <a:p>
            <a:pPr marL="1371600" lvl="2" indent="-457200">
              <a:lnSpc>
                <a:spcPct val="150000"/>
              </a:lnSpc>
              <a:buFont typeface="Arial" panose="020B0604020202020204" pitchFamily="34" charset="0"/>
              <a:buChar char="•"/>
            </a:pPr>
            <a:r>
              <a:rPr lang="en-IN" sz="3200" dirty="0"/>
              <a:t>Think of it like a smart array that grows automatically</a:t>
            </a:r>
          </a:p>
          <a:p>
            <a:pPr marL="571500" indent="-571500">
              <a:lnSpc>
                <a:spcPct val="150000"/>
              </a:lnSpc>
              <a:buFont typeface="Wingdings" panose="05000000000000000000" pitchFamily="2" charset="2"/>
              <a:buChar char="Ø"/>
            </a:pPr>
            <a:r>
              <a:rPr lang="en-GB" sz="3200" b="1" dirty="0"/>
              <a:t>Declaration &amp; Initialization</a:t>
            </a:r>
            <a:r>
              <a:rPr lang="en-GB" sz="3200" dirty="0"/>
              <a:t> </a:t>
            </a:r>
          </a:p>
          <a:p>
            <a:pPr marL="571500" indent="-571500">
              <a:lnSpc>
                <a:spcPct val="150000"/>
              </a:lnSpc>
              <a:buFont typeface="Wingdings" panose="05000000000000000000" pitchFamily="2" charset="2"/>
              <a:buChar char="Ø"/>
            </a:pPr>
            <a:endParaRPr lang="en-GB" sz="3200" dirty="0"/>
          </a:p>
          <a:p>
            <a:pPr marL="571500" indent="-571500">
              <a:lnSpc>
                <a:spcPct val="150000"/>
              </a:lnSpc>
              <a:buFont typeface="Wingdings" panose="05000000000000000000" pitchFamily="2" charset="2"/>
              <a:buChar char="Ø"/>
            </a:pPr>
            <a:endParaRPr lang="en-IN" sz="3200" dirty="0"/>
          </a:p>
          <a:p>
            <a:pPr marL="571500" indent="-571500">
              <a:lnSpc>
                <a:spcPct val="150000"/>
              </a:lnSpc>
              <a:buFont typeface="Wingdings" panose="05000000000000000000" pitchFamily="2" charset="2"/>
              <a:buChar char="Ø"/>
            </a:pPr>
            <a:r>
              <a:rPr lang="en-GB" sz="3200" b="1" dirty="0"/>
              <a:t>Adding Elements:</a:t>
            </a:r>
          </a:p>
          <a:p>
            <a:pPr marL="571500" indent="-571500">
              <a:lnSpc>
                <a:spcPct val="150000"/>
              </a:lnSpc>
              <a:buFont typeface="Wingdings" panose="05000000000000000000" pitchFamily="2" charset="2"/>
              <a:buChar char="Ø"/>
            </a:pPr>
            <a:endParaRPr lang="en-GB" sz="3200" b="1" dirty="0"/>
          </a:p>
          <a:p>
            <a:pPr>
              <a:lnSpc>
                <a:spcPct val="150000"/>
              </a:lnSpc>
            </a:pPr>
            <a:endParaRPr lang="en-GB" sz="3200" b="1" dirty="0"/>
          </a:p>
        </p:txBody>
      </p:sp>
      <p:pic>
        <p:nvPicPr>
          <p:cNvPr id="5125" name="Picture 5">
            <a:extLst>
              <a:ext uri="{FF2B5EF4-FFF2-40B4-BE49-F238E27FC236}">
                <a16:creationId xmlns:a16="http://schemas.microsoft.com/office/drawing/2014/main" id="{415EFE9C-9BFB-BF9C-E0AF-695CA8D14F3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34262" y="6819667"/>
            <a:ext cx="11078307" cy="1031630"/>
          </a:xfrm>
          <a:prstGeom prst="rect">
            <a:avLst/>
          </a:prstGeom>
          <a:noFill/>
          <a:extLst>
            <a:ext uri="{909E8E84-426E-40DD-AFC4-6F175D3DCCD1}">
              <a14:hiddenFill xmlns:a14="http://schemas.microsoft.com/office/drawing/2010/main">
                <a:solidFill>
                  <a:srgbClr val="FFFFFF"/>
                </a:solidFill>
              </a14:hiddenFill>
            </a:ext>
          </a:extLst>
        </p:spPr>
      </p:pic>
      <p:pic>
        <p:nvPicPr>
          <p:cNvPr id="5127" name="Picture 7">
            <a:extLst>
              <a:ext uri="{FF2B5EF4-FFF2-40B4-BE49-F238E27FC236}">
                <a16:creationId xmlns:a16="http://schemas.microsoft.com/office/drawing/2014/main" id="{616663C7-53F4-AD64-6E2C-B2F13F0DB10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77245" y="8866549"/>
            <a:ext cx="11078308" cy="12681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832556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0E8C397-31C8-4935-226C-4A9F8DA1DF5A}"/>
              </a:ext>
            </a:extLst>
          </p:cNvPr>
          <p:cNvSpPr>
            <a:spLocks noGrp="1"/>
          </p:cNvSpPr>
          <p:nvPr>
            <p:ph type="sldNum" sz="quarter" idx="12"/>
          </p:nvPr>
        </p:nvSpPr>
        <p:spPr/>
        <p:txBody>
          <a:bodyPr/>
          <a:lstStyle/>
          <a:p>
            <a:fld id="{B6F15528-21DE-4FAA-801E-634DDDAF4B2B}" type="slidenum">
              <a:rPr lang="en-US" smtClean="0"/>
              <a:pPr/>
              <a:t>11</a:t>
            </a:fld>
            <a:endParaRPr lang="en-US"/>
          </a:p>
        </p:txBody>
      </p:sp>
      <p:pic>
        <p:nvPicPr>
          <p:cNvPr id="3" name="Picture 2">
            <a:extLst>
              <a:ext uri="{FF2B5EF4-FFF2-40B4-BE49-F238E27FC236}">
                <a16:creationId xmlns:a16="http://schemas.microsoft.com/office/drawing/2014/main" id="{C6461300-B50E-D1A8-2D9B-28DD8967029C}"/>
              </a:ext>
            </a:extLst>
          </p:cNvPr>
          <p:cNvPicPr>
            <a:picLocks noChangeAspect="1"/>
          </p:cNvPicPr>
          <p:nvPr/>
        </p:nvPicPr>
        <p:blipFill>
          <a:blip r:embed="rId2"/>
          <a:stretch>
            <a:fillRect/>
          </a:stretch>
        </p:blipFill>
        <p:spPr>
          <a:xfrm>
            <a:off x="1997242" y="935079"/>
            <a:ext cx="14678526" cy="8416842"/>
          </a:xfrm>
          <a:prstGeom prst="rect">
            <a:avLst/>
          </a:prstGeom>
        </p:spPr>
      </p:pic>
    </p:spTree>
    <p:extLst>
      <p:ext uri="{BB962C8B-B14F-4D97-AF65-F5344CB8AC3E}">
        <p14:creationId xmlns:p14="http://schemas.microsoft.com/office/powerpoint/2010/main" val="4792875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5BE8F2-A532-84BA-8020-D80E68378E6E}"/>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E7FCB87F-9EE5-8EE6-E5F2-985F6F150D36}"/>
              </a:ext>
            </a:extLst>
          </p:cNvPr>
          <p:cNvSpPr/>
          <p:nvPr/>
        </p:nvSpPr>
        <p:spPr>
          <a:xfrm>
            <a:off x="-981601" y="327178"/>
            <a:ext cx="2459432" cy="2287272"/>
          </a:xfrm>
          <a:custGeom>
            <a:avLst/>
            <a:gdLst/>
            <a:ahLst/>
            <a:cxnLst/>
            <a:rect l="l" t="t" r="r" b="b"/>
            <a:pathLst>
              <a:path w="2459432" h="2287272">
                <a:moveTo>
                  <a:pt x="0" y="0"/>
                </a:moveTo>
                <a:lnTo>
                  <a:pt x="2459432" y="0"/>
                </a:lnTo>
                <a:lnTo>
                  <a:pt x="2459432" y="2287271"/>
                </a:lnTo>
                <a:lnTo>
                  <a:pt x="0" y="228727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a:extLst>
              <a:ext uri="{FF2B5EF4-FFF2-40B4-BE49-F238E27FC236}">
                <a16:creationId xmlns:a16="http://schemas.microsoft.com/office/drawing/2014/main" id="{FC60013D-0FD3-DB03-2639-11416E82A8CE}"/>
              </a:ext>
            </a:extLst>
          </p:cNvPr>
          <p:cNvSpPr/>
          <p:nvPr/>
        </p:nvSpPr>
        <p:spPr>
          <a:xfrm>
            <a:off x="-963368" y="2856228"/>
            <a:ext cx="2459432" cy="2287272"/>
          </a:xfrm>
          <a:custGeom>
            <a:avLst/>
            <a:gdLst/>
            <a:ahLst/>
            <a:cxnLst/>
            <a:rect l="l" t="t" r="r" b="b"/>
            <a:pathLst>
              <a:path w="2459432" h="2287272">
                <a:moveTo>
                  <a:pt x="0" y="0"/>
                </a:moveTo>
                <a:lnTo>
                  <a:pt x="2459432" y="0"/>
                </a:lnTo>
                <a:lnTo>
                  <a:pt x="2459432" y="2287272"/>
                </a:lnTo>
                <a:lnTo>
                  <a:pt x="0" y="228727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4" name="Group 4">
            <a:extLst>
              <a:ext uri="{FF2B5EF4-FFF2-40B4-BE49-F238E27FC236}">
                <a16:creationId xmlns:a16="http://schemas.microsoft.com/office/drawing/2014/main" id="{8754CBFF-8C85-E495-4E92-459432CE51DE}"/>
              </a:ext>
            </a:extLst>
          </p:cNvPr>
          <p:cNvGrpSpPr/>
          <p:nvPr/>
        </p:nvGrpSpPr>
        <p:grpSpPr>
          <a:xfrm>
            <a:off x="2562452" y="2568512"/>
            <a:ext cx="14656952" cy="2526237"/>
            <a:chOff x="-483648" y="-2758013"/>
            <a:chExt cx="19542604" cy="3368316"/>
          </a:xfrm>
        </p:grpSpPr>
        <p:sp>
          <p:nvSpPr>
            <p:cNvPr id="5" name="TextBox 5">
              <a:extLst>
                <a:ext uri="{FF2B5EF4-FFF2-40B4-BE49-F238E27FC236}">
                  <a16:creationId xmlns:a16="http://schemas.microsoft.com/office/drawing/2014/main" id="{02842AC7-6048-DAF7-885A-FBDBB529ED21}"/>
                </a:ext>
              </a:extLst>
            </p:cNvPr>
            <p:cNvSpPr txBox="1"/>
            <p:nvPr/>
          </p:nvSpPr>
          <p:spPr>
            <a:xfrm>
              <a:off x="-483648" y="-2758013"/>
              <a:ext cx="19542604" cy="615553"/>
            </a:xfrm>
            <a:prstGeom prst="rect">
              <a:avLst/>
            </a:prstGeom>
          </p:spPr>
          <p:txBody>
            <a:bodyPr wrap="square" lIns="0" tIns="0" rIns="0" bIns="0" rtlCol="0" anchor="t">
              <a:spAutoFit/>
            </a:bodyPr>
            <a:lstStyle/>
            <a:p>
              <a:pPr marL="457200" indent="-457200" algn="just">
                <a:lnSpc>
                  <a:spcPts val="3600"/>
                </a:lnSpc>
                <a:buFont typeface="Arial"/>
                <a:buChar char="•"/>
              </a:pPr>
              <a:endParaRPr lang="en-GB" sz="3000" dirty="0">
                <a:latin typeface="Calibri"/>
                <a:ea typeface="+mn-lt"/>
                <a:cs typeface="+mn-lt"/>
              </a:endParaRPr>
            </a:p>
          </p:txBody>
        </p:sp>
        <p:sp>
          <p:nvSpPr>
            <p:cNvPr id="6" name="TextBox 6">
              <a:extLst>
                <a:ext uri="{FF2B5EF4-FFF2-40B4-BE49-F238E27FC236}">
                  <a16:creationId xmlns:a16="http://schemas.microsoft.com/office/drawing/2014/main" id="{351E264A-E088-47BD-4652-763F715C3506}"/>
                </a:ext>
              </a:extLst>
            </p:cNvPr>
            <p:cNvSpPr txBox="1"/>
            <p:nvPr/>
          </p:nvSpPr>
          <p:spPr>
            <a:xfrm>
              <a:off x="0" y="-9525"/>
              <a:ext cx="15443230" cy="619828"/>
            </a:xfrm>
            <a:prstGeom prst="rect">
              <a:avLst/>
            </a:prstGeom>
          </p:spPr>
          <p:txBody>
            <a:bodyPr lIns="0" tIns="0" rIns="0" bIns="0" rtlCol="0" anchor="t">
              <a:spAutoFit/>
            </a:bodyPr>
            <a:lstStyle/>
            <a:p>
              <a:pPr algn="l">
                <a:lnSpc>
                  <a:spcPts val="4200"/>
                </a:lnSpc>
              </a:pPr>
              <a:endParaRPr/>
            </a:p>
          </p:txBody>
        </p:sp>
      </p:grpSp>
      <p:sp>
        <p:nvSpPr>
          <p:cNvPr id="7" name="Freeform 7">
            <a:extLst>
              <a:ext uri="{FF2B5EF4-FFF2-40B4-BE49-F238E27FC236}">
                <a16:creationId xmlns:a16="http://schemas.microsoft.com/office/drawing/2014/main" id="{7C5B11A8-7DC4-12D0-D3CD-D847125197E1}"/>
              </a:ext>
            </a:extLst>
          </p:cNvPr>
          <p:cNvSpPr/>
          <p:nvPr/>
        </p:nvSpPr>
        <p:spPr>
          <a:xfrm>
            <a:off x="17259300" y="7851297"/>
            <a:ext cx="2459432" cy="2287272"/>
          </a:xfrm>
          <a:custGeom>
            <a:avLst/>
            <a:gdLst/>
            <a:ahLst/>
            <a:cxnLst/>
            <a:rect l="l" t="t" r="r" b="b"/>
            <a:pathLst>
              <a:path w="2459432" h="2287272">
                <a:moveTo>
                  <a:pt x="0" y="0"/>
                </a:moveTo>
                <a:lnTo>
                  <a:pt x="2459432" y="0"/>
                </a:lnTo>
                <a:lnTo>
                  <a:pt x="2459432" y="2287272"/>
                </a:lnTo>
                <a:lnTo>
                  <a:pt x="0" y="228727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8" name="Freeform 8">
            <a:extLst>
              <a:ext uri="{FF2B5EF4-FFF2-40B4-BE49-F238E27FC236}">
                <a16:creationId xmlns:a16="http://schemas.microsoft.com/office/drawing/2014/main" id="{8D494314-F997-0DBD-E2FB-555137BBB4FB}"/>
              </a:ext>
            </a:extLst>
          </p:cNvPr>
          <p:cNvSpPr/>
          <p:nvPr/>
        </p:nvSpPr>
        <p:spPr>
          <a:xfrm>
            <a:off x="17259300" y="5335426"/>
            <a:ext cx="2459432" cy="2287272"/>
          </a:xfrm>
          <a:custGeom>
            <a:avLst/>
            <a:gdLst/>
            <a:ahLst/>
            <a:cxnLst/>
            <a:rect l="l" t="t" r="r" b="b"/>
            <a:pathLst>
              <a:path w="2459432" h="2287272">
                <a:moveTo>
                  <a:pt x="0" y="0"/>
                </a:moveTo>
                <a:lnTo>
                  <a:pt x="2459432" y="0"/>
                </a:lnTo>
                <a:lnTo>
                  <a:pt x="2459432" y="2287271"/>
                </a:lnTo>
                <a:lnTo>
                  <a:pt x="0" y="228727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9" name="TextBox 9">
            <a:extLst>
              <a:ext uri="{FF2B5EF4-FFF2-40B4-BE49-F238E27FC236}">
                <a16:creationId xmlns:a16="http://schemas.microsoft.com/office/drawing/2014/main" id="{42DD0A16-21E6-8AAB-9C78-2755830FBDE8}"/>
              </a:ext>
            </a:extLst>
          </p:cNvPr>
          <p:cNvSpPr txBox="1"/>
          <p:nvPr/>
        </p:nvSpPr>
        <p:spPr>
          <a:xfrm>
            <a:off x="1673618" y="732379"/>
            <a:ext cx="13799596" cy="1269578"/>
          </a:xfrm>
          <a:prstGeom prst="rect">
            <a:avLst/>
          </a:prstGeom>
        </p:spPr>
        <p:txBody>
          <a:bodyPr wrap="square" lIns="0" tIns="0" rIns="0" bIns="0" rtlCol="0" anchor="t">
            <a:spAutoFit/>
          </a:bodyPr>
          <a:lstStyle/>
          <a:p>
            <a:pPr algn="ctr">
              <a:lnSpc>
                <a:spcPts val="9900"/>
              </a:lnSpc>
            </a:pPr>
            <a:r>
              <a:rPr lang="en-US" sz="9600" b="1" dirty="0">
                <a:ea typeface="+mn-lt"/>
                <a:cs typeface="+mn-lt"/>
              </a:rPr>
              <a:t>List In C#</a:t>
            </a:r>
          </a:p>
        </p:txBody>
      </p:sp>
      <p:sp>
        <p:nvSpPr>
          <p:cNvPr id="19" name="Slide Number Placeholder 18">
            <a:extLst>
              <a:ext uri="{FF2B5EF4-FFF2-40B4-BE49-F238E27FC236}">
                <a16:creationId xmlns:a16="http://schemas.microsoft.com/office/drawing/2014/main" id="{78FF7061-C3F7-5C6C-2A29-1673DF02A40E}"/>
              </a:ext>
            </a:extLst>
          </p:cNvPr>
          <p:cNvSpPr>
            <a:spLocks noGrp="1"/>
          </p:cNvSpPr>
          <p:nvPr>
            <p:ph type="sldNum" sz="quarter" idx="12"/>
          </p:nvPr>
        </p:nvSpPr>
        <p:spPr>
          <a:xfrm>
            <a:off x="128751" y="9769585"/>
            <a:ext cx="2133600" cy="365125"/>
          </a:xfrm>
        </p:spPr>
        <p:txBody>
          <a:bodyPr/>
          <a:lstStyle/>
          <a:p>
            <a:fld id="{B6F15528-21DE-4FAA-801E-634DDDAF4B2B}" type="slidenum">
              <a:rPr lang="en-US" smtClean="0">
                <a:solidFill>
                  <a:schemeClr val="tx1"/>
                </a:solidFill>
              </a:rPr>
              <a:pPr/>
              <a:t>12</a:t>
            </a:fld>
            <a:endParaRPr lang="en-GB">
              <a:solidFill>
                <a:schemeClr val="tx1"/>
              </a:solidFill>
            </a:endParaRPr>
          </a:p>
        </p:txBody>
      </p:sp>
      <p:sp>
        <p:nvSpPr>
          <p:cNvPr id="14" name="TextBox 13">
            <a:extLst>
              <a:ext uri="{FF2B5EF4-FFF2-40B4-BE49-F238E27FC236}">
                <a16:creationId xmlns:a16="http://schemas.microsoft.com/office/drawing/2014/main" id="{6A2F54B8-934D-C1FB-ADD7-D6FAB682B9F1}"/>
              </a:ext>
            </a:extLst>
          </p:cNvPr>
          <p:cNvSpPr txBox="1"/>
          <p:nvPr/>
        </p:nvSpPr>
        <p:spPr>
          <a:xfrm>
            <a:off x="1908391" y="2094074"/>
            <a:ext cx="14460991" cy="7402668"/>
          </a:xfrm>
          <a:prstGeom prst="rect">
            <a:avLst/>
          </a:prstGeom>
          <a:noFill/>
        </p:spPr>
        <p:txBody>
          <a:bodyPr wrap="square">
            <a:spAutoFit/>
          </a:bodyPr>
          <a:lstStyle/>
          <a:p>
            <a:pPr marL="571500" indent="-571500">
              <a:lnSpc>
                <a:spcPct val="150000"/>
              </a:lnSpc>
              <a:buFont typeface="Wingdings" panose="05000000000000000000" pitchFamily="2" charset="2"/>
              <a:buChar char="Ø"/>
            </a:pPr>
            <a:r>
              <a:rPr lang="en-GB" sz="3200" b="1" dirty="0"/>
              <a:t>Useful Methods : </a:t>
            </a:r>
            <a:r>
              <a:rPr lang="en-GB" sz="3200" dirty="0"/>
              <a:t> </a:t>
            </a:r>
          </a:p>
          <a:p>
            <a:pPr marL="571500" indent="-571500">
              <a:lnSpc>
                <a:spcPct val="150000"/>
              </a:lnSpc>
              <a:buFont typeface="Wingdings" panose="05000000000000000000" pitchFamily="2" charset="2"/>
              <a:buChar char="Ø"/>
            </a:pPr>
            <a:endParaRPr lang="en-GB" sz="3200" b="1" dirty="0"/>
          </a:p>
          <a:p>
            <a:pPr marL="571500" indent="-571500">
              <a:lnSpc>
                <a:spcPct val="150000"/>
              </a:lnSpc>
              <a:buFont typeface="Wingdings" panose="05000000000000000000" pitchFamily="2" charset="2"/>
              <a:buChar char="Ø"/>
            </a:pPr>
            <a:endParaRPr lang="en-GB" sz="3200" b="1" dirty="0"/>
          </a:p>
          <a:p>
            <a:pPr marL="571500" indent="-571500">
              <a:lnSpc>
                <a:spcPct val="150000"/>
              </a:lnSpc>
              <a:buFont typeface="Wingdings" panose="05000000000000000000" pitchFamily="2" charset="2"/>
              <a:buChar char="Ø"/>
            </a:pPr>
            <a:endParaRPr lang="en-GB" sz="3200" b="1" dirty="0"/>
          </a:p>
          <a:p>
            <a:pPr marL="571500" indent="-571500">
              <a:lnSpc>
                <a:spcPct val="150000"/>
              </a:lnSpc>
              <a:buFont typeface="Wingdings" panose="05000000000000000000" pitchFamily="2" charset="2"/>
              <a:buChar char="Ø"/>
            </a:pPr>
            <a:endParaRPr lang="en-GB" sz="3200" b="1" dirty="0"/>
          </a:p>
          <a:p>
            <a:pPr marL="571500" indent="-571500">
              <a:lnSpc>
                <a:spcPct val="150000"/>
              </a:lnSpc>
              <a:buFont typeface="Wingdings" panose="05000000000000000000" pitchFamily="2" charset="2"/>
              <a:buChar char="Ø"/>
            </a:pPr>
            <a:endParaRPr lang="en-GB" sz="3200" b="1" dirty="0"/>
          </a:p>
          <a:p>
            <a:pPr marL="571500" indent="-571500">
              <a:lnSpc>
                <a:spcPct val="150000"/>
              </a:lnSpc>
              <a:buFont typeface="Wingdings" panose="05000000000000000000" pitchFamily="2" charset="2"/>
              <a:buChar char="Ø"/>
            </a:pPr>
            <a:endParaRPr lang="en-GB" sz="3200" b="1" dirty="0"/>
          </a:p>
          <a:p>
            <a:pPr marL="571500" indent="-571500">
              <a:lnSpc>
                <a:spcPct val="150000"/>
              </a:lnSpc>
              <a:buFont typeface="Wingdings" panose="05000000000000000000" pitchFamily="2" charset="2"/>
              <a:buChar char="Ø"/>
            </a:pPr>
            <a:endParaRPr lang="en-GB" sz="3200" b="1" dirty="0"/>
          </a:p>
          <a:p>
            <a:pPr marL="571500" indent="-571500">
              <a:lnSpc>
                <a:spcPct val="150000"/>
              </a:lnSpc>
              <a:buFont typeface="Wingdings" panose="05000000000000000000" pitchFamily="2" charset="2"/>
              <a:buChar char="Ø"/>
            </a:pPr>
            <a:endParaRPr lang="en-GB" sz="3200" b="1" dirty="0"/>
          </a:p>
          <a:p>
            <a:pPr>
              <a:lnSpc>
                <a:spcPct val="150000"/>
              </a:lnSpc>
            </a:pPr>
            <a:endParaRPr lang="en-GB" sz="3200" b="1" dirty="0"/>
          </a:p>
        </p:txBody>
      </p:sp>
      <p:pic>
        <p:nvPicPr>
          <p:cNvPr id="13" name="Picture 12">
            <a:extLst>
              <a:ext uri="{FF2B5EF4-FFF2-40B4-BE49-F238E27FC236}">
                <a16:creationId xmlns:a16="http://schemas.microsoft.com/office/drawing/2014/main" id="{B937E19B-E21A-C9CB-BB53-F654AAA28B42}"/>
              </a:ext>
            </a:extLst>
          </p:cNvPr>
          <p:cNvPicPr>
            <a:picLocks noChangeAspect="1"/>
          </p:cNvPicPr>
          <p:nvPr/>
        </p:nvPicPr>
        <p:blipFill>
          <a:blip r:embed="rId4"/>
          <a:stretch>
            <a:fillRect/>
          </a:stretch>
        </p:blipFill>
        <p:spPr>
          <a:xfrm>
            <a:off x="1496064" y="2856227"/>
            <a:ext cx="15763235" cy="6961445"/>
          </a:xfrm>
          <a:prstGeom prst="rect">
            <a:avLst/>
          </a:prstGeom>
        </p:spPr>
      </p:pic>
    </p:spTree>
    <p:extLst>
      <p:ext uri="{BB962C8B-B14F-4D97-AF65-F5344CB8AC3E}">
        <p14:creationId xmlns:p14="http://schemas.microsoft.com/office/powerpoint/2010/main" val="11588242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902CE97-E7FE-4896-012B-B357B259CF55}"/>
              </a:ext>
            </a:extLst>
          </p:cNvPr>
          <p:cNvSpPr>
            <a:spLocks noGrp="1"/>
          </p:cNvSpPr>
          <p:nvPr>
            <p:ph type="sldNum" sz="quarter" idx="12"/>
          </p:nvPr>
        </p:nvSpPr>
        <p:spPr/>
        <p:txBody>
          <a:bodyPr/>
          <a:lstStyle/>
          <a:p>
            <a:fld id="{B6F15528-21DE-4FAA-801E-634DDDAF4B2B}" type="slidenum">
              <a:rPr lang="en-US" smtClean="0"/>
              <a:pPr/>
              <a:t>13</a:t>
            </a:fld>
            <a:endParaRPr lang="en-US"/>
          </a:p>
        </p:txBody>
      </p:sp>
      <p:pic>
        <p:nvPicPr>
          <p:cNvPr id="3" name="Picture 2">
            <a:extLst>
              <a:ext uri="{FF2B5EF4-FFF2-40B4-BE49-F238E27FC236}">
                <a16:creationId xmlns:a16="http://schemas.microsoft.com/office/drawing/2014/main" id="{4B303301-0E27-AFF7-377B-19F22F8235E8}"/>
              </a:ext>
            </a:extLst>
          </p:cNvPr>
          <p:cNvPicPr>
            <a:picLocks noChangeAspect="1"/>
          </p:cNvPicPr>
          <p:nvPr/>
        </p:nvPicPr>
        <p:blipFill>
          <a:blip r:embed="rId2"/>
          <a:stretch>
            <a:fillRect/>
          </a:stretch>
        </p:blipFill>
        <p:spPr>
          <a:xfrm>
            <a:off x="1957689" y="2358189"/>
            <a:ext cx="14372622" cy="6954253"/>
          </a:xfrm>
          <a:prstGeom prst="rect">
            <a:avLst/>
          </a:prstGeom>
        </p:spPr>
      </p:pic>
      <p:sp>
        <p:nvSpPr>
          <p:cNvPr id="4" name="TextBox 3">
            <a:extLst>
              <a:ext uri="{FF2B5EF4-FFF2-40B4-BE49-F238E27FC236}">
                <a16:creationId xmlns:a16="http://schemas.microsoft.com/office/drawing/2014/main" id="{4AAD0281-D424-1B73-40DD-99BC81260AE4}"/>
              </a:ext>
            </a:extLst>
          </p:cNvPr>
          <p:cNvSpPr txBox="1"/>
          <p:nvPr/>
        </p:nvSpPr>
        <p:spPr>
          <a:xfrm>
            <a:off x="1732547" y="385011"/>
            <a:ext cx="14597764" cy="1477328"/>
          </a:xfrm>
          <a:prstGeom prst="rect">
            <a:avLst/>
          </a:prstGeom>
          <a:noFill/>
        </p:spPr>
        <p:txBody>
          <a:bodyPr wrap="square" rtlCol="0">
            <a:spAutoFit/>
          </a:bodyPr>
          <a:lstStyle/>
          <a:p>
            <a:pPr algn="ctr"/>
            <a:r>
              <a:rPr lang="en-IN" sz="9000" dirty="0"/>
              <a:t>Example of List in C#</a:t>
            </a:r>
          </a:p>
        </p:txBody>
      </p:sp>
    </p:spTree>
    <p:extLst>
      <p:ext uri="{BB962C8B-B14F-4D97-AF65-F5344CB8AC3E}">
        <p14:creationId xmlns:p14="http://schemas.microsoft.com/office/powerpoint/2010/main" val="6556223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776A81-70DF-93A1-79A3-A3E0FB268F54}"/>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B46861D4-BD82-03EB-FEE1-17542854C5B4}"/>
              </a:ext>
            </a:extLst>
          </p:cNvPr>
          <p:cNvSpPr/>
          <p:nvPr/>
        </p:nvSpPr>
        <p:spPr>
          <a:xfrm>
            <a:off x="-840884" y="241238"/>
            <a:ext cx="2459432" cy="2287272"/>
          </a:xfrm>
          <a:custGeom>
            <a:avLst/>
            <a:gdLst/>
            <a:ahLst/>
            <a:cxnLst/>
            <a:rect l="l" t="t" r="r" b="b"/>
            <a:pathLst>
              <a:path w="2459432" h="2287272">
                <a:moveTo>
                  <a:pt x="0" y="0"/>
                </a:moveTo>
                <a:lnTo>
                  <a:pt x="2459432" y="0"/>
                </a:lnTo>
                <a:lnTo>
                  <a:pt x="2459432" y="2287271"/>
                </a:lnTo>
                <a:lnTo>
                  <a:pt x="0" y="228727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a:extLst>
              <a:ext uri="{FF2B5EF4-FFF2-40B4-BE49-F238E27FC236}">
                <a16:creationId xmlns:a16="http://schemas.microsoft.com/office/drawing/2014/main" id="{764CD0C3-75AD-682C-D796-A549C6EB5C29}"/>
              </a:ext>
            </a:extLst>
          </p:cNvPr>
          <p:cNvSpPr/>
          <p:nvPr/>
        </p:nvSpPr>
        <p:spPr>
          <a:xfrm>
            <a:off x="-870441" y="2847634"/>
            <a:ext cx="2459432" cy="2287272"/>
          </a:xfrm>
          <a:custGeom>
            <a:avLst/>
            <a:gdLst/>
            <a:ahLst/>
            <a:cxnLst/>
            <a:rect l="l" t="t" r="r" b="b"/>
            <a:pathLst>
              <a:path w="2459432" h="2287272">
                <a:moveTo>
                  <a:pt x="0" y="0"/>
                </a:moveTo>
                <a:lnTo>
                  <a:pt x="2459432" y="0"/>
                </a:lnTo>
                <a:lnTo>
                  <a:pt x="2459432" y="2287272"/>
                </a:lnTo>
                <a:lnTo>
                  <a:pt x="0" y="228727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4" name="Group 4">
            <a:extLst>
              <a:ext uri="{FF2B5EF4-FFF2-40B4-BE49-F238E27FC236}">
                <a16:creationId xmlns:a16="http://schemas.microsoft.com/office/drawing/2014/main" id="{4FFC28E9-6332-351A-44A1-22B8B602A88B}"/>
              </a:ext>
            </a:extLst>
          </p:cNvPr>
          <p:cNvGrpSpPr/>
          <p:nvPr/>
        </p:nvGrpSpPr>
        <p:grpSpPr>
          <a:xfrm>
            <a:off x="2730770" y="1985187"/>
            <a:ext cx="14535120" cy="2265783"/>
            <a:chOff x="-2906210" y="-2398587"/>
            <a:chExt cx="21900210" cy="3005753"/>
          </a:xfrm>
        </p:grpSpPr>
        <p:sp>
          <p:nvSpPr>
            <p:cNvPr id="5" name="TextBox 5">
              <a:extLst>
                <a:ext uri="{FF2B5EF4-FFF2-40B4-BE49-F238E27FC236}">
                  <a16:creationId xmlns:a16="http://schemas.microsoft.com/office/drawing/2014/main" id="{7D085DC3-1CE0-8124-FF0C-529D0B60D0D8}"/>
                </a:ext>
              </a:extLst>
            </p:cNvPr>
            <p:cNvSpPr txBox="1"/>
            <p:nvPr/>
          </p:nvSpPr>
          <p:spPr>
            <a:xfrm>
              <a:off x="-2906210" y="-2398587"/>
              <a:ext cx="21900210" cy="612438"/>
            </a:xfrm>
            <a:prstGeom prst="rect">
              <a:avLst/>
            </a:prstGeom>
          </p:spPr>
          <p:txBody>
            <a:bodyPr wrap="square" lIns="0" tIns="0" rIns="0" bIns="0" rtlCol="0" anchor="t">
              <a:spAutoFit/>
            </a:bodyPr>
            <a:lstStyle/>
            <a:p>
              <a:pPr marL="457200" indent="-457200" algn="just">
                <a:lnSpc>
                  <a:spcPts val="3600"/>
                </a:lnSpc>
                <a:buFont typeface="Arial"/>
                <a:buChar char="•"/>
              </a:pPr>
              <a:endParaRPr lang="en-GB" sz="3200" dirty="0">
                <a:ea typeface="+mn-lt"/>
                <a:cs typeface="+mn-lt"/>
              </a:endParaRPr>
            </a:p>
          </p:txBody>
        </p:sp>
        <p:sp>
          <p:nvSpPr>
            <p:cNvPr id="6" name="TextBox 6">
              <a:extLst>
                <a:ext uri="{FF2B5EF4-FFF2-40B4-BE49-F238E27FC236}">
                  <a16:creationId xmlns:a16="http://schemas.microsoft.com/office/drawing/2014/main" id="{AC33FFBE-0EC6-D1AA-82BB-EB1402FB9F48}"/>
                </a:ext>
              </a:extLst>
            </p:cNvPr>
            <p:cNvSpPr txBox="1"/>
            <p:nvPr/>
          </p:nvSpPr>
          <p:spPr>
            <a:xfrm>
              <a:off x="0" y="-9525"/>
              <a:ext cx="15443232" cy="616691"/>
            </a:xfrm>
            <a:prstGeom prst="rect">
              <a:avLst/>
            </a:prstGeom>
          </p:spPr>
          <p:txBody>
            <a:bodyPr lIns="0" tIns="0" rIns="0" bIns="0" rtlCol="0" anchor="t">
              <a:spAutoFit/>
            </a:bodyPr>
            <a:lstStyle/>
            <a:p>
              <a:pPr algn="l">
                <a:lnSpc>
                  <a:spcPts val="4200"/>
                </a:lnSpc>
              </a:pPr>
              <a:endParaRPr/>
            </a:p>
          </p:txBody>
        </p:sp>
      </p:grpSp>
      <p:sp>
        <p:nvSpPr>
          <p:cNvPr id="7" name="Freeform 7">
            <a:extLst>
              <a:ext uri="{FF2B5EF4-FFF2-40B4-BE49-F238E27FC236}">
                <a16:creationId xmlns:a16="http://schemas.microsoft.com/office/drawing/2014/main" id="{40F9F061-832C-32D3-E0CB-F0274AA16DF8}"/>
              </a:ext>
            </a:extLst>
          </p:cNvPr>
          <p:cNvSpPr/>
          <p:nvPr/>
        </p:nvSpPr>
        <p:spPr>
          <a:xfrm>
            <a:off x="17259300" y="7851297"/>
            <a:ext cx="2459432" cy="2287272"/>
          </a:xfrm>
          <a:custGeom>
            <a:avLst/>
            <a:gdLst/>
            <a:ahLst/>
            <a:cxnLst/>
            <a:rect l="l" t="t" r="r" b="b"/>
            <a:pathLst>
              <a:path w="2459432" h="2287272">
                <a:moveTo>
                  <a:pt x="0" y="0"/>
                </a:moveTo>
                <a:lnTo>
                  <a:pt x="2459432" y="0"/>
                </a:lnTo>
                <a:lnTo>
                  <a:pt x="2459432" y="2287272"/>
                </a:lnTo>
                <a:lnTo>
                  <a:pt x="0" y="228727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8" name="Freeform 8">
            <a:extLst>
              <a:ext uri="{FF2B5EF4-FFF2-40B4-BE49-F238E27FC236}">
                <a16:creationId xmlns:a16="http://schemas.microsoft.com/office/drawing/2014/main" id="{F5932F8C-3E07-82C1-39E0-B685C9012072}"/>
              </a:ext>
            </a:extLst>
          </p:cNvPr>
          <p:cNvSpPr/>
          <p:nvPr/>
        </p:nvSpPr>
        <p:spPr>
          <a:xfrm>
            <a:off x="17259300" y="5335426"/>
            <a:ext cx="2459432" cy="2287272"/>
          </a:xfrm>
          <a:custGeom>
            <a:avLst/>
            <a:gdLst/>
            <a:ahLst/>
            <a:cxnLst/>
            <a:rect l="l" t="t" r="r" b="b"/>
            <a:pathLst>
              <a:path w="2459432" h="2287272">
                <a:moveTo>
                  <a:pt x="0" y="0"/>
                </a:moveTo>
                <a:lnTo>
                  <a:pt x="2459432" y="0"/>
                </a:lnTo>
                <a:lnTo>
                  <a:pt x="2459432" y="2287271"/>
                </a:lnTo>
                <a:lnTo>
                  <a:pt x="0" y="228727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9" name="TextBox 9">
            <a:extLst>
              <a:ext uri="{FF2B5EF4-FFF2-40B4-BE49-F238E27FC236}">
                <a16:creationId xmlns:a16="http://schemas.microsoft.com/office/drawing/2014/main" id="{C1B87A35-05D4-78A1-0978-5623B93BA57F}"/>
              </a:ext>
            </a:extLst>
          </p:cNvPr>
          <p:cNvSpPr txBox="1"/>
          <p:nvPr/>
        </p:nvSpPr>
        <p:spPr>
          <a:xfrm>
            <a:off x="1588992" y="290468"/>
            <a:ext cx="15068638" cy="1269578"/>
          </a:xfrm>
          <a:prstGeom prst="rect">
            <a:avLst/>
          </a:prstGeom>
        </p:spPr>
        <p:txBody>
          <a:bodyPr wrap="square" lIns="0" tIns="0" rIns="0" bIns="0" rtlCol="0" anchor="t">
            <a:spAutoFit/>
          </a:bodyPr>
          <a:lstStyle/>
          <a:p>
            <a:pPr algn="ctr">
              <a:lnSpc>
                <a:spcPts val="9900"/>
              </a:lnSpc>
            </a:pPr>
            <a:r>
              <a:rPr lang="en-GB" sz="9000" b="1" dirty="0">
                <a:ea typeface="+mn-lt"/>
                <a:cs typeface="+mn-lt"/>
              </a:rPr>
              <a:t>Dictionary in C #</a:t>
            </a:r>
            <a:endParaRPr lang="en-US" dirty="0">
              <a:ea typeface="+mn-lt"/>
              <a:cs typeface="+mn-lt"/>
            </a:endParaRPr>
          </a:p>
        </p:txBody>
      </p:sp>
      <p:sp>
        <p:nvSpPr>
          <p:cNvPr id="19" name="Slide Number Placeholder 18">
            <a:extLst>
              <a:ext uri="{FF2B5EF4-FFF2-40B4-BE49-F238E27FC236}">
                <a16:creationId xmlns:a16="http://schemas.microsoft.com/office/drawing/2014/main" id="{00CC4F59-F8CB-756A-D08B-33E5D1D16484}"/>
              </a:ext>
            </a:extLst>
          </p:cNvPr>
          <p:cNvSpPr>
            <a:spLocks noGrp="1"/>
          </p:cNvSpPr>
          <p:nvPr>
            <p:ph type="sldNum" sz="quarter" idx="12"/>
          </p:nvPr>
        </p:nvSpPr>
        <p:spPr>
          <a:xfrm>
            <a:off x="128751" y="9769585"/>
            <a:ext cx="2133600" cy="365125"/>
          </a:xfrm>
        </p:spPr>
        <p:txBody>
          <a:bodyPr/>
          <a:lstStyle/>
          <a:p>
            <a:fld id="{B6F15528-21DE-4FAA-801E-634DDDAF4B2B}" type="slidenum">
              <a:rPr lang="en-US" smtClean="0">
                <a:solidFill>
                  <a:schemeClr val="tx1"/>
                </a:solidFill>
              </a:rPr>
              <a:pPr/>
              <a:t>14</a:t>
            </a:fld>
            <a:endParaRPr lang="en-GB">
              <a:solidFill>
                <a:schemeClr val="tx1"/>
              </a:solidFill>
            </a:endParaRPr>
          </a:p>
        </p:txBody>
      </p:sp>
      <p:sp>
        <p:nvSpPr>
          <p:cNvPr id="23" name="TextBox 22">
            <a:extLst>
              <a:ext uri="{FF2B5EF4-FFF2-40B4-BE49-F238E27FC236}">
                <a16:creationId xmlns:a16="http://schemas.microsoft.com/office/drawing/2014/main" id="{D530BE80-9514-E4C4-8613-25A0AEA8C85A}"/>
              </a:ext>
            </a:extLst>
          </p:cNvPr>
          <p:cNvSpPr txBox="1"/>
          <p:nvPr/>
        </p:nvSpPr>
        <p:spPr>
          <a:xfrm>
            <a:off x="1588991" y="1560046"/>
            <a:ext cx="15676899" cy="8463855"/>
          </a:xfrm>
          <a:prstGeom prst="rect">
            <a:avLst/>
          </a:prstGeom>
          <a:noFill/>
        </p:spPr>
        <p:txBody>
          <a:bodyPr wrap="square">
            <a:spAutoFit/>
          </a:bodyPr>
          <a:lstStyle/>
          <a:p>
            <a:pPr lvl="1"/>
            <a:endParaRPr lang="en-US" sz="3200" b="1" dirty="0"/>
          </a:p>
          <a:p>
            <a:pPr lvl="1"/>
            <a:r>
              <a:rPr lang="en-US" sz="3200" b="1" dirty="0"/>
              <a:t>What is a Dictionary?</a:t>
            </a:r>
          </a:p>
          <a:p>
            <a:pPr marL="1371600" lvl="2" indent="-457200">
              <a:buFont typeface="Arial" panose="020B0604020202020204" pitchFamily="34" charset="0"/>
              <a:buChar char="•"/>
            </a:pPr>
            <a:r>
              <a:rPr lang="en-US" sz="3200" dirty="0"/>
              <a:t>Dictionary&lt;TKey,TValue&gt; is a collection from the System.Collections.Generic namespace that efficiently stores and manages key-value pairs for the fast lookup, addition and removal based on keys</a:t>
            </a:r>
          </a:p>
          <a:p>
            <a:endParaRPr lang="en-US" sz="3200" dirty="0"/>
          </a:p>
          <a:p>
            <a:pPr lvl="1"/>
            <a:r>
              <a:rPr lang="en-US" sz="3200" b="1" dirty="0"/>
              <a:t>Why Use Dictionary?</a:t>
            </a:r>
          </a:p>
          <a:p>
            <a:pPr marL="1371600" lvl="2" indent="-457200">
              <a:buFont typeface="Arial" panose="020B0604020202020204" pitchFamily="34" charset="0"/>
              <a:buChar char="•"/>
            </a:pPr>
            <a:r>
              <a:rPr lang="en-IN" sz="3200" dirty="0"/>
              <a:t>Fast Key-Based Access</a:t>
            </a:r>
          </a:p>
          <a:p>
            <a:pPr marL="1371600" lvl="2" indent="-457200">
              <a:buFont typeface="Arial" panose="020B0604020202020204" pitchFamily="34" charset="0"/>
              <a:buChar char="•"/>
            </a:pPr>
            <a:r>
              <a:rPr lang="en-IN" sz="3200" dirty="0"/>
              <a:t>Stores Related Data Together</a:t>
            </a:r>
          </a:p>
          <a:p>
            <a:pPr marL="1371600" lvl="2" indent="-457200">
              <a:buFont typeface="Arial" panose="020B0604020202020204" pitchFamily="34" charset="0"/>
              <a:buChar char="•"/>
            </a:pPr>
            <a:endParaRPr lang="en-US" sz="3200" dirty="0"/>
          </a:p>
          <a:p>
            <a:pPr lvl="1"/>
            <a:r>
              <a:rPr lang="en-GB" sz="3200" b="1" dirty="0"/>
              <a:t>Syntax of Dictionary Declaration</a:t>
            </a:r>
            <a:r>
              <a:rPr lang="en-GB" sz="3200" dirty="0"/>
              <a:t> :</a:t>
            </a:r>
          </a:p>
          <a:p>
            <a:pPr lvl="1"/>
            <a:endParaRPr lang="en-US" sz="3200" dirty="0"/>
          </a:p>
          <a:p>
            <a:pPr fontAlgn="base"/>
            <a:endParaRPr lang="en-US" sz="3200" dirty="0"/>
          </a:p>
          <a:p>
            <a:pPr fontAlgn="base"/>
            <a:endParaRPr lang="en-US" sz="3200" dirty="0"/>
          </a:p>
          <a:p>
            <a:pPr fontAlgn="base"/>
            <a:endParaRPr lang="en-US" sz="3200" dirty="0"/>
          </a:p>
          <a:p>
            <a:pPr fontAlgn="base"/>
            <a:endParaRPr lang="en-US" sz="3200" dirty="0"/>
          </a:p>
          <a:p>
            <a:pPr fontAlgn="base"/>
            <a:endParaRPr lang="en-US" sz="3200" dirty="0"/>
          </a:p>
        </p:txBody>
      </p:sp>
      <p:pic>
        <p:nvPicPr>
          <p:cNvPr id="7172" name="Picture 4">
            <a:extLst>
              <a:ext uri="{FF2B5EF4-FFF2-40B4-BE49-F238E27FC236}">
                <a16:creationId xmlns:a16="http://schemas.microsoft.com/office/drawing/2014/main" id="{26E0ED01-7B48-DD1D-42AD-40399A15291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03730" y="7239734"/>
            <a:ext cx="14395279" cy="27124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425454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A4D52B6-FA55-2B3F-DD94-43AB96495C8E}"/>
              </a:ext>
            </a:extLst>
          </p:cNvPr>
          <p:cNvSpPr>
            <a:spLocks noGrp="1"/>
          </p:cNvSpPr>
          <p:nvPr>
            <p:ph type="sldNum" sz="quarter" idx="12"/>
          </p:nvPr>
        </p:nvSpPr>
        <p:spPr/>
        <p:txBody>
          <a:bodyPr/>
          <a:lstStyle/>
          <a:p>
            <a:fld id="{B6F15528-21DE-4FAA-801E-634DDDAF4B2B}" type="slidenum">
              <a:rPr lang="en-US" smtClean="0"/>
              <a:pPr/>
              <a:t>15</a:t>
            </a:fld>
            <a:endParaRPr lang="en-US"/>
          </a:p>
        </p:txBody>
      </p:sp>
      <p:pic>
        <p:nvPicPr>
          <p:cNvPr id="3" name="Picture 2">
            <a:extLst>
              <a:ext uri="{FF2B5EF4-FFF2-40B4-BE49-F238E27FC236}">
                <a16:creationId xmlns:a16="http://schemas.microsoft.com/office/drawing/2014/main" id="{9BA2F7B6-B360-9F0A-587D-270E50111253}"/>
              </a:ext>
            </a:extLst>
          </p:cNvPr>
          <p:cNvPicPr>
            <a:picLocks noChangeAspect="1"/>
          </p:cNvPicPr>
          <p:nvPr/>
        </p:nvPicPr>
        <p:blipFill>
          <a:blip r:embed="rId2"/>
          <a:srcRect b="13450"/>
          <a:stretch>
            <a:fillRect/>
          </a:stretch>
        </p:blipFill>
        <p:spPr>
          <a:xfrm>
            <a:off x="0" y="0"/>
            <a:ext cx="18288000" cy="10287000"/>
          </a:xfrm>
          <a:prstGeom prst="rect">
            <a:avLst/>
          </a:prstGeom>
        </p:spPr>
      </p:pic>
    </p:spTree>
    <p:extLst>
      <p:ext uri="{BB962C8B-B14F-4D97-AF65-F5344CB8AC3E}">
        <p14:creationId xmlns:p14="http://schemas.microsoft.com/office/powerpoint/2010/main" val="10466126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09D704-070B-895C-E6D2-F128E5EFA9B4}"/>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4B47E642-4916-FEFB-809C-53C87BCDAAAC}"/>
              </a:ext>
            </a:extLst>
          </p:cNvPr>
          <p:cNvSpPr/>
          <p:nvPr/>
        </p:nvSpPr>
        <p:spPr>
          <a:xfrm>
            <a:off x="-981601" y="327178"/>
            <a:ext cx="2459432" cy="2287272"/>
          </a:xfrm>
          <a:custGeom>
            <a:avLst/>
            <a:gdLst/>
            <a:ahLst/>
            <a:cxnLst/>
            <a:rect l="l" t="t" r="r" b="b"/>
            <a:pathLst>
              <a:path w="2459432" h="2287272">
                <a:moveTo>
                  <a:pt x="0" y="0"/>
                </a:moveTo>
                <a:lnTo>
                  <a:pt x="2459432" y="0"/>
                </a:lnTo>
                <a:lnTo>
                  <a:pt x="2459432" y="2287271"/>
                </a:lnTo>
                <a:lnTo>
                  <a:pt x="0" y="228727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a:extLst>
              <a:ext uri="{FF2B5EF4-FFF2-40B4-BE49-F238E27FC236}">
                <a16:creationId xmlns:a16="http://schemas.microsoft.com/office/drawing/2014/main" id="{240665CA-9400-4C35-3400-6A8E079CD0EC}"/>
              </a:ext>
            </a:extLst>
          </p:cNvPr>
          <p:cNvSpPr/>
          <p:nvPr/>
        </p:nvSpPr>
        <p:spPr>
          <a:xfrm>
            <a:off x="-963368" y="2856228"/>
            <a:ext cx="2459432" cy="2287272"/>
          </a:xfrm>
          <a:custGeom>
            <a:avLst/>
            <a:gdLst/>
            <a:ahLst/>
            <a:cxnLst/>
            <a:rect l="l" t="t" r="r" b="b"/>
            <a:pathLst>
              <a:path w="2459432" h="2287272">
                <a:moveTo>
                  <a:pt x="0" y="0"/>
                </a:moveTo>
                <a:lnTo>
                  <a:pt x="2459432" y="0"/>
                </a:lnTo>
                <a:lnTo>
                  <a:pt x="2459432" y="2287272"/>
                </a:lnTo>
                <a:lnTo>
                  <a:pt x="0" y="228727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4" name="Group 4">
            <a:extLst>
              <a:ext uri="{FF2B5EF4-FFF2-40B4-BE49-F238E27FC236}">
                <a16:creationId xmlns:a16="http://schemas.microsoft.com/office/drawing/2014/main" id="{EAFA1EC2-9049-4023-84B9-F86C59697A6D}"/>
              </a:ext>
            </a:extLst>
          </p:cNvPr>
          <p:cNvGrpSpPr/>
          <p:nvPr/>
        </p:nvGrpSpPr>
        <p:grpSpPr>
          <a:xfrm>
            <a:off x="2562452" y="2568512"/>
            <a:ext cx="14656952" cy="2526237"/>
            <a:chOff x="-483648" y="-2758013"/>
            <a:chExt cx="19542604" cy="3368316"/>
          </a:xfrm>
        </p:grpSpPr>
        <p:sp>
          <p:nvSpPr>
            <p:cNvPr id="5" name="TextBox 5">
              <a:extLst>
                <a:ext uri="{FF2B5EF4-FFF2-40B4-BE49-F238E27FC236}">
                  <a16:creationId xmlns:a16="http://schemas.microsoft.com/office/drawing/2014/main" id="{9E4962D3-7A63-7A0E-E5D9-C9D4CE3D9D2A}"/>
                </a:ext>
              </a:extLst>
            </p:cNvPr>
            <p:cNvSpPr txBox="1"/>
            <p:nvPr/>
          </p:nvSpPr>
          <p:spPr>
            <a:xfrm>
              <a:off x="-483648" y="-2758013"/>
              <a:ext cx="19542604" cy="615553"/>
            </a:xfrm>
            <a:prstGeom prst="rect">
              <a:avLst/>
            </a:prstGeom>
          </p:spPr>
          <p:txBody>
            <a:bodyPr wrap="square" lIns="0" tIns="0" rIns="0" bIns="0" rtlCol="0" anchor="t">
              <a:spAutoFit/>
            </a:bodyPr>
            <a:lstStyle/>
            <a:p>
              <a:pPr marL="457200" indent="-457200" algn="just">
                <a:lnSpc>
                  <a:spcPts val="3600"/>
                </a:lnSpc>
                <a:buFont typeface="Arial"/>
                <a:buChar char="•"/>
              </a:pPr>
              <a:endParaRPr lang="en-GB" sz="3000" dirty="0">
                <a:latin typeface="Calibri"/>
                <a:ea typeface="+mn-lt"/>
                <a:cs typeface="+mn-lt"/>
              </a:endParaRPr>
            </a:p>
          </p:txBody>
        </p:sp>
        <p:sp>
          <p:nvSpPr>
            <p:cNvPr id="6" name="TextBox 6">
              <a:extLst>
                <a:ext uri="{FF2B5EF4-FFF2-40B4-BE49-F238E27FC236}">
                  <a16:creationId xmlns:a16="http://schemas.microsoft.com/office/drawing/2014/main" id="{82ECA995-8C46-7AA8-A8E6-12937D808772}"/>
                </a:ext>
              </a:extLst>
            </p:cNvPr>
            <p:cNvSpPr txBox="1"/>
            <p:nvPr/>
          </p:nvSpPr>
          <p:spPr>
            <a:xfrm>
              <a:off x="0" y="-9525"/>
              <a:ext cx="15443230" cy="619828"/>
            </a:xfrm>
            <a:prstGeom prst="rect">
              <a:avLst/>
            </a:prstGeom>
          </p:spPr>
          <p:txBody>
            <a:bodyPr lIns="0" tIns="0" rIns="0" bIns="0" rtlCol="0" anchor="t">
              <a:spAutoFit/>
            </a:bodyPr>
            <a:lstStyle/>
            <a:p>
              <a:pPr algn="l">
                <a:lnSpc>
                  <a:spcPts val="4200"/>
                </a:lnSpc>
              </a:pPr>
              <a:endParaRPr/>
            </a:p>
          </p:txBody>
        </p:sp>
      </p:grpSp>
      <p:sp>
        <p:nvSpPr>
          <p:cNvPr id="7" name="Freeform 7">
            <a:extLst>
              <a:ext uri="{FF2B5EF4-FFF2-40B4-BE49-F238E27FC236}">
                <a16:creationId xmlns:a16="http://schemas.microsoft.com/office/drawing/2014/main" id="{7EEA22BB-A2CF-0E32-E1CF-F2A6D2DD8C0E}"/>
              </a:ext>
            </a:extLst>
          </p:cNvPr>
          <p:cNvSpPr/>
          <p:nvPr/>
        </p:nvSpPr>
        <p:spPr>
          <a:xfrm>
            <a:off x="17259300" y="7851297"/>
            <a:ext cx="2459432" cy="2287272"/>
          </a:xfrm>
          <a:custGeom>
            <a:avLst/>
            <a:gdLst/>
            <a:ahLst/>
            <a:cxnLst/>
            <a:rect l="l" t="t" r="r" b="b"/>
            <a:pathLst>
              <a:path w="2459432" h="2287272">
                <a:moveTo>
                  <a:pt x="0" y="0"/>
                </a:moveTo>
                <a:lnTo>
                  <a:pt x="2459432" y="0"/>
                </a:lnTo>
                <a:lnTo>
                  <a:pt x="2459432" y="2287272"/>
                </a:lnTo>
                <a:lnTo>
                  <a:pt x="0" y="228727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8" name="Freeform 8">
            <a:extLst>
              <a:ext uri="{FF2B5EF4-FFF2-40B4-BE49-F238E27FC236}">
                <a16:creationId xmlns:a16="http://schemas.microsoft.com/office/drawing/2014/main" id="{088C1590-1F11-C145-6223-4A37E70041E2}"/>
              </a:ext>
            </a:extLst>
          </p:cNvPr>
          <p:cNvSpPr/>
          <p:nvPr/>
        </p:nvSpPr>
        <p:spPr>
          <a:xfrm>
            <a:off x="17259300" y="5335426"/>
            <a:ext cx="2459432" cy="2287272"/>
          </a:xfrm>
          <a:custGeom>
            <a:avLst/>
            <a:gdLst/>
            <a:ahLst/>
            <a:cxnLst/>
            <a:rect l="l" t="t" r="r" b="b"/>
            <a:pathLst>
              <a:path w="2459432" h="2287272">
                <a:moveTo>
                  <a:pt x="0" y="0"/>
                </a:moveTo>
                <a:lnTo>
                  <a:pt x="2459432" y="0"/>
                </a:lnTo>
                <a:lnTo>
                  <a:pt x="2459432" y="2287271"/>
                </a:lnTo>
                <a:lnTo>
                  <a:pt x="0" y="228727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9" name="TextBox 9">
            <a:extLst>
              <a:ext uri="{FF2B5EF4-FFF2-40B4-BE49-F238E27FC236}">
                <a16:creationId xmlns:a16="http://schemas.microsoft.com/office/drawing/2014/main" id="{1A425C93-3E92-7485-62DC-F5A0AC5A197E}"/>
              </a:ext>
            </a:extLst>
          </p:cNvPr>
          <p:cNvSpPr txBox="1"/>
          <p:nvPr/>
        </p:nvSpPr>
        <p:spPr>
          <a:xfrm>
            <a:off x="1673618" y="732379"/>
            <a:ext cx="13799596" cy="1269578"/>
          </a:xfrm>
          <a:prstGeom prst="rect">
            <a:avLst/>
          </a:prstGeom>
        </p:spPr>
        <p:txBody>
          <a:bodyPr wrap="square" lIns="0" tIns="0" rIns="0" bIns="0" rtlCol="0" anchor="t">
            <a:spAutoFit/>
          </a:bodyPr>
          <a:lstStyle/>
          <a:p>
            <a:pPr algn="ctr">
              <a:lnSpc>
                <a:spcPts val="9900"/>
              </a:lnSpc>
            </a:pPr>
            <a:r>
              <a:rPr lang="en-US" sz="9600" b="1" dirty="0">
                <a:ea typeface="+mn-lt"/>
                <a:cs typeface="+mn-lt"/>
              </a:rPr>
              <a:t>Dictionary In C#</a:t>
            </a:r>
          </a:p>
        </p:txBody>
      </p:sp>
      <p:sp>
        <p:nvSpPr>
          <p:cNvPr id="19" name="Slide Number Placeholder 18">
            <a:extLst>
              <a:ext uri="{FF2B5EF4-FFF2-40B4-BE49-F238E27FC236}">
                <a16:creationId xmlns:a16="http://schemas.microsoft.com/office/drawing/2014/main" id="{02E3E849-DCF1-7237-17E1-FE3E290D1F1E}"/>
              </a:ext>
            </a:extLst>
          </p:cNvPr>
          <p:cNvSpPr>
            <a:spLocks noGrp="1"/>
          </p:cNvSpPr>
          <p:nvPr>
            <p:ph type="sldNum" sz="quarter" idx="12"/>
          </p:nvPr>
        </p:nvSpPr>
        <p:spPr>
          <a:xfrm>
            <a:off x="128751" y="9769585"/>
            <a:ext cx="2133600" cy="365125"/>
          </a:xfrm>
        </p:spPr>
        <p:txBody>
          <a:bodyPr/>
          <a:lstStyle/>
          <a:p>
            <a:fld id="{B6F15528-21DE-4FAA-801E-634DDDAF4B2B}" type="slidenum">
              <a:rPr lang="en-US" smtClean="0">
                <a:solidFill>
                  <a:schemeClr val="tx1"/>
                </a:solidFill>
              </a:rPr>
              <a:pPr/>
              <a:t>16</a:t>
            </a:fld>
            <a:endParaRPr lang="en-GB">
              <a:solidFill>
                <a:schemeClr val="tx1"/>
              </a:solidFill>
            </a:endParaRPr>
          </a:p>
        </p:txBody>
      </p:sp>
      <p:sp>
        <p:nvSpPr>
          <p:cNvPr id="14" name="TextBox 13">
            <a:extLst>
              <a:ext uri="{FF2B5EF4-FFF2-40B4-BE49-F238E27FC236}">
                <a16:creationId xmlns:a16="http://schemas.microsoft.com/office/drawing/2014/main" id="{2DF055DF-1D2C-AE4B-5869-4C9F8EC01DE3}"/>
              </a:ext>
            </a:extLst>
          </p:cNvPr>
          <p:cNvSpPr txBox="1"/>
          <p:nvPr/>
        </p:nvSpPr>
        <p:spPr>
          <a:xfrm>
            <a:off x="1908391" y="2094074"/>
            <a:ext cx="14460991" cy="7402668"/>
          </a:xfrm>
          <a:prstGeom prst="rect">
            <a:avLst/>
          </a:prstGeom>
          <a:noFill/>
        </p:spPr>
        <p:txBody>
          <a:bodyPr wrap="square">
            <a:spAutoFit/>
          </a:bodyPr>
          <a:lstStyle/>
          <a:p>
            <a:pPr marL="571500" indent="-571500">
              <a:lnSpc>
                <a:spcPct val="150000"/>
              </a:lnSpc>
              <a:buFont typeface="Wingdings" panose="05000000000000000000" pitchFamily="2" charset="2"/>
              <a:buChar char="Ø"/>
            </a:pPr>
            <a:r>
              <a:rPr lang="en-GB" sz="3200" b="1" dirty="0"/>
              <a:t>Useful Methods : </a:t>
            </a:r>
            <a:r>
              <a:rPr lang="en-GB" sz="3200" dirty="0"/>
              <a:t> </a:t>
            </a:r>
          </a:p>
          <a:p>
            <a:pPr marL="571500" indent="-571500">
              <a:lnSpc>
                <a:spcPct val="150000"/>
              </a:lnSpc>
              <a:buFont typeface="Wingdings" panose="05000000000000000000" pitchFamily="2" charset="2"/>
              <a:buChar char="Ø"/>
            </a:pPr>
            <a:endParaRPr lang="en-GB" sz="3200" b="1" dirty="0"/>
          </a:p>
          <a:p>
            <a:pPr marL="571500" indent="-571500">
              <a:lnSpc>
                <a:spcPct val="150000"/>
              </a:lnSpc>
              <a:buFont typeface="Wingdings" panose="05000000000000000000" pitchFamily="2" charset="2"/>
              <a:buChar char="Ø"/>
            </a:pPr>
            <a:endParaRPr lang="en-GB" sz="3200" b="1" dirty="0"/>
          </a:p>
          <a:p>
            <a:pPr marL="571500" indent="-571500">
              <a:lnSpc>
                <a:spcPct val="150000"/>
              </a:lnSpc>
              <a:buFont typeface="Wingdings" panose="05000000000000000000" pitchFamily="2" charset="2"/>
              <a:buChar char="Ø"/>
            </a:pPr>
            <a:endParaRPr lang="en-GB" sz="3200" b="1" dirty="0"/>
          </a:p>
          <a:p>
            <a:pPr marL="571500" indent="-571500">
              <a:lnSpc>
                <a:spcPct val="150000"/>
              </a:lnSpc>
              <a:buFont typeface="Wingdings" panose="05000000000000000000" pitchFamily="2" charset="2"/>
              <a:buChar char="Ø"/>
            </a:pPr>
            <a:endParaRPr lang="en-GB" sz="3200" b="1" dirty="0"/>
          </a:p>
          <a:p>
            <a:pPr marL="571500" indent="-571500">
              <a:lnSpc>
                <a:spcPct val="150000"/>
              </a:lnSpc>
              <a:buFont typeface="Wingdings" panose="05000000000000000000" pitchFamily="2" charset="2"/>
              <a:buChar char="Ø"/>
            </a:pPr>
            <a:endParaRPr lang="en-GB" sz="3200" b="1" dirty="0"/>
          </a:p>
          <a:p>
            <a:pPr marL="571500" indent="-571500">
              <a:lnSpc>
                <a:spcPct val="150000"/>
              </a:lnSpc>
              <a:buFont typeface="Wingdings" panose="05000000000000000000" pitchFamily="2" charset="2"/>
              <a:buChar char="Ø"/>
            </a:pPr>
            <a:endParaRPr lang="en-GB" sz="3200" b="1" dirty="0"/>
          </a:p>
          <a:p>
            <a:pPr marL="571500" indent="-571500">
              <a:lnSpc>
                <a:spcPct val="150000"/>
              </a:lnSpc>
              <a:buFont typeface="Wingdings" panose="05000000000000000000" pitchFamily="2" charset="2"/>
              <a:buChar char="Ø"/>
            </a:pPr>
            <a:endParaRPr lang="en-GB" sz="3200" b="1" dirty="0"/>
          </a:p>
          <a:p>
            <a:pPr marL="571500" indent="-571500">
              <a:lnSpc>
                <a:spcPct val="150000"/>
              </a:lnSpc>
              <a:buFont typeface="Wingdings" panose="05000000000000000000" pitchFamily="2" charset="2"/>
              <a:buChar char="Ø"/>
            </a:pPr>
            <a:endParaRPr lang="en-GB" sz="3200" b="1" dirty="0"/>
          </a:p>
          <a:p>
            <a:pPr>
              <a:lnSpc>
                <a:spcPct val="150000"/>
              </a:lnSpc>
            </a:pPr>
            <a:endParaRPr lang="en-GB" sz="3200" b="1" dirty="0"/>
          </a:p>
        </p:txBody>
      </p:sp>
      <p:pic>
        <p:nvPicPr>
          <p:cNvPr id="15" name="Picture 14">
            <a:extLst>
              <a:ext uri="{FF2B5EF4-FFF2-40B4-BE49-F238E27FC236}">
                <a16:creationId xmlns:a16="http://schemas.microsoft.com/office/drawing/2014/main" id="{96EAABAE-B069-D4B5-754B-5F9E8F5EDC75}"/>
              </a:ext>
            </a:extLst>
          </p:cNvPr>
          <p:cNvPicPr>
            <a:picLocks noChangeAspect="1"/>
          </p:cNvPicPr>
          <p:nvPr/>
        </p:nvPicPr>
        <p:blipFill>
          <a:blip r:embed="rId4"/>
          <a:srcRect b="1449"/>
          <a:stretch>
            <a:fillRect/>
          </a:stretch>
        </p:blipFill>
        <p:spPr>
          <a:xfrm>
            <a:off x="2124757" y="2856228"/>
            <a:ext cx="14656952" cy="6381558"/>
          </a:xfrm>
          <a:prstGeom prst="rect">
            <a:avLst/>
          </a:prstGeom>
        </p:spPr>
      </p:pic>
    </p:spTree>
    <p:extLst>
      <p:ext uri="{BB962C8B-B14F-4D97-AF65-F5344CB8AC3E}">
        <p14:creationId xmlns:p14="http://schemas.microsoft.com/office/powerpoint/2010/main" val="6331009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42A80D-F9E2-23F6-9DA5-A5FBE61B69C2}"/>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DFA34C5A-5C0D-21F0-EB4B-38BE4C9049A2}"/>
              </a:ext>
            </a:extLst>
          </p:cNvPr>
          <p:cNvSpPr/>
          <p:nvPr/>
        </p:nvSpPr>
        <p:spPr>
          <a:xfrm>
            <a:off x="-981601" y="327178"/>
            <a:ext cx="2459432" cy="2287272"/>
          </a:xfrm>
          <a:custGeom>
            <a:avLst/>
            <a:gdLst/>
            <a:ahLst/>
            <a:cxnLst/>
            <a:rect l="l" t="t" r="r" b="b"/>
            <a:pathLst>
              <a:path w="2459432" h="2287272">
                <a:moveTo>
                  <a:pt x="0" y="0"/>
                </a:moveTo>
                <a:lnTo>
                  <a:pt x="2459432" y="0"/>
                </a:lnTo>
                <a:lnTo>
                  <a:pt x="2459432" y="2287271"/>
                </a:lnTo>
                <a:lnTo>
                  <a:pt x="0" y="228727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a:extLst>
              <a:ext uri="{FF2B5EF4-FFF2-40B4-BE49-F238E27FC236}">
                <a16:creationId xmlns:a16="http://schemas.microsoft.com/office/drawing/2014/main" id="{86019366-1956-C73C-2C7F-6367653B5B53}"/>
              </a:ext>
            </a:extLst>
          </p:cNvPr>
          <p:cNvSpPr/>
          <p:nvPr/>
        </p:nvSpPr>
        <p:spPr>
          <a:xfrm>
            <a:off x="-963368" y="2856228"/>
            <a:ext cx="2459432" cy="2287272"/>
          </a:xfrm>
          <a:custGeom>
            <a:avLst/>
            <a:gdLst/>
            <a:ahLst/>
            <a:cxnLst/>
            <a:rect l="l" t="t" r="r" b="b"/>
            <a:pathLst>
              <a:path w="2459432" h="2287272">
                <a:moveTo>
                  <a:pt x="0" y="0"/>
                </a:moveTo>
                <a:lnTo>
                  <a:pt x="2459432" y="0"/>
                </a:lnTo>
                <a:lnTo>
                  <a:pt x="2459432" y="2287272"/>
                </a:lnTo>
                <a:lnTo>
                  <a:pt x="0" y="228727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4" name="Group 4">
            <a:extLst>
              <a:ext uri="{FF2B5EF4-FFF2-40B4-BE49-F238E27FC236}">
                <a16:creationId xmlns:a16="http://schemas.microsoft.com/office/drawing/2014/main" id="{B691A2A5-2272-A001-621C-1D8B4EB15037}"/>
              </a:ext>
            </a:extLst>
          </p:cNvPr>
          <p:cNvGrpSpPr/>
          <p:nvPr/>
        </p:nvGrpSpPr>
        <p:grpSpPr>
          <a:xfrm>
            <a:off x="2562452" y="2568512"/>
            <a:ext cx="14656952" cy="2526237"/>
            <a:chOff x="-483648" y="-2758013"/>
            <a:chExt cx="19542604" cy="3368316"/>
          </a:xfrm>
        </p:grpSpPr>
        <p:sp>
          <p:nvSpPr>
            <p:cNvPr id="5" name="TextBox 5">
              <a:extLst>
                <a:ext uri="{FF2B5EF4-FFF2-40B4-BE49-F238E27FC236}">
                  <a16:creationId xmlns:a16="http://schemas.microsoft.com/office/drawing/2014/main" id="{C6D145B8-9ECC-5443-72D1-C38E20CB9262}"/>
                </a:ext>
              </a:extLst>
            </p:cNvPr>
            <p:cNvSpPr txBox="1"/>
            <p:nvPr/>
          </p:nvSpPr>
          <p:spPr>
            <a:xfrm>
              <a:off x="-483648" y="-2758013"/>
              <a:ext cx="19542604" cy="615553"/>
            </a:xfrm>
            <a:prstGeom prst="rect">
              <a:avLst/>
            </a:prstGeom>
          </p:spPr>
          <p:txBody>
            <a:bodyPr wrap="square" lIns="0" tIns="0" rIns="0" bIns="0" rtlCol="0" anchor="t">
              <a:spAutoFit/>
            </a:bodyPr>
            <a:lstStyle/>
            <a:p>
              <a:pPr marL="457200" indent="-457200" algn="just">
                <a:lnSpc>
                  <a:spcPts val="3600"/>
                </a:lnSpc>
                <a:buFont typeface="Arial"/>
                <a:buChar char="•"/>
              </a:pPr>
              <a:endParaRPr lang="en-GB" sz="3000" dirty="0">
                <a:latin typeface="Calibri"/>
                <a:ea typeface="+mn-lt"/>
                <a:cs typeface="+mn-lt"/>
              </a:endParaRPr>
            </a:p>
          </p:txBody>
        </p:sp>
        <p:sp>
          <p:nvSpPr>
            <p:cNvPr id="6" name="TextBox 6">
              <a:extLst>
                <a:ext uri="{FF2B5EF4-FFF2-40B4-BE49-F238E27FC236}">
                  <a16:creationId xmlns:a16="http://schemas.microsoft.com/office/drawing/2014/main" id="{1C360347-6E8F-A00B-58F2-68A91B2D5F30}"/>
                </a:ext>
              </a:extLst>
            </p:cNvPr>
            <p:cNvSpPr txBox="1"/>
            <p:nvPr/>
          </p:nvSpPr>
          <p:spPr>
            <a:xfrm>
              <a:off x="0" y="-9525"/>
              <a:ext cx="15443230" cy="619828"/>
            </a:xfrm>
            <a:prstGeom prst="rect">
              <a:avLst/>
            </a:prstGeom>
          </p:spPr>
          <p:txBody>
            <a:bodyPr lIns="0" tIns="0" rIns="0" bIns="0" rtlCol="0" anchor="t">
              <a:spAutoFit/>
            </a:bodyPr>
            <a:lstStyle/>
            <a:p>
              <a:pPr algn="l">
                <a:lnSpc>
                  <a:spcPts val="4200"/>
                </a:lnSpc>
              </a:pPr>
              <a:endParaRPr/>
            </a:p>
          </p:txBody>
        </p:sp>
      </p:grpSp>
      <p:sp>
        <p:nvSpPr>
          <p:cNvPr id="7" name="Freeform 7">
            <a:extLst>
              <a:ext uri="{FF2B5EF4-FFF2-40B4-BE49-F238E27FC236}">
                <a16:creationId xmlns:a16="http://schemas.microsoft.com/office/drawing/2014/main" id="{D794B499-DA2A-439D-D9B4-EDCC66ED7816}"/>
              </a:ext>
            </a:extLst>
          </p:cNvPr>
          <p:cNvSpPr/>
          <p:nvPr/>
        </p:nvSpPr>
        <p:spPr>
          <a:xfrm>
            <a:off x="17259300" y="7851297"/>
            <a:ext cx="2459432" cy="2287272"/>
          </a:xfrm>
          <a:custGeom>
            <a:avLst/>
            <a:gdLst/>
            <a:ahLst/>
            <a:cxnLst/>
            <a:rect l="l" t="t" r="r" b="b"/>
            <a:pathLst>
              <a:path w="2459432" h="2287272">
                <a:moveTo>
                  <a:pt x="0" y="0"/>
                </a:moveTo>
                <a:lnTo>
                  <a:pt x="2459432" y="0"/>
                </a:lnTo>
                <a:lnTo>
                  <a:pt x="2459432" y="2287272"/>
                </a:lnTo>
                <a:lnTo>
                  <a:pt x="0" y="228727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8" name="Freeform 8">
            <a:extLst>
              <a:ext uri="{FF2B5EF4-FFF2-40B4-BE49-F238E27FC236}">
                <a16:creationId xmlns:a16="http://schemas.microsoft.com/office/drawing/2014/main" id="{991811D0-491C-3B0E-CBA7-EB5439037674}"/>
              </a:ext>
            </a:extLst>
          </p:cNvPr>
          <p:cNvSpPr/>
          <p:nvPr/>
        </p:nvSpPr>
        <p:spPr>
          <a:xfrm>
            <a:off x="17259300" y="5335426"/>
            <a:ext cx="2459432" cy="2287272"/>
          </a:xfrm>
          <a:custGeom>
            <a:avLst/>
            <a:gdLst/>
            <a:ahLst/>
            <a:cxnLst/>
            <a:rect l="l" t="t" r="r" b="b"/>
            <a:pathLst>
              <a:path w="2459432" h="2287272">
                <a:moveTo>
                  <a:pt x="0" y="0"/>
                </a:moveTo>
                <a:lnTo>
                  <a:pt x="2459432" y="0"/>
                </a:lnTo>
                <a:lnTo>
                  <a:pt x="2459432" y="2287271"/>
                </a:lnTo>
                <a:lnTo>
                  <a:pt x="0" y="228727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9" name="TextBox 9">
            <a:extLst>
              <a:ext uri="{FF2B5EF4-FFF2-40B4-BE49-F238E27FC236}">
                <a16:creationId xmlns:a16="http://schemas.microsoft.com/office/drawing/2014/main" id="{766EFB46-D8B1-3D48-A4A4-094C1B7E2507}"/>
              </a:ext>
            </a:extLst>
          </p:cNvPr>
          <p:cNvSpPr txBox="1"/>
          <p:nvPr/>
        </p:nvSpPr>
        <p:spPr>
          <a:xfrm>
            <a:off x="1673618" y="732379"/>
            <a:ext cx="13799596" cy="1269578"/>
          </a:xfrm>
          <a:prstGeom prst="rect">
            <a:avLst/>
          </a:prstGeom>
        </p:spPr>
        <p:txBody>
          <a:bodyPr wrap="square" lIns="0" tIns="0" rIns="0" bIns="0" rtlCol="0" anchor="t">
            <a:spAutoFit/>
          </a:bodyPr>
          <a:lstStyle/>
          <a:p>
            <a:pPr algn="ctr">
              <a:lnSpc>
                <a:spcPts val="9900"/>
              </a:lnSpc>
            </a:pPr>
            <a:r>
              <a:rPr lang="en-US" sz="9600" b="1" dirty="0">
                <a:ea typeface="+mn-lt"/>
                <a:cs typeface="+mn-lt"/>
              </a:rPr>
              <a:t>HashSet In C#</a:t>
            </a:r>
          </a:p>
        </p:txBody>
      </p:sp>
      <p:sp>
        <p:nvSpPr>
          <p:cNvPr id="19" name="Slide Number Placeholder 18">
            <a:extLst>
              <a:ext uri="{FF2B5EF4-FFF2-40B4-BE49-F238E27FC236}">
                <a16:creationId xmlns:a16="http://schemas.microsoft.com/office/drawing/2014/main" id="{B547B113-95FB-A6D4-7192-C73CA7D05DB1}"/>
              </a:ext>
            </a:extLst>
          </p:cNvPr>
          <p:cNvSpPr>
            <a:spLocks noGrp="1"/>
          </p:cNvSpPr>
          <p:nvPr>
            <p:ph type="sldNum" sz="quarter" idx="12"/>
          </p:nvPr>
        </p:nvSpPr>
        <p:spPr>
          <a:xfrm>
            <a:off x="128751" y="9769585"/>
            <a:ext cx="2133600" cy="365125"/>
          </a:xfrm>
        </p:spPr>
        <p:txBody>
          <a:bodyPr/>
          <a:lstStyle/>
          <a:p>
            <a:fld id="{B6F15528-21DE-4FAA-801E-634DDDAF4B2B}" type="slidenum">
              <a:rPr lang="en-US" smtClean="0">
                <a:solidFill>
                  <a:schemeClr val="tx1"/>
                </a:solidFill>
              </a:rPr>
              <a:pPr/>
              <a:t>17</a:t>
            </a:fld>
            <a:endParaRPr lang="en-GB">
              <a:solidFill>
                <a:schemeClr val="tx1"/>
              </a:solidFill>
            </a:endParaRPr>
          </a:p>
        </p:txBody>
      </p:sp>
      <p:sp>
        <p:nvSpPr>
          <p:cNvPr id="14" name="TextBox 13">
            <a:extLst>
              <a:ext uri="{FF2B5EF4-FFF2-40B4-BE49-F238E27FC236}">
                <a16:creationId xmlns:a16="http://schemas.microsoft.com/office/drawing/2014/main" id="{5C74ACE0-865C-7594-E83A-A0728CB923FD}"/>
              </a:ext>
            </a:extLst>
          </p:cNvPr>
          <p:cNvSpPr txBox="1"/>
          <p:nvPr/>
        </p:nvSpPr>
        <p:spPr>
          <a:xfrm>
            <a:off x="1496065" y="2094074"/>
            <a:ext cx="15723340" cy="5925340"/>
          </a:xfrm>
          <a:prstGeom prst="rect">
            <a:avLst/>
          </a:prstGeom>
          <a:noFill/>
        </p:spPr>
        <p:txBody>
          <a:bodyPr wrap="square">
            <a:spAutoFit/>
          </a:bodyPr>
          <a:lstStyle/>
          <a:p>
            <a:pPr marL="914400" lvl="1" indent="-457200">
              <a:lnSpc>
                <a:spcPct val="150000"/>
              </a:lnSpc>
              <a:buFont typeface="Wingdings" panose="05000000000000000000" pitchFamily="2" charset="2"/>
              <a:buChar char="Ø"/>
            </a:pPr>
            <a:r>
              <a:rPr lang="en-IN" sz="3200" b="1" dirty="0"/>
              <a:t>What is HashSet&lt;T&gt;?</a:t>
            </a:r>
          </a:p>
          <a:p>
            <a:pPr marL="1828800" lvl="3" indent="-457200">
              <a:lnSpc>
                <a:spcPct val="150000"/>
              </a:lnSpc>
              <a:buFont typeface="Arial" panose="020B0604020202020204" pitchFamily="34" charset="0"/>
              <a:buChar char="•"/>
            </a:pPr>
            <a:r>
              <a:rPr lang="en-US" sz="3200" dirty="0"/>
              <a:t>HashSet&lt;T&gt; is a collection of unique values — it automatically removes duplicates and provides fast lookup operations. It is part of the System.Collections.Generic namespace and uses a hashing algorithm to store values efficiently.</a:t>
            </a:r>
          </a:p>
          <a:p>
            <a:pPr marL="914400" lvl="1" indent="-457200">
              <a:lnSpc>
                <a:spcPct val="150000"/>
              </a:lnSpc>
              <a:buFont typeface="Wingdings" panose="05000000000000000000" pitchFamily="2" charset="2"/>
              <a:buChar char="Ø"/>
            </a:pPr>
            <a:r>
              <a:rPr lang="en-GB" sz="3200" b="1" dirty="0"/>
              <a:t>Declaration &amp; Initialization</a:t>
            </a:r>
            <a:r>
              <a:rPr lang="en-GB" sz="3200" dirty="0"/>
              <a:t> </a:t>
            </a:r>
          </a:p>
          <a:p>
            <a:pPr marL="571500" indent="-571500">
              <a:lnSpc>
                <a:spcPct val="150000"/>
              </a:lnSpc>
              <a:buFont typeface="Wingdings" panose="05000000000000000000" pitchFamily="2" charset="2"/>
              <a:buChar char="Ø"/>
            </a:pPr>
            <a:endParaRPr lang="en-GB" sz="3200" dirty="0"/>
          </a:p>
          <a:p>
            <a:pPr>
              <a:lnSpc>
                <a:spcPct val="150000"/>
              </a:lnSpc>
            </a:pPr>
            <a:endParaRPr lang="en-GB" sz="3200" b="1" dirty="0"/>
          </a:p>
          <a:p>
            <a:pPr>
              <a:lnSpc>
                <a:spcPct val="150000"/>
              </a:lnSpc>
            </a:pPr>
            <a:endParaRPr lang="en-GB" sz="3200" b="1" dirty="0"/>
          </a:p>
        </p:txBody>
      </p:sp>
      <p:pic>
        <p:nvPicPr>
          <p:cNvPr id="8194" name="Picture 2">
            <a:extLst>
              <a:ext uri="{FF2B5EF4-FFF2-40B4-BE49-F238E27FC236}">
                <a16:creationId xmlns:a16="http://schemas.microsoft.com/office/drawing/2014/main" id="{8211042D-9AC0-D35A-CD28-D3931DB4798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26576" y="6076063"/>
            <a:ext cx="13076132" cy="27666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895790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F0420A2-ABE2-ACAA-4B83-1E2743ECAD72}"/>
              </a:ext>
            </a:extLst>
          </p:cNvPr>
          <p:cNvSpPr>
            <a:spLocks noGrp="1"/>
          </p:cNvSpPr>
          <p:nvPr>
            <p:ph type="sldNum" sz="quarter" idx="12"/>
          </p:nvPr>
        </p:nvSpPr>
        <p:spPr/>
        <p:txBody>
          <a:bodyPr/>
          <a:lstStyle/>
          <a:p>
            <a:fld id="{B6F15528-21DE-4FAA-801E-634DDDAF4B2B}" type="slidenum">
              <a:rPr lang="en-US" smtClean="0"/>
              <a:pPr/>
              <a:t>18</a:t>
            </a:fld>
            <a:endParaRPr lang="en-US"/>
          </a:p>
        </p:txBody>
      </p:sp>
      <p:pic>
        <p:nvPicPr>
          <p:cNvPr id="5122" name="Picture 2" descr="HashSet | C# .NET Collections">
            <a:extLst>
              <a:ext uri="{FF2B5EF4-FFF2-40B4-BE49-F238E27FC236}">
                <a16:creationId xmlns:a16="http://schemas.microsoft.com/office/drawing/2014/main" id="{EB5A3332-4DD9-4A84-B0DC-A3820AAD10B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1484" t="12561" r="1454" b="25162"/>
          <a:stretch>
            <a:fillRect/>
          </a:stretch>
        </p:blipFill>
        <p:spPr bwMode="auto">
          <a:xfrm>
            <a:off x="2021305" y="1419726"/>
            <a:ext cx="13523495" cy="7988969"/>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Tree>
    <p:extLst>
      <p:ext uri="{BB962C8B-B14F-4D97-AF65-F5344CB8AC3E}">
        <p14:creationId xmlns:p14="http://schemas.microsoft.com/office/powerpoint/2010/main" val="29908235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E4145A-0F82-7826-B56F-9FE0183B7C75}"/>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7FD9CA2E-179D-5387-A7CF-060983AC9073}"/>
              </a:ext>
            </a:extLst>
          </p:cNvPr>
          <p:cNvSpPr/>
          <p:nvPr/>
        </p:nvSpPr>
        <p:spPr>
          <a:xfrm>
            <a:off x="-840884" y="241238"/>
            <a:ext cx="2459432" cy="2287272"/>
          </a:xfrm>
          <a:custGeom>
            <a:avLst/>
            <a:gdLst/>
            <a:ahLst/>
            <a:cxnLst/>
            <a:rect l="l" t="t" r="r" b="b"/>
            <a:pathLst>
              <a:path w="2459432" h="2287272">
                <a:moveTo>
                  <a:pt x="0" y="0"/>
                </a:moveTo>
                <a:lnTo>
                  <a:pt x="2459432" y="0"/>
                </a:lnTo>
                <a:lnTo>
                  <a:pt x="2459432" y="2287271"/>
                </a:lnTo>
                <a:lnTo>
                  <a:pt x="0" y="228727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a:extLst>
              <a:ext uri="{FF2B5EF4-FFF2-40B4-BE49-F238E27FC236}">
                <a16:creationId xmlns:a16="http://schemas.microsoft.com/office/drawing/2014/main" id="{B709B083-7246-759E-7E0E-7E2A70952C0C}"/>
              </a:ext>
            </a:extLst>
          </p:cNvPr>
          <p:cNvSpPr/>
          <p:nvPr/>
        </p:nvSpPr>
        <p:spPr>
          <a:xfrm>
            <a:off x="-870441" y="2847634"/>
            <a:ext cx="2459432" cy="2287272"/>
          </a:xfrm>
          <a:custGeom>
            <a:avLst/>
            <a:gdLst/>
            <a:ahLst/>
            <a:cxnLst/>
            <a:rect l="l" t="t" r="r" b="b"/>
            <a:pathLst>
              <a:path w="2459432" h="2287272">
                <a:moveTo>
                  <a:pt x="0" y="0"/>
                </a:moveTo>
                <a:lnTo>
                  <a:pt x="2459432" y="0"/>
                </a:lnTo>
                <a:lnTo>
                  <a:pt x="2459432" y="2287272"/>
                </a:lnTo>
                <a:lnTo>
                  <a:pt x="0" y="228727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4" name="Group 4">
            <a:extLst>
              <a:ext uri="{FF2B5EF4-FFF2-40B4-BE49-F238E27FC236}">
                <a16:creationId xmlns:a16="http://schemas.microsoft.com/office/drawing/2014/main" id="{90021A74-CC8E-A3B0-5A53-23F378EAED95}"/>
              </a:ext>
            </a:extLst>
          </p:cNvPr>
          <p:cNvGrpSpPr/>
          <p:nvPr/>
        </p:nvGrpSpPr>
        <p:grpSpPr>
          <a:xfrm>
            <a:off x="2730770" y="1985187"/>
            <a:ext cx="14535120" cy="2265783"/>
            <a:chOff x="-2906210" y="-2398587"/>
            <a:chExt cx="21900210" cy="3005753"/>
          </a:xfrm>
        </p:grpSpPr>
        <p:sp>
          <p:nvSpPr>
            <p:cNvPr id="5" name="TextBox 5">
              <a:extLst>
                <a:ext uri="{FF2B5EF4-FFF2-40B4-BE49-F238E27FC236}">
                  <a16:creationId xmlns:a16="http://schemas.microsoft.com/office/drawing/2014/main" id="{5AB6D64B-5812-B7E3-E9B0-17D77395446B}"/>
                </a:ext>
              </a:extLst>
            </p:cNvPr>
            <p:cNvSpPr txBox="1"/>
            <p:nvPr/>
          </p:nvSpPr>
          <p:spPr>
            <a:xfrm>
              <a:off x="-2906210" y="-2398587"/>
              <a:ext cx="21900210" cy="612438"/>
            </a:xfrm>
            <a:prstGeom prst="rect">
              <a:avLst/>
            </a:prstGeom>
          </p:spPr>
          <p:txBody>
            <a:bodyPr wrap="square" lIns="0" tIns="0" rIns="0" bIns="0" rtlCol="0" anchor="t">
              <a:spAutoFit/>
            </a:bodyPr>
            <a:lstStyle/>
            <a:p>
              <a:pPr marL="457200" indent="-457200" algn="just">
                <a:lnSpc>
                  <a:spcPts val="3600"/>
                </a:lnSpc>
                <a:buFont typeface="Arial"/>
                <a:buChar char="•"/>
              </a:pPr>
              <a:endParaRPr lang="en-GB" sz="3200" dirty="0">
                <a:ea typeface="+mn-lt"/>
                <a:cs typeface="+mn-lt"/>
              </a:endParaRPr>
            </a:p>
          </p:txBody>
        </p:sp>
        <p:sp>
          <p:nvSpPr>
            <p:cNvPr id="6" name="TextBox 6">
              <a:extLst>
                <a:ext uri="{FF2B5EF4-FFF2-40B4-BE49-F238E27FC236}">
                  <a16:creationId xmlns:a16="http://schemas.microsoft.com/office/drawing/2014/main" id="{7450F462-958F-0583-665A-7AC113A5A60E}"/>
                </a:ext>
              </a:extLst>
            </p:cNvPr>
            <p:cNvSpPr txBox="1"/>
            <p:nvPr/>
          </p:nvSpPr>
          <p:spPr>
            <a:xfrm>
              <a:off x="0" y="-9525"/>
              <a:ext cx="15443232" cy="616691"/>
            </a:xfrm>
            <a:prstGeom prst="rect">
              <a:avLst/>
            </a:prstGeom>
          </p:spPr>
          <p:txBody>
            <a:bodyPr lIns="0" tIns="0" rIns="0" bIns="0" rtlCol="0" anchor="t">
              <a:spAutoFit/>
            </a:bodyPr>
            <a:lstStyle/>
            <a:p>
              <a:pPr algn="l">
                <a:lnSpc>
                  <a:spcPts val="4200"/>
                </a:lnSpc>
              </a:pPr>
              <a:endParaRPr/>
            </a:p>
          </p:txBody>
        </p:sp>
      </p:grpSp>
      <p:sp>
        <p:nvSpPr>
          <p:cNvPr id="7" name="Freeform 7">
            <a:extLst>
              <a:ext uri="{FF2B5EF4-FFF2-40B4-BE49-F238E27FC236}">
                <a16:creationId xmlns:a16="http://schemas.microsoft.com/office/drawing/2014/main" id="{E5D9613C-EB60-79B9-49AC-2E4D8090DC8A}"/>
              </a:ext>
            </a:extLst>
          </p:cNvPr>
          <p:cNvSpPr/>
          <p:nvPr/>
        </p:nvSpPr>
        <p:spPr>
          <a:xfrm>
            <a:off x="17259300" y="7851297"/>
            <a:ext cx="2459432" cy="2287272"/>
          </a:xfrm>
          <a:custGeom>
            <a:avLst/>
            <a:gdLst/>
            <a:ahLst/>
            <a:cxnLst/>
            <a:rect l="l" t="t" r="r" b="b"/>
            <a:pathLst>
              <a:path w="2459432" h="2287272">
                <a:moveTo>
                  <a:pt x="0" y="0"/>
                </a:moveTo>
                <a:lnTo>
                  <a:pt x="2459432" y="0"/>
                </a:lnTo>
                <a:lnTo>
                  <a:pt x="2459432" y="2287272"/>
                </a:lnTo>
                <a:lnTo>
                  <a:pt x="0" y="228727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8" name="Freeform 8">
            <a:extLst>
              <a:ext uri="{FF2B5EF4-FFF2-40B4-BE49-F238E27FC236}">
                <a16:creationId xmlns:a16="http://schemas.microsoft.com/office/drawing/2014/main" id="{BDDF834F-8CB4-070E-FD4B-EB1A15C8C250}"/>
              </a:ext>
            </a:extLst>
          </p:cNvPr>
          <p:cNvSpPr/>
          <p:nvPr/>
        </p:nvSpPr>
        <p:spPr>
          <a:xfrm>
            <a:off x="17259300" y="5335426"/>
            <a:ext cx="2459432" cy="2287272"/>
          </a:xfrm>
          <a:custGeom>
            <a:avLst/>
            <a:gdLst/>
            <a:ahLst/>
            <a:cxnLst/>
            <a:rect l="l" t="t" r="r" b="b"/>
            <a:pathLst>
              <a:path w="2459432" h="2287272">
                <a:moveTo>
                  <a:pt x="0" y="0"/>
                </a:moveTo>
                <a:lnTo>
                  <a:pt x="2459432" y="0"/>
                </a:lnTo>
                <a:lnTo>
                  <a:pt x="2459432" y="2287271"/>
                </a:lnTo>
                <a:lnTo>
                  <a:pt x="0" y="228727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9" name="TextBox 9">
            <a:extLst>
              <a:ext uri="{FF2B5EF4-FFF2-40B4-BE49-F238E27FC236}">
                <a16:creationId xmlns:a16="http://schemas.microsoft.com/office/drawing/2014/main" id="{D7A5736D-3775-5536-C1B3-30B0F76F2299}"/>
              </a:ext>
            </a:extLst>
          </p:cNvPr>
          <p:cNvSpPr txBox="1"/>
          <p:nvPr/>
        </p:nvSpPr>
        <p:spPr>
          <a:xfrm>
            <a:off x="1882850" y="290468"/>
            <a:ext cx="14774779" cy="1269578"/>
          </a:xfrm>
          <a:prstGeom prst="rect">
            <a:avLst/>
          </a:prstGeom>
        </p:spPr>
        <p:txBody>
          <a:bodyPr wrap="square" lIns="0" tIns="0" rIns="0" bIns="0" rtlCol="0" anchor="t">
            <a:spAutoFit/>
          </a:bodyPr>
          <a:lstStyle/>
          <a:p>
            <a:pPr algn="ctr">
              <a:lnSpc>
                <a:spcPts val="9900"/>
              </a:lnSpc>
            </a:pPr>
            <a:r>
              <a:rPr lang="en-GB" sz="9000" b="1" dirty="0">
                <a:ea typeface="+mn-lt"/>
                <a:cs typeface="+mn-lt"/>
              </a:rPr>
              <a:t>Stack in C #</a:t>
            </a:r>
            <a:endParaRPr lang="en-US" dirty="0">
              <a:ea typeface="+mn-lt"/>
              <a:cs typeface="+mn-lt"/>
            </a:endParaRPr>
          </a:p>
        </p:txBody>
      </p:sp>
      <p:sp>
        <p:nvSpPr>
          <p:cNvPr id="19" name="Slide Number Placeholder 18">
            <a:extLst>
              <a:ext uri="{FF2B5EF4-FFF2-40B4-BE49-F238E27FC236}">
                <a16:creationId xmlns:a16="http://schemas.microsoft.com/office/drawing/2014/main" id="{C581B387-4B78-9D50-DFFF-F423496104A4}"/>
              </a:ext>
            </a:extLst>
          </p:cNvPr>
          <p:cNvSpPr>
            <a:spLocks noGrp="1"/>
          </p:cNvSpPr>
          <p:nvPr>
            <p:ph type="sldNum" sz="quarter" idx="12"/>
          </p:nvPr>
        </p:nvSpPr>
        <p:spPr>
          <a:xfrm>
            <a:off x="128751" y="9769585"/>
            <a:ext cx="2133600" cy="365125"/>
          </a:xfrm>
        </p:spPr>
        <p:txBody>
          <a:bodyPr/>
          <a:lstStyle/>
          <a:p>
            <a:fld id="{B6F15528-21DE-4FAA-801E-634DDDAF4B2B}" type="slidenum">
              <a:rPr lang="en-US" smtClean="0">
                <a:solidFill>
                  <a:schemeClr val="tx1"/>
                </a:solidFill>
              </a:rPr>
              <a:pPr/>
              <a:t>19</a:t>
            </a:fld>
            <a:endParaRPr lang="en-GB">
              <a:solidFill>
                <a:schemeClr val="tx1"/>
              </a:solidFill>
            </a:endParaRPr>
          </a:p>
        </p:txBody>
      </p:sp>
      <p:sp>
        <p:nvSpPr>
          <p:cNvPr id="23" name="TextBox 22">
            <a:extLst>
              <a:ext uri="{FF2B5EF4-FFF2-40B4-BE49-F238E27FC236}">
                <a16:creationId xmlns:a16="http://schemas.microsoft.com/office/drawing/2014/main" id="{A684C03C-861E-3C3E-1DB1-50B58682F699}"/>
              </a:ext>
            </a:extLst>
          </p:cNvPr>
          <p:cNvSpPr txBox="1"/>
          <p:nvPr/>
        </p:nvSpPr>
        <p:spPr>
          <a:xfrm>
            <a:off x="1588991" y="1560046"/>
            <a:ext cx="15670309" cy="8463855"/>
          </a:xfrm>
          <a:prstGeom prst="rect">
            <a:avLst/>
          </a:prstGeom>
          <a:noFill/>
        </p:spPr>
        <p:txBody>
          <a:bodyPr wrap="square">
            <a:spAutoFit/>
          </a:bodyPr>
          <a:lstStyle/>
          <a:p>
            <a:pPr marL="914400" lvl="1" indent="-457200">
              <a:buFont typeface="Wingdings" panose="05000000000000000000" pitchFamily="2" charset="2"/>
              <a:buChar char="Ø"/>
            </a:pPr>
            <a:r>
              <a:rPr lang="en-US" sz="3200" b="1" dirty="0"/>
              <a:t>What is a Stack?</a:t>
            </a:r>
          </a:p>
          <a:p>
            <a:pPr marL="1371600" lvl="2" indent="-457200">
              <a:buFont typeface="Arial" panose="020B0604020202020204" pitchFamily="34" charset="0"/>
              <a:buChar char="•"/>
            </a:pPr>
            <a:r>
              <a:rPr lang="en-US" sz="3200" dirty="0"/>
              <a:t>Stack&lt;T&gt; is a Last-In-First-Out (LIFO) collection in C#. This means the last item added is the first one removed, just like stacking and unstacking plates. </a:t>
            </a:r>
          </a:p>
          <a:p>
            <a:pPr marL="914400" lvl="1" indent="-457200">
              <a:buFont typeface="Wingdings" panose="05000000000000000000" pitchFamily="2" charset="2"/>
              <a:buChar char="Ø"/>
            </a:pPr>
            <a:r>
              <a:rPr lang="en-US" sz="3200" b="1" dirty="0"/>
              <a:t>Why Use Stacks?</a:t>
            </a:r>
          </a:p>
          <a:p>
            <a:pPr marL="1371600" lvl="2" indent="-457200" fontAlgn="base">
              <a:buFont typeface="Arial" panose="020B0604020202020204" pitchFamily="34" charset="0"/>
              <a:buChar char="•"/>
            </a:pPr>
            <a:r>
              <a:rPr lang="en-US" sz="3200" dirty="0"/>
              <a:t>Follows </a:t>
            </a:r>
            <a:r>
              <a:rPr lang="en-US" sz="3200" b="1" dirty="0"/>
              <a:t>LIFO</a:t>
            </a:r>
            <a:r>
              <a:rPr lang="en-US" sz="3200" dirty="0"/>
              <a:t> (Last-In, First-Out) behavior. </a:t>
            </a:r>
          </a:p>
          <a:p>
            <a:pPr marL="1371600" lvl="2" indent="-457200" fontAlgn="base">
              <a:buFont typeface="Arial" panose="020B0604020202020204" pitchFamily="34" charset="0"/>
              <a:buChar char="•"/>
            </a:pPr>
            <a:r>
              <a:rPr lang="en-US" sz="3200" dirty="0"/>
              <a:t>No duplicates restriction. </a:t>
            </a:r>
          </a:p>
          <a:p>
            <a:pPr marL="1371600" lvl="2" indent="-457200" fontAlgn="base">
              <a:buFont typeface="Arial" panose="020B0604020202020204" pitchFamily="34" charset="0"/>
              <a:buChar char="•"/>
            </a:pPr>
            <a:r>
              <a:rPr lang="en-US" sz="3200" dirty="0"/>
              <a:t>Efficient for operations like </a:t>
            </a:r>
            <a:r>
              <a:rPr lang="en-US" sz="3200" b="1" dirty="0"/>
              <a:t>Undo</a:t>
            </a:r>
            <a:r>
              <a:rPr lang="en-US" sz="3200" dirty="0"/>
              <a:t>, </a:t>
            </a:r>
            <a:r>
              <a:rPr lang="en-US" sz="3200" b="1" dirty="0"/>
              <a:t>Back navigation</a:t>
            </a:r>
            <a:r>
              <a:rPr lang="en-US" sz="3200" dirty="0"/>
              <a:t>, or </a:t>
            </a:r>
            <a:r>
              <a:rPr lang="en-US" sz="3200" b="1" dirty="0"/>
              <a:t>function call tracking</a:t>
            </a:r>
            <a:r>
              <a:rPr lang="en-US" sz="3200" dirty="0"/>
              <a:t>. </a:t>
            </a:r>
          </a:p>
          <a:p>
            <a:pPr marL="1371600" lvl="2" indent="-457200" fontAlgn="base">
              <a:buFont typeface="Arial" panose="020B0604020202020204" pitchFamily="34" charset="0"/>
              <a:buChar char="•"/>
            </a:pPr>
            <a:r>
              <a:rPr lang="en-US" sz="3200" dirty="0"/>
              <a:t>No indexing like a list. </a:t>
            </a:r>
          </a:p>
          <a:p>
            <a:pPr marL="914400" lvl="1" indent="-457200">
              <a:buFont typeface="Wingdings" panose="05000000000000000000" pitchFamily="2" charset="2"/>
              <a:buChar char="Ø"/>
            </a:pPr>
            <a:r>
              <a:rPr lang="en-GB" sz="3200" b="1" dirty="0"/>
              <a:t>Syntax of Stack Declaration</a:t>
            </a:r>
            <a:r>
              <a:rPr lang="en-GB" sz="3200" dirty="0"/>
              <a:t> </a:t>
            </a:r>
            <a:endParaRPr lang="en-US" sz="3200" dirty="0"/>
          </a:p>
          <a:p>
            <a:pPr marL="457200" indent="-457200" fontAlgn="base">
              <a:buFont typeface="Wingdings" panose="05000000000000000000" pitchFamily="2" charset="2"/>
              <a:buChar char="Ø"/>
            </a:pPr>
            <a:endParaRPr lang="en-US" sz="3200" dirty="0"/>
          </a:p>
          <a:p>
            <a:pPr fontAlgn="base"/>
            <a:endParaRPr lang="en-US" sz="3200" dirty="0"/>
          </a:p>
          <a:p>
            <a:pPr marL="914400" lvl="1" indent="-457200" fontAlgn="base">
              <a:buFont typeface="Wingdings" panose="05000000000000000000" pitchFamily="2" charset="2"/>
              <a:buChar char="Ø"/>
            </a:pPr>
            <a:r>
              <a:rPr lang="en-US" sz="3200" b="1" dirty="0"/>
              <a:t>Useful Methods:</a:t>
            </a:r>
          </a:p>
          <a:p>
            <a:pPr fontAlgn="base"/>
            <a:endParaRPr lang="en-US" sz="3200" dirty="0"/>
          </a:p>
          <a:p>
            <a:pPr fontAlgn="base"/>
            <a:endParaRPr lang="en-US" sz="3200" dirty="0"/>
          </a:p>
          <a:p>
            <a:pPr fontAlgn="base"/>
            <a:endParaRPr lang="en-US" sz="3200" dirty="0"/>
          </a:p>
          <a:p>
            <a:pPr fontAlgn="base"/>
            <a:endParaRPr lang="en-US" sz="3200" dirty="0"/>
          </a:p>
          <a:p>
            <a:pPr fontAlgn="base"/>
            <a:endParaRPr lang="en-US" sz="3200" dirty="0"/>
          </a:p>
        </p:txBody>
      </p:sp>
      <p:pic>
        <p:nvPicPr>
          <p:cNvPr id="12" name="Picture 11">
            <a:extLst>
              <a:ext uri="{FF2B5EF4-FFF2-40B4-BE49-F238E27FC236}">
                <a16:creationId xmlns:a16="http://schemas.microsoft.com/office/drawing/2014/main" id="{191FD275-E39D-33C8-1B6E-1093DEC82CE1}"/>
              </a:ext>
            </a:extLst>
          </p:cNvPr>
          <p:cNvPicPr>
            <a:picLocks noChangeAspect="1"/>
          </p:cNvPicPr>
          <p:nvPr/>
        </p:nvPicPr>
        <p:blipFill>
          <a:blip r:embed="rId4"/>
          <a:stretch>
            <a:fillRect/>
          </a:stretch>
        </p:blipFill>
        <p:spPr>
          <a:xfrm>
            <a:off x="3254240" y="6038269"/>
            <a:ext cx="12074769" cy="881585"/>
          </a:xfrm>
          <a:prstGeom prst="rect">
            <a:avLst/>
          </a:prstGeom>
        </p:spPr>
      </p:pic>
      <p:pic>
        <p:nvPicPr>
          <p:cNvPr id="15" name="Picture 14">
            <a:extLst>
              <a:ext uri="{FF2B5EF4-FFF2-40B4-BE49-F238E27FC236}">
                <a16:creationId xmlns:a16="http://schemas.microsoft.com/office/drawing/2014/main" id="{611B76D3-50DD-0207-E1BD-45F8563F00E3}"/>
              </a:ext>
            </a:extLst>
          </p:cNvPr>
          <p:cNvPicPr>
            <a:picLocks noChangeAspect="1"/>
          </p:cNvPicPr>
          <p:nvPr/>
        </p:nvPicPr>
        <p:blipFill>
          <a:blip r:embed="rId5"/>
          <a:stretch>
            <a:fillRect/>
          </a:stretch>
        </p:blipFill>
        <p:spPr>
          <a:xfrm>
            <a:off x="3254241" y="7540037"/>
            <a:ext cx="12074768" cy="2373834"/>
          </a:xfrm>
          <a:prstGeom prst="rect">
            <a:avLst/>
          </a:prstGeom>
        </p:spPr>
      </p:pic>
    </p:spTree>
    <p:extLst>
      <p:ext uri="{BB962C8B-B14F-4D97-AF65-F5344CB8AC3E}">
        <p14:creationId xmlns:p14="http://schemas.microsoft.com/office/powerpoint/2010/main" val="53606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010A76A-CB86-B51A-029C-3678B6F6D9AC}"/>
              </a:ext>
            </a:extLst>
          </p:cNvPr>
          <p:cNvSpPr>
            <a:spLocks noGrp="1"/>
          </p:cNvSpPr>
          <p:nvPr>
            <p:ph type="sldNum" sz="quarter" idx="12"/>
          </p:nvPr>
        </p:nvSpPr>
        <p:spPr/>
        <p:txBody>
          <a:bodyPr/>
          <a:lstStyle/>
          <a:p>
            <a:fld id="{B6F15528-21DE-4FAA-801E-634DDDAF4B2B}" type="slidenum">
              <a:rPr lang="en-US" smtClean="0"/>
              <a:pPr/>
              <a:t>20</a:t>
            </a:fld>
            <a:endParaRPr lang="en-US"/>
          </a:p>
        </p:txBody>
      </p:sp>
      <p:pic>
        <p:nvPicPr>
          <p:cNvPr id="5" name="Picture 4">
            <a:extLst>
              <a:ext uri="{FF2B5EF4-FFF2-40B4-BE49-F238E27FC236}">
                <a16:creationId xmlns:a16="http://schemas.microsoft.com/office/drawing/2014/main" id="{908092A9-1460-963A-82B1-F1AFE56F7137}"/>
              </a:ext>
            </a:extLst>
          </p:cNvPr>
          <p:cNvPicPr>
            <a:picLocks noChangeAspect="1"/>
          </p:cNvPicPr>
          <p:nvPr/>
        </p:nvPicPr>
        <p:blipFill>
          <a:blip r:embed="rId2"/>
          <a:stretch>
            <a:fillRect/>
          </a:stretch>
        </p:blipFill>
        <p:spPr>
          <a:xfrm>
            <a:off x="1130969" y="962526"/>
            <a:ext cx="16314820" cy="8325853"/>
          </a:xfrm>
          <a:prstGeom prst="rect">
            <a:avLst/>
          </a:prstGeom>
        </p:spPr>
      </p:pic>
    </p:spTree>
    <p:extLst>
      <p:ext uri="{BB962C8B-B14F-4D97-AF65-F5344CB8AC3E}">
        <p14:creationId xmlns:p14="http://schemas.microsoft.com/office/powerpoint/2010/main" val="5176628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C63759-4781-C53F-2E59-86EC9E879AF1}"/>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4AE7308E-89B2-A80A-4A8A-EBB48969849F}"/>
              </a:ext>
            </a:extLst>
          </p:cNvPr>
          <p:cNvSpPr/>
          <p:nvPr/>
        </p:nvSpPr>
        <p:spPr>
          <a:xfrm>
            <a:off x="-840884" y="241238"/>
            <a:ext cx="2459432" cy="2287272"/>
          </a:xfrm>
          <a:custGeom>
            <a:avLst/>
            <a:gdLst/>
            <a:ahLst/>
            <a:cxnLst/>
            <a:rect l="l" t="t" r="r" b="b"/>
            <a:pathLst>
              <a:path w="2459432" h="2287272">
                <a:moveTo>
                  <a:pt x="0" y="0"/>
                </a:moveTo>
                <a:lnTo>
                  <a:pt x="2459432" y="0"/>
                </a:lnTo>
                <a:lnTo>
                  <a:pt x="2459432" y="2287271"/>
                </a:lnTo>
                <a:lnTo>
                  <a:pt x="0" y="228727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a:extLst>
              <a:ext uri="{FF2B5EF4-FFF2-40B4-BE49-F238E27FC236}">
                <a16:creationId xmlns:a16="http://schemas.microsoft.com/office/drawing/2014/main" id="{1886D353-5EA4-85B6-2C14-2FD57C3143FA}"/>
              </a:ext>
            </a:extLst>
          </p:cNvPr>
          <p:cNvSpPr/>
          <p:nvPr/>
        </p:nvSpPr>
        <p:spPr>
          <a:xfrm>
            <a:off x="-870441" y="2847634"/>
            <a:ext cx="2459432" cy="2287272"/>
          </a:xfrm>
          <a:custGeom>
            <a:avLst/>
            <a:gdLst/>
            <a:ahLst/>
            <a:cxnLst/>
            <a:rect l="l" t="t" r="r" b="b"/>
            <a:pathLst>
              <a:path w="2459432" h="2287272">
                <a:moveTo>
                  <a:pt x="0" y="0"/>
                </a:moveTo>
                <a:lnTo>
                  <a:pt x="2459432" y="0"/>
                </a:lnTo>
                <a:lnTo>
                  <a:pt x="2459432" y="2287272"/>
                </a:lnTo>
                <a:lnTo>
                  <a:pt x="0" y="228727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4" name="Group 4">
            <a:extLst>
              <a:ext uri="{FF2B5EF4-FFF2-40B4-BE49-F238E27FC236}">
                <a16:creationId xmlns:a16="http://schemas.microsoft.com/office/drawing/2014/main" id="{2C74406F-C0B4-3AEA-FE42-97AA18776366}"/>
              </a:ext>
            </a:extLst>
          </p:cNvPr>
          <p:cNvGrpSpPr/>
          <p:nvPr/>
        </p:nvGrpSpPr>
        <p:grpSpPr>
          <a:xfrm>
            <a:off x="2730770" y="1985187"/>
            <a:ext cx="14535120" cy="2265783"/>
            <a:chOff x="-2906210" y="-2398587"/>
            <a:chExt cx="21900210" cy="3005753"/>
          </a:xfrm>
        </p:grpSpPr>
        <p:sp>
          <p:nvSpPr>
            <p:cNvPr id="5" name="TextBox 5">
              <a:extLst>
                <a:ext uri="{FF2B5EF4-FFF2-40B4-BE49-F238E27FC236}">
                  <a16:creationId xmlns:a16="http://schemas.microsoft.com/office/drawing/2014/main" id="{FC4E5789-4732-C946-F7E6-CF8A73CFB579}"/>
                </a:ext>
              </a:extLst>
            </p:cNvPr>
            <p:cNvSpPr txBox="1"/>
            <p:nvPr/>
          </p:nvSpPr>
          <p:spPr>
            <a:xfrm>
              <a:off x="-2906210" y="-2398587"/>
              <a:ext cx="21900210" cy="612438"/>
            </a:xfrm>
            <a:prstGeom prst="rect">
              <a:avLst/>
            </a:prstGeom>
          </p:spPr>
          <p:txBody>
            <a:bodyPr wrap="square" lIns="0" tIns="0" rIns="0" bIns="0" rtlCol="0" anchor="t">
              <a:spAutoFit/>
            </a:bodyPr>
            <a:lstStyle/>
            <a:p>
              <a:pPr marL="457200" indent="-457200" algn="just">
                <a:lnSpc>
                  <a:spcPts val="3600"/>
                </a:lnSpc>
                <a:buFont typeface="Arial"/>
                <a:buChar char="•"/>
              </a:pPr>
              <a:endParaRPr lang="en-GB" sz="3200" dirty="0">
                <a:ea typeface="+mn-lt"/>
                <a:cs typeface="+mn-lt"/>
              </a:endParaRPr>
            </a:p>
          </p:txBody>
        </p:sp>
        <p:sp>
          <p:nvSpPr>
            <p:cNvPr id="6" name="TextBox 6">
              <a:extLst>
                <a:ext uri="{FF2B5EF4-FFF2-40B4-BE49-F238E27FC236}">
                  <a16:creationId xmlns:a16="http://schemas.microsoft.com/office/drawing/2014/main" id="{802EA7E6-ABC5-D9B3-83E0-5932992D2A0B}"/>
                </a:ext>
              </a:extLst>
            </p:cNvPr>
            <p:cNvSpPr txBox="1"/>
            <p:nvPr/>
          </p:nvSpPr>
          <p:spPr>
            <a:xfrm>
              <a:off x="0" y="-9525"/>
              <a:ext cx="15443232" cy="616691"/>
            </a:xfrm>
            <a:prstGeom prst="rect">
              <a:avLst/>
            </a:prstGeom>
          </p:spPr>
          <p:txBody>
            <a:bodyPr lIns="0" tIns="0" rIns="0" bIns="0" rtlCol="0" anchor="t">
              <a:spAutoFit/>
            </a:bodyPr>
            <a:lstStyle/>
            <a:p>
              <a:pPr algn="l">
                <a:lnSpc>
                  <a:spcPts val="4200"/>
                </a:lnSpc>
              </a:pPr>
              <a:endParaRPr/>
            </a:p>
          </p:txBody>
        </p:sp>
      </p:grpSp>
      <p:sp>
        <p:nvSpPr>
          <p:cNvPr id="7" name="Freeform 7">
            <a:extLst>
              <a:ext uri="{FF2B5EF4-FFF2-40B4-BE49-F238E27FC236}">
                <a16:creationId xmlns:a16="http://schemas.microsoft.com/office/drawing/2014/main" id="{5B56B5C3-7369-EEAC-CF41-EE4C06256AE5}"/>
              </a:ext>
            </a:extLst>
          </p:cNvPr>
          <p:cNvSpPr/>
          <p:nvPr/>
        </p:nvSpPr>
        <p:spPr>
          <a:xfrm>
            <a:off x="17259300" y="7851297"/>
            <a:ext cx="2459432" cy="2287272"/>
          </a:xfrm>
          <a:custGeom>
            <a:avLst/>
            <a:gdLst/>
            <a:ahLst/>
            <a:cxnLst/>
            <a:rect l="l" t="t" r="r" b="b"/>
            <a:pathLst>
              <a:path w="2459432" h="2287272">
                <a:moveTo>
                  <a:pt x="0" y="0"/>
                </a:moveTo>
                <a:lnTo>
                  <a:pt x="2459432" y="0"/>
                </a:lnTo>
                <a:lnTo>
                  <a:pt x="2459432" y="2287272"/>
                </a:lnTo>
                <a:lnTo>
                  <a:pt x="0" y="228727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8" name="Freeform 8">
            <a:extLst>
              <a:ext uri="{FF2B5EF4-FFF2-40B4-BE49-F238E27FC236}">
                <a16:creationId xmlns:a16="http://schemas.microsoft.com/office/drawing/2014/main" id="{318BC099-4140-FAF6-BAB4-B906B2217355}"/>
              </a:ext>
            </a:extLst>
          </p:cNvPr>
          <p:cNvSpPr/>
          <p:nvPr/>
        </p:nvSpPr>
        <p:spPr>
          <a:xfrm>
            <a:off x="17259300" y="5335426"/>
            <a:ext cx="2459432" cy="2287272"/>
          </a:xfrm>
          <a:custGeom>
            <a:avLst/>
            <a:gdLst/>
            <a:ahLst/>
            <a:cxnLst/>
            <a:rect l="l" t="t" r="r" b="b"/>
            <a:pathLst>
              <a:path w="2459432" h="2287272">
                <a:moveTo>
                  <a:pt x="0" y="0"/>
                </a:moveTo>
                <a:lnTo>
                  <a:pt x="2459432" y="0"/>
                </a:lnTo>
                <a:lnTo>
                  <a:pt x="2459432" y="2287271"/>
                </a:lnTo>
                <a:lnTo>
                  <a:pt x="0" y="228727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9" name="TextBox 9">
            <a:extLst>
              <a:ext uri="{FF2B5EF4-FFF2-40B4-BE49-F238E27FC236}">
                <a16:creationId xmlns:a16="http://schemas.microsoft.com/office/drawing/2014/main" id="{917A466E-326E-E632-FC42-A1F19C02AA6E}"/>
              </a:ext>
            </a:extLst>
          </p:cNvPr>
          <p:cNvSpPr txBox="1"/>
          <p:nvPr/>
        </p:nvSpPr>
        <p:spPr>
          <a:xfrm>
            <a:off x="1882850" y="290468"/>
            <a:ext cx="14774779" cy="1269578"/>
          </a:xfrm>
          <a:prstGeom prst="rect">
            <a:avLst/>
          </a:prstGeom>
        </p:spPr>
        <p:txBody>
          <a:bodyPr wrap="square" lIns="0" tIns="0" rIns="0" bIns="0" rtlCol="0" anchor="t">
            <a:spAutoFit/>
          </a:bodyPr>
          <a:lstStyle/>
          <a:p>
            <a:pPr algn="ctr">
              <a:lnSpc>
                <a:spcPts val="9900"/>
              </a:lnSpc>
            </a:pPr>
            <a:r>
              <a:rPr lang="en-GB" sz="9000" b="1" dirty="0">
                <a:ea typeface="+mn-lt"/>
                <a:cs typeface="+mn-lt"/>
              </a:rPr>
              <a:t>Queue in C #</a:t>
            </a:r>
            <a:endParaRPr lang="en-US" dirty="0">
              <a:ea typeface="+mn-lt"/>
              <a:cs typeface="+mn-lt"/>
            </a:endParaRPr>
          </a:p>
        </p:txBody>
      </p:sp>
      <p:sp>
        <p:nvSpPr>
          <p:cNvPr id="19" name="Slide Number Placeholder 18">
            <a:extLst>
              <a:ext uri="{FF2B5EF4-FFF2-40B4-BE49-F238E27FC236}">
                <a16:creationId xmlns:a16="http://schemas.microsoft.com/office/drawing/2014/main" id="{271A5EA2-48CF-8939-6FCC-637B1B817307}"/>
              </a:ext>
            </a:extLst>
          </p:cNvPr>
          <p:cNvSpPr>
            <a:spLocks noGrp="1"/>
          </p:cNvSpPr>
          <p:nvPr>
            <p:ph type="sldNum" sz="quarter" idx="12"/>
          </p:nvPr>
        </p:nvSpPr>
        <p:spPr>
          <a:xfrm>
            <a:off x="128751" y="9769585"/>
            <a:ext cx="2133600" cy="365125"/>
          </a:xfrm>
        </p:spPr>
        <p:txBody>
          <a:bodyPr/>
          <a:lstStyle/>
          <a:p>
            <a:fld id="{B6F15528-21DE-4FAA-801E-634DDDAF4B2B}" type="slidenum">
              <a:rPr lang="en-US" smtClean="0">
                <a:solidFill>
                  <a:schemeClr val="tx1"/>
                </a:solidFill>
              </a:rPr>
              <a:pPr/>
              <a:t>21</a:t>
            </a:fld>
            <a:endParaRPr lang="en-GB">
              <a:solidFill>
                <a:schemeClr val="tx1"/>
              </a:solidFill>
            </a:endParaRPr>
          </a:p>
        </p:txBody>
      </p:sp>
      <p:sp>
        <p:nvSpPr>
          <p:cNvPr id="23" name="TextBox 22">
            <a:extLst>
              <a:ext uri="{FF2B5EF4-FFF2-40B4-BE49-F238E27FC236}">
                <a16:creationId xmlns:a16="http://schemas.microsoft.com/office/drawing/2014/main" id="{6CE9DD05-7CAF-A5FE-8C22-5AC937C93A71}"/>
              </a:ext>
            </a:extLst>
          </p:cNvPr>
          <p:cNvSpPr txBox="1"/>
          <p:nvPr/>
        </p:nvSpPr>
        <p:spPr>
          <a:xfrm>
            <a:off x="1853293" y="1560046"/>
            <a:ext cx="15406007" cy="8463855"/>
          </a:xfrm>
          <a:prstGeom prst="rect">
            <a:avLst/>
          </a:prstGeom>
          <a:noFill/>
        </p:spPr>
        <p:txBody>
          <a:bodyPr wrap="square">
            <a:spAutoFit/>
          </a:bodyPr>
          <a:lstStyle/>
          <a:p>
            <a:pPr marL="914400" lvl="1" indent="-457200">
              <a:buFont typeface="Wingdings" panose="05000000000000000000" pitchFamily="2" charset="2"/>
              <a:buChar char="Ø"/>
            </a:pPr>
            <a:r>
              <a:rPr lang="en-US" sz="3200" b="1" dirty="0"/>
              <a:t>What is a Queue?</a:t>
            </a:r>
          </a:p>
          <a:p>
            <a:pPr marL="1371600" lvl="2" indent="-457200">
              <a:buFont typeface="Arial" panose="020B0604020202020204" pitchFamily="34" charset="0"/>
              <a:buChar char="•"/>
            </a:pPr>
            <a:r>
              <a:rPr lang="en-US" sz="3200" dirty="0"/>
              <a:t>Queue&lt;T&gt; in C# is a First-In-First-Out (FIFO) data structure that stores elements in the order they were added. It's part of the System.Collections.Generic namespace and is commonly used when you need to process items in the order they arrive. </a:t>
            </a:r>
          </a:p>
          <a:p>
            <a:pPr marL="914400" lvl="1" indent="-457200">
              <a:buFont typeface="Wingdings" panose="05000000000000000000" pitchFamily="2" charset="2"/>
              <a:buChar char="Ø"/>
            </a:pPr>
            <a:r>
              <a:rPr lang="en-US" sz="3200" b="1" dirty="0"/>
              <a:t>Why Use Queues?</a:t>
            </a:r>
          </a:p>
          <a:p>
            <a:pPr marL="1371600" lvl="2" indent="-457200">
              <a:buFont typeface="Arial" panose="020B0604020202020204" pitchFamily="34" charset="0"/>
              <a:buChar char="•"/>
            </a:pPr>
            <a:r>
              <a:rPr lang="en-IN" sz="3200" dirty="0"/>
              <a:t>Order Matters (FIFO)</a:t>
            </a:r>
          </a:p>
          <a:p>
            <a:pPr marL="1371600" lvl="2" indent="-457200">
              <a:buFont typeface="Arial" panose="020B0604020202020204" pitchFamily="34" charset="0"/>
              <a:buChar char="•"/>
            </a:pPr>
            <a:r>
              <a:rPr lang="en-IN" sz="3200" dirty="0"/>
              <a:t>Great for Sequential Tasks</a:t>
            </a:r>
            <a:endParaRPr lang="en-US" sz="3200" dirty="0"/>
          </a:p>
          <a:p>
            <a:pPr marL="914400" lvl="1" indent="-457200">
              <a:buFont typeface="Wingdings" panose="05000000000000000000" pitchFamily="2" charset="2"/>
              <a:buChar char="Ø"/>
            </a:pPr>
            <a:r>
              <a:rPr lang="en-GB" sz="3200" b="1" dirty="0"/>
              <a:t>Syntax of Queue Declaration</a:t>
            </a:r>
            <a:r>
              <a:rPr lang="en-GB" sz="3200" dirty="0"/>
              <a:t> </a:t>
            </a:r>
            <a:endParaRPr lang="en-US" sz="3200" dirty="0"/>
          </a:p>
          <a:p>
            <a:pPr marL="457200" indent="-457200" fontAlgn="base">
              <a:buFont typeface="Wingdings" panose="05000000000000000000" pitchFamily="2" charset="2"/>
              <a:buChar char="Ø"/>
            </a:pPr>
            <a:endParaRPr lang="en-US" sz="3200" dirty="0"/>
          </a:p>
          <a:p>
            <a:pPr marL="457200" indent="-457200" fontAlgn="base">
              <a:buFont typeface="Wingdings" panose="05000000000000000000" pitchFamily="2" charset="2"/>
              <a:buChar char="Ø"/>
            </a:pPr>
            <a:endParaRPr lang="en-US" sz="3200" dirty="0"/>
          </a:p>
          <a:p>
            <a:pPr marL="457200" indent="-457200" fontAlgn="base">
              <a:buFont typeface="Wingdings" panose="05000000000000000000" pitchFamily="2" charset="2"/>
              <a:buChar char="Ø"/>
            </a:pPr>
            <a:endParaRPr lang="en-US" sz="3200" b="1" dirty="0"/>
          </a:p>
          <a:p>
            <a:pPr marL="914400" lvl="1" indent="-457200" fontAlgn="base">
              <a:buFont typeface="Wingdings" panose="05000000000000000000" pitchFamily="2" charset="2"/>
              <a:buChar char="Ø"/>
            </a:pPr>
            <a:r>
              <a:rPr lang="en-US" sz="3200" b="1" dirty="0"/>
              <a:t>Useful Methods:</a:t>
            </a:r>
          </a:p>
          <a:p>
            <a:pPr fontAlgn="base"/>
            <a:endParaRPr lang="en-US" sz="3200" dirty="0"/>
          </a:p>
          <a:p>
            <a:pPr fontAlgn="base"/>
            <a:endParaRPr lang="en-US" sz="3200" dirty="0"/>
          </a:p>
          <a:p>
            <a:pPr fontAlgn="base"/>
            <a:endParaRPr lang="en-US" sz="3200" dirty="0"/>
          </a:p>
          <a:p>
            <a:pPr fontAlgn="base"/>
            <a:endParaRPr lang="en-US" sz="3200" dirty="0"/>
          </a:p>
          <a:p>
            <a:pPr fontAlgn="base"/>
            <a:endParaRPr lang="en-US" sz="3200" dirty="0"/>
          </a:p>
        </p:txBody>
      </p:sp>
      <p:pic>
        <p:nvPicPr>
          <p:cNvPr id="11" name="Picture 10">
            <a:extLst>
              <a:ext uri="{FF2B5EF4-FFF2-40B4-BE49-F238E27FC236}">
                <a16:creationId xmlns:a16="http://schemas.microsoft.com/office/drawing/2014/main" id="{EEB33DDD-4D90-D58B-626A-A5DC24A9F749}"/>
              </a:ext>
            </a:extLst>
          </p:cNvPr>
          <p:cNvPicPr>
            <a:picLocks noChangeAspect="1"/>
          </p:cNvPicPr>
          <p:nvPr/>
        </p:nvPicPr>
        <p:blipFill>
          <a:blip r:embed="rId4"/>
          <a:stretch>
            <a:fillRect/>
          </a:stretch>
        </p:blipFill>
        <p:spPr>
          <a:xfrm>
            <a:off x="2730771" y="5775293"/>
            <a:ext cx="13259506" cy="829229"/>
          </a:xfrm>
          <a:prstGeom prst="rect">
            <a:avLst/>
          </a:prstGeom>
        </p:spPr>
      </p:pic>
      <p:pic>
        <p:nvPicPr>
          <p:cNvPr id="13" name="Picture 12">
            <a:extLst>
              <a:ext uri="{FF2B5EF4-FFF2-40B4-BE49-F238E27FC236}">
                <a16:creationId xmlns:a16="http://schemas.microsoft.com/office/drawing/2014/main" id="{C225C20E-30D3-9426-EE24-FFD5EFC7C5F2}"/>
              </a:ext>
            </a:extLst>
          </p:cNvPr>
          <p:cNvPicPr>
            <a:picLocks noChangeAspect="1"/>
          </p:cNvPicPr>
          <p:nvPr/>
        </p:nvPicPr>
        <p:blipFill>
          <a:blip r:embed="rId5"/>
          <a:stretch>
            <a:fillRect/>
          </a:stretch>
        </p:blipFill>
        <p:spPr>
          <a:xfrm>
            <a:off x="2497096" y="7540136"/>
            <a:ext cx="13937611" cy="2373636"/>
          </a:xfrm>
          <a:prstGeom prst="rect">
            <a:avLst/>
          </a:prstGeom>
        </p:spPr>
      </p:pic>
    </p:spTree>
    <p:extLst>
      <p:ext uri="{BB962C8B-B14F-4D97-AF65-F5344CB8AC3E}">
        <p14:creationId xmlns:p14="http://schemas.microsoft.com/office/powerpoint/2010/main" val="37894795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F199AD3-351B-D1AE-0D53-50CD1ED33A0E}"/>
              </a:ext>
            </a:extLst>
          </p:cNvPr>
          <p:cNvSpPr>
            <a:spLocks noGrp="1"/>
          </p:cNvSpPr>
          <p:nvPr>
            <p:ph type="sldNum" sz="quarter" idx="12"/>
          </p:nvPr>
        </p:nvSpPr>
        <p:spPr/>
        <p:txBody>
          <a:bodyPr/>
          <a:lstStyle/>
          <a:p>
            <a:fld id="{B6F15528-21DE-4FAA-801E-634DDDAF4B2B}" type="slidenum">
              <a:rPr lang="en-US" smtClean="0"/>
              <a:pPr/>
              <a:t>22</a:t>
            </a:fld>
            <a:endParaRPr lang="en-US"/>
          </a:p>
        </p:txBody>
      </p:sp>
      <p:pic>
        <p:nvPicPr>
          <p:cNvPr id="3" name="Picture 2">
            <a:extLst>
              <a:ext uri="{FF2B5EF4-FFF2-40B4-BE49-F238E27FC236}">
                <a16:creationId xmlns:a16="http://schemas.microsoft.com/office/drawing/2014/main" id="{15F82857-1E06-EBC3-096E-FAB33DD281EF}"/>
              </a:ext>
            </a:extLst>
          </p:cNvPr>
          <p:cNvPicPr>
            <a:picLocks noChangeAspect="1"/>
          </p:cNvPicPr>
          <p:nvPr/>
        </p:nvPicPr>
        <p:blipFill>
          <a:blip r:embed="rId2"/>
          <a:stretch>
            <a:fillRect/>
          </a:stretch>
        </p:blipFill>
        <p:spPr>
          <a:xfrm>
            <a:off x="794084" y="896353"/>
            <a:ext cx="16314821" cy="8777036"/>
          </a:xfrm>
          <a:prstGeom prst="rect">
            <a:avLst/>
          </a:prstGeom>
        </p:spPr>
      </p:pic>
    </p:spTree>
    <p:extLst>
      <p:ext uri="{BB962C8B-B14F-4D97-AF65-F5344CB8AC3E}">
        <p14:creationId xmlns:p14="http://schemas.microsoft.com/office/powerpoint/2010/main" val="29069025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1CA0CB-80A5-2D08-3D63-BEBFD0E28585}"/>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D74F9F66-8489-744F-33E5-A7897EC25888}"/>
              </a:ext>
            </a:extLst>
          </p:cNvPr>
          <p:cNvSpPr/>
          <p:nvPr/>
        </p:nvSpPr>
        <p:spPr>
          <a:xfrm>
            <a:off x="-840884" y="241238"/>
            <a:ext cx="2459432" cy="2287272"/>
          </a:xfrm>
          <a:custGeom>
            <a:avLst/>
            <a:gdLst/>
            <a:ahLst/>
            <a:cxnLst/>
            <a:rect l="l" t="t" r="r" b="b"/>
            <a:pathLst>
              <a:path w="2459432" h="2287272">
                <a:moveTo>
                  <a:pt x="0" y="0"/>
                </a:moveTo>
                <a:lnTo>
                  <a:pt x="2459432" y="0"/>
                </a:lnTo>
                <a:lnTo>
                  <a:pt x="2459432" y="2287271"/>
                </a:lnTo>
                <a:lnTo>
                  <a:pt x="0" y="228727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a:extLst>
              <a:ext uri="{FF2B5EF4-FFF2-40B4-BE49-F238E27FC236}">
                <a16:creationId xmlns:a16="http://schemas.microsoft.com/office/drawing/2014/main" id="{0AE3CD36-5F2C-7DCB-3108-AD514243897E}"/>
              </a:ext>
            </a:extLst>
          </p:cNvPr>
          <p:cNvSpPr/>
          <p:nvPr/>
        </p:nvSpPr>
        <p:spPr>
          <a:xfrm>
            <a:off x="-870441" y="2847634"/>
            <a:ext cx="2459432" cy="2287272"/>
          </a:xfrm>
          <a:custGeom>
            <a:avLst/>
            <a:gdLst/>
            <a:ahLst/>
            <a:cxnLst/>
            <a:rect l="l" t="t" r="r" b="b"/>
            <a:pathLst>
              <a:path w="2459432" h="2287272">
                <a:moveTo>
                  <a:pt x="0" y="0"/>
                </a:moveTo>
                <a:lnTo>
                  <a:pt x="2459432" y="0"/>
                </a:lnTo>
                <a:lnTo>
                  <a:pt x="2459432" y="2287272"/>
                </a:lnTo>
                <a:lnTo>
                  <a:pt x="0" y="228727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4" name="Group 4">
            <a:extLst>
              <a:ext uri="{FF2B5EF4-FFF2-40B4-BE49-F238E27FC236}">
                <a16:creationId xmlns:a16="http://schemas.microsoft.com/office/drawing/2014/main" id="{2C2D10DB-1DDE-B9EC-4DDC-F4A54BE816CE}"/>
              </a:ext>
            </a:extLst>
          </p:cNvPr>
          <p:cNvGrpSpPr/>
          <p:nvPr/>
        </p:nvGrpSpPr>
        <p:grpSpPr>
          <a:xfrm>
            <a:off x="2730770" y="1985187"/>
            <a:ext cx="14535120" cy="2340497"/>
            <a:chOff x="-2906210" y="-2398587"/>
            <a:chExt cx="21900210" cy="3104867"/>
          </a:xfrm>
        </p:grpSpPr>
        <p:sp>
          <p:nvSpPr>
            <p:cNvPr id="5" name="TextBox 5">
              <a:extLst>
                <a:ext uri="{FF2B5EF4-FFF2-40B4-BE49-F238E27FC236}">
                  <a16:creationId xmlns:a16="http://schemas.microsoft.com/office/drawing/2014/main" id="{94333BC2-E074-A500-93C8-2289E326C606}"/>
                </a:ext>
              </a:extLst>
            </p:cNvPr>
            <p:cNvSpPr txBox="1"/>
            <p:nvPr/>
          </p:nvSpPr>
          <p:spPr>
            <a:xfrm>
              <a:off x="-2906210" y="-2398587"/>
              <a:ext cx="21900210" cy="612438"/>
            </a:xfrm>
            <a:prstGeom prst="rect">
              <a:avLst/>
            </a:prstGeom>
          </p:spPr>
          <p:txBody>
            <a:bodyPr wrap="square" lIns="0" tIns="0" rIns="0" bIns="0" rtlCol="0" anchor="t">
              <a:spAutoFit/>
            </a:bodyPr>
            <a:lstStyle/>
            <a:p>
              <a:pPr marL="457200" indent="-457200" algn="just">
                <a:lnSpc>
                  <a:spcPts val="3600"/>
                </a:lnSpc>
                <a:buFont typeface="Arial"/>
                <a:buChar char="•"/>
              </a:pPr>
              <a:endParaRPr lang="en-GB" sz="3200" dirty="0">
                <a:solidFill>
                  <a:srgbClr val="FFFFFF"/>
                </a:solidFill>
                <a:ea typeface="+mn-lt"/>
                <a:cs typeface="+mn-lt"/>
              </a:endParaRPr>
            </a:p>
          </p:txBody>
        </p:sp>
        <p:sp>
          <p:nvSpPr>
            <p:cNvPr id="6" name="TextBox 6">
              <a:extLst>
                <a:ext uri="{FF2B5EF4-FFF2-40B4-BE49-F238E27FC236}">
                  <a16:creationId xmlns:a16="http://schemas.microsoft.com/office/drawing/2014/main" id="{7A92E9E4-8B81-E440-92C6-247A0AF565B1}"/>
                </a:ext>
              </a:extLst>
            </p:cNvPr>
            <p:cNvSpPr txBox="1"/>
            <p:nvPr/>
          </p:nvSpPr>
          <p:spPr>
            <a:xfrm>
              <a:off x="0" y="-9525"/>
              <a:ext cx="15443231" cy="715805"/>
            </a:xfrm>
            <a:prstGeom prst="rect">
              <a:avLst/>
            </a:prstGeom>
          </p:spPr>
          <p:txBody>
            <a:bodyPr lIns="0" tIns="0" rIns="0" bIns="0" rtlCol="0" anchor="t">
              <a:spAutoFit/>
            </a:bodyPr>
            <a:lstStyle/>
            <a:p>
              <a:pPr algn="l">
                <a:lnSpc>
                  <a:spcPts val="4200"/>
                </a:lnSpc>
              </a:pPr>
              <a:endParaRPr/>
            </a:p>
          </p:txBody>
        </p:sp>
      </p:grpSp>
      <p:sp>
        <p:nvSpPr>
          <p:cNvPr id="7" name="Freeform 7">
            <a:extLst>
              <a:ext uri="{FF2B5EF4-FFF2-40B4-BE49-F238E27FC236}">
                <a16:creationId xmlns:a16="http://schemas.microsoft.com/office/drawing/2014/main" id="{B9381237-7D2C-A04C-5031-4D03BF1D8F90}"/>
              </a:ext>
            </a:extLst>
          </p:cNvPr>
          <p:cNvSpPr/>
          <p:nvPr/>
        </p:nvSpPr>
        <p:spPr>
          <a:xfrm>
            <a:off x="17259300" y="7851297"/>
            <a:ext cx="2459432" cy="2287272"/>
          </a:xfrm>
          <a:custGeom>
            <a:avLst/>
            <a:gdLst/>
            <a:ahLst/>
            <a:cxnLst/>
            <a:rect l="l" t="t" r="r" b="b"/>
            <a:pathLst>
              <a:path w="2459432" h="2287272">
                <a:moveTo>
                  <a:pt x="0" y="0"/>
                </a:moveTo>
                <a:lnTo>
                  <a:pt x="2459432" y="0"/>
                </a:lnTo>
                <a:lnTo>
                  <a:pt x="2459432" y="2287272"/>
                </a:lnTo>
                <a:lnTo>
                  <a:pt x="0" y="228727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8" name="Freeform 8">
            <a:extLst>
              <a:ext uri="{FF2B5EF4-FFF2-40B4-BE49-F238E27FC236}">
                <a16:creationId xmlns:a16="http://schemas.microsoft.com/office/drawing/2014/main" id="{F29B457B-D529-3247-8F23-775348D49640}"/>
              </a:ext>
            </a:extLst>
          </p:cNvPr>
          <p:cNvSpPr/>
          <p:nvPr/>
        </p:nvSpPr>
        <p:spPr>
          <a:xfrm>
            <a:off x="17259300" y="5335426"/>
            <a:ext cx="2459432" cy="2287272"/>
          </a:xfrm>
          <a:custGeom>
            <a:avLst/>
            <a:gdLst/>
            <a:ahLst/>
            <a:cxnLst/>
            <a:rect l="l" t="t" r="r" b="b"/>
            <a:pathLst>
              <a:path w="2459432" h="2287272">
                <a:moveTo>
                  <a:pt x="0" y="0"/>
                </a:moveTo>
                <a:lnTo>
                  <a:pt x="2459432" y="0"/>
                </a:lnTo>
                <a:lnTo>
                  <a:pt x="2459432" y="2287271"/>
                </a:lnTo>
                <a:lnTo>
                  <a:pt x="0" y="228727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9" name="TextBox 9">
            <a:extLst>
              <a:ext uri="{FF2B5EF4-FFF2-40B4-BE49-F238E27FC236}">
                <a16:creationId xmlns:a16="http://schemas.microsoft.com/office/drawing/2014/main" id="{E9B3F54D-AFC0-0940-97F1-6C2FD3414CB3}"/>
              </a:ext>
            </a:extLst>
          </p:cNvPr>
          <p:cNvSpPr txBox="1"/>
          <p:nvPr/>
        </p:nvSpPr>
        <p:spPr>
          <a:xfrm>
            <a:off x="1756610" y="152290"/>
            <a:ext cx="14774779" cy="1269578"/>
          </a:xfrm>
          <a:prstGeom prst="rect">
            <a:avLst/>
          </a:prstGeom>
        </p:spPr>
        <p:txBody>
          <a:bodyPr wrap="square" lIns="0" tIns="0" rIns="0" bIns="0" rtlCol="0" anchor="t">
            <a:spAutoFit/>
          </a:bodyPr>
          <a:lstStyle/>
          <a:p>
            <a:pPr algn="ctr">
              <a:lnSpc>
                <a:spcPts val="9900"/>
              </a:lnSpc>
            </a:pPr>
            <a:r>
              <a:rPr lang="en-GB" sz="9000" b="1" dirty="0">
                <a:ea typeface="+mn-lt"/>
                <a:cs typeface="+mn-lt"/>
              </a:rPr>
              <a:t>LinkedList in C #</a:t>
            </a:r>
            <a:endParaRPr lang="en-US" dirty="0">
              <a:ea typeface="+mn-lt"/>
              <a:cs typeface="+mn-lt"/>
            </a:endParaRPr>
          </a:p>
        </p:txBody>
      </p:sp>
      <p:sp>
        <p:nvSpPr>
          <p:cNvPr id="19" name="Slide Number Placeholder 18">
            <a:extLst>
              <a:ext uri="{FF2B5EF4-FFF2-40B4-BE49-F238E27FC236}">
                <a16:creationId xmlns:a16="http://schemas.microsoft.com/office/drawing/2014/main" id="{E74440DC-44A7-1B7E-A17F-6292D05EC864}"/>
              </a:ext>
            </a:extLst>
          </p:cNvPr>
          <p:cNvSpPr>
            <a:spLocks noGrp="1"/>
          </p:cNvSpPr>
          <p:nvPr>
            <p:ph type="sldNum" sz="quarter" idx="12"/>
          </p:nvPr>
        </p:nvSpPr>
        <p:spPr>
          <a:xfrm>
            <a:off x="128751" y="9769585"/>
            <a:ext cx="2133600" cy="365125"/>
          </a:xfrm>
        </p:spPr>
        <p:txBody>
          <a:bodyPr/>
          <a:lstStyle/>
          <a:p>
            <a:fld id="{B6F15528-21DE-4FAA-801E-634DDDAF4B2B}" type="slidenum">
              <a:rPr lang="en-US" smtClean="0"/>
              <a:pPr/>
              <a:t>23</a:t>
            </a:fld>
            <a:endParaRPr lang="en-GB"/>
          </a:p>
        </p:txBody>
      </p:sp>
      <p:sp>
        <p:nvSpPr>
          <p:cNvPr id="23" name="TextBox 22">
            <a:extLst>
              <a:ext uri="{FF2B5EF4-FFF2-40B4-BE49-F238E27FC236}">
                <a16:creationId xmlns:a16="http://schemas.microsoft.com/office/drawing/2014/main" id="{695ED494-ED1A-B1A7-9EA9-50AA7F1C80F5}"/>
              </a:ext>
            </a:extLst>
          </p:cNvPr>
          <p:cNvSpPr txBox="1"/>
          <p:nvPr/>
        </p:nvSpPr>
        <p:spPr>
          <a:xfrm>
            <a:off x="1195551" y="1235850"/>
            <a:ext cx="16529539" cy="8956298"/>
          </a:xfrm>
          <a:prstGeom prst="rect">
            <a:avLst/>
          </a:prstGeom>
          <a:noFill/>
        </p:spPr>
        <p:txBody>
          <a:bodyPr wrap="square">
            <a:spAutoFit/>
          </a:bodyPr>
          <a:lstStyle/>
          <a:p>
            <a:pPr marL="914400" lvl="1" indent="-457200">
              <a:buFont typeface="Wingdings" panose="05000000000000000000" pitchFamily="2" charset="2"/>
              <a:buChar char="Ø"/>
            </a:pPr>
            <a:r>
              <a:rPr lang="en-US" sz="3200" b="1" dirty="0"/>
              <a:t>What is a LinkedList?</a:t>
            </a:r>
          </a:p>
          <a:p>
            <a:pPr marL="1371600" lvl="2" indent="-457200">
              <a:buFont typeface="Arial" panose="020B0604020202020204" pitchFamily="34" charset="0"/>
              <a:buChar char="•"/>
            </a:pPr>
            <a:r>
              <a:rPr lang="en-US" sz="3200" dirty="0"/>
              <a:t>LinkedList&lt;T&gt; is a doubly-linked list where each node points to both next and previous nodes. It's useful for efficient insertions and deletions at the beginning ,end or middle of the list. </a:t>
            </a:r>
          </a:p>
          <a:p>
            <a:pPr marL="914400" lvl="1" indent="-457200">
              <a:buFont typeface="Wingdings" panose="05000000000000000000" pitchFamily="2" charset="2"/>
              <a:buChar char="Ø"/>
            </a:pPr>
            <a:r>
              <a:rPr lang="en-US" sz="3200" b="1" dirty="0"/>
              <a:t>Key Features</a:t>
            </a:r>
          </a:p>
          <a:p>
            <a:pPr marL="1371600" lvl="2" indent="-457200" fontAlgn="base">
              <a:buFont typeface="Arial" panose="020B0604020202020204" pitchFamily="34" charset="0"/>
              <a:buChar char="•"/>
            </a:pPr>
            <a:r>
              <a:rPr lang="en-US" sz="3200" dirty="0"/>
              <a:t>Doubly linked (each node links to the next and previous). </a:t>
            </a:r>
          </a:p>
          <a:p>
            <a:pPr marL="1371600" lvl="2" indent="-457200" fontAlgn="base">
              <a:buFont typeface="Arial" panose="020B0604020202020204" pitchFamily="34" charset="0"/>
              <a:buChar char="•"/>
            </a:pPr>
            <a:r>
              <a:rPr lang="en-US" sz="3200" dirty="0"/>
              <a:t>Allows fast insertion/removal from any position. </a:t>
            </a:r>
          </a:p>
          <a:p>
            <a:pPr marL="1371600" lvl="2" indent="-457200" fontAlgn="base">
              <a:buFont typeface="Arial" panose="020B0604020202020204" pitchFamily="34" charset="0"/>
              <a:buChar char="•"/>
            </a:pPr>
            <a:r>
              <a:rPr lang="en-US" sz="3200" dirty="0"/>
              <a:t>No indexing like an array or list. </a:t>
            </a:r>
          </a:p>
          <a:p>
            <a:pPr marL="1371600" lvl="2" indent="-457200" fontAlgn="base">
              <a:buFont typeface="Arial" panose="020B0604020202020204" pitchFamily="34" charset="0"/>
              <a:buChar char="•"/>
            </a:pPr>
            <a:r>
              <a:rPr lang="en-US" sz="3200" dirty="0"/>
              <a:t>Can be traversed forward and backward. </a:t>
            </a:r>
          </a:p>
          <a:p>
            <a:pPr marL="914400" lvl="1" indent="-457200">
              <a:buFont typeface="Wingdings" panose="05000000000000000000" pitchFamily="2" charset="2"/>
              <a:buChar char="Ø"/>
            </a:pPr>
            <a:r>
              <a:rPr lang="en-GB" sz="3200" b="1" dirty="0"/>
              <a:t>Syntax of Queue Declaration</a:t>
            </a:r>
            <a:r>
              <a:rPr lang="en-GB" sz="3200" dirty="0"/>
              <a:t> </a:t>
            </a:r>
            <a:endParaRPr lang="en-US" sz="3200" dirty="0"/>
          </a:p>
          <a:p>
            <a:pPr fontAlgn="base"/>
            <a:endParaRPr lang="en-US" sz="3200" dirty="0"/>
          </a:p>
          <a:p>
            <a:pPr fontAlgn="base"/>
            <a:endParaRPr lang="en-US" sz="3200" b="1" dirty="0"/>
          </a:p>
          <a:p>
            <a:pPr marL="914400" lvl="1" indent="-457200" fontAlgn="base">
              <a:buFont typeface="Wingdings" panose="05000000000000000000" pitchFamily="2" charset="2"/>
              <a:buChar char="Ø"/>
            </a:pPr>
            <a:r>
              <a:rPr lang="en-US" sz="3200" b="1" dirty="0"/>
              <a:t>Useful Methods:</a:t>
            </a:r>
          </a:p>
          <a:p>
            <a:pPr fontAlgn="base"/>
            <a:endParaRPr lang="en-US" sz="3200" dirty="0"/>
          </a:p>
          <a:p>
            <a:pPr fontAlgn="base"/>
            <a:endParaRPr lang="en-US" sz="3200" dirty="0"/>
          </a:p>
          <a:p>
            <a:pPr fontAlgn="base"/>
            <a:endParaRPr lang="en-US" sz="3200" dirty="0"/>
          </a:p>
          <a:p>
            <a:pPr fontAlgn="base"/>
            <a:endParaRPr lang="en-US" sz="3200" dirty="0"/>
          </a:p>
          <a:p>
            <a:pPr fontAlgn="base"/>
            <a:endParaRPr lang="en-US" sz="3200" dirty="0"/>
          </a:p>
        </p:txBody>
      </p:sp>
      <p:pic>
        <p:nvPicPr>
          <p:cNvPr id="14" name="Picture 13">
            <a:extLst>
              <a:ext uri="{FF2B5EF4-FFF2-40B4-BE49-F238E27FC236}">
                <a16:creationId xmlns:a16="http://schemas.microsoft.com/office/drawing/2014/main" id="{35E2B7B0-DE6D-7B1A-2358-00713366D98C}"/>
              </a:ext>
            </a:extLst>
          </p:cNvPr>
          <p:cNvPicPr>
            <a:picLocks noChangeAspect="1"/>
          </p:cNvPicPr>
          <p:nvPr/>
        </p:nvPicPr>
        <p:blipFill>
          <a:blip r:embed="rId4"/>
          <a:stretch>
            <a:fillRect/>
          </a:stretch>
        </p:blipFill>
        <p:spPr>
          <a:xfrm>
            <a:off x="2636984" y="6228733"/>
            <a:ext cx="11921996" cy="836137"/>
          </a:xfrm>
          <a:prstGeom prst="rect">
            <a:avLst/>
          </a:prstGeom>
        </p:spPr>
      </p:pic>
      <p:pic>
        <p:nvPicPr>
          <p:cNvPr id="16" name="Picture 15">
            <a:extLst>
              <a:ext uri="{FF2B5EF4-FFF2-40B4-BE49-F238E27FC236}">
                <a16:creationId xmlns:a16="http://schemas.microsoft.com/office/drawing/2014/main" id="{453F4946-77B3-D508-9E81-1F36F7088DDD}"/>
              </a:ext>
            </a:extLst>
          </p:cNvPr>
          <p:cNvPicPr>
            <a:picLocks noChangeAspect="1"/>
          </p:cNvPicPr>
          <p:nvPr/>
        </p:nvPicPr>
        <p:blipFill>
          <a:blip r:embed="rId5"/>
          <a:stretch>
            <a:fillRect/>
          </a:stretch>
        </p:blipFill>
        <p:spPr>
          <a:xfrm>
            <a:off x="2730770" y="7622698"/>
            <a:ext cx="12637477" cy="2512012"/>
          </a:xfrm>
          <a:prstGeom prst="rect">
            <a:avLst/>
          </a:prstGeom>
        </p:spPr>
      </p:pic>
    </p:spTree>
    <p:extLst>
      <p:ext uri="{BB962C8B-B14F-4D97-AF65-F5344CB8AC3E}">
        <p14:creationId xmlns:p14="http://schemas.microsoft.com/office/powerpoint/2010/main" val="32588211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7C5749-2B20-14DA-7A65-896EA812BDA4}"/>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A5093E2E-F383-5067-D3F0-E6D2CF3CDD46}"/>
              </a:ext>
            </a:extLst>
          </p:cNvPr>
          <p:cNvSpPr/>
          <p:nvPr/>
        </p:nvSpPr>
        <p:spPr>
          <a:xfrm>
            <a:off x="-840884" y="241238"/>
            <a:ext cx="2459432" cy="2287272"/>
          </a:xfrm>
          <a:custGeom>
            <a:avLst/>
            <a:gdLst/>
            <a:ahLst/>
            <a:cxnLst/>
            <a:rect l="l" t="t" r="r" b="b"/>
            <a:pathLst>
              <a:path w="2459432" h="2287272">
                <a:moveTo>
                  <a:pt x="0" y="0"/>
                </a:moveTo>
                <a:lnTo>
                  <a:pt x="2459432" y="0"/>
                </a:lnTo>
                <a:lnTo>
                  <a:pt x="2459432" y="2287271"/>
                </a:lnTo>
                <a:lnTo>
                  <a:pt x="0" y="228727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a:extLst>
              <a:ext uri="{FF2B5EF4-FFF2-40B4-BE49-F238E27FC236}">
                <a16:creationId xmlns:a16="http://schemas.microsoft.com/office/drawing/2014/main" id="{7CA2ACD2-ABEA-C311-95B6-26C6203324BE}"/>
              </a:ext>
            </a:extLst>
          </p:cNvPr>
          <p:cNvSpPr/>
          <p:nvPr/>
        </p:nvSpPr>
        <p:spPr>
          <a:xfrm>
            <a:off x="-870441" y="2847634"/>
            <a:ext cx="2459432" cy="2287272"/>
          </a:xfrm>
          <a:custGeom>
            <a:avLst/>
            <a:gdLst/>
            <a:ahLst/>
            <a:cxnLst/>
            <a:rect l="l" t="t" r="r" b="b"/>
            <a:pathLst>
              <a:path w="2459432" h="2287272">
                <a:moveTo>
                  <a:pt x="0" y="0"/>
                </a:moveTo>
                <a:lnTo>
                  <a:pt x="2459432" y="0"/>
                </a:lnTo>
                <a:lnTo>
                  <a:pt x="2459432" y="2287272"/>
                </a:lnTo>
                <a:lnTo>
                  <a:pt x="0" y="228727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4" name="Group 4">
            <a:extLst>
              <a:ext uri="{FF2B5EF4-FFF2-40B4-BE49-F238E27FC236}">
                <a16:creationId xmlns:a16="http://schemas.microsoft.com/office/drawing/2014/main" id="{F8A77F19-1C24-D561-D024-BFC97C41A70D}"/>
              </a:ext>
            </a:extLst>
          </p:cNvPr>
          <p:cNvGrpSpPr/>
          <p:nvPr/>
        </p:nvGrpSpPr>
        <p:grpSpPr>
          <a:xfrm>
            <a:off x="2730770" y="1985187"/>
            <a:ext cx="14535120" cy="2340497"/>
            <a:chOff x="-2906210" y="-2398587"/>
            <a:chExt cx="21900210" cy="3104867"/>
          </a:xfrm>
        </p:grpSpPr>
        <p:sp>
          <p:nvSpPr>
            <p:cNvPr id="5" name="TextBox 5">
              <a:extLst>
                <a:ext uri="{FF2B5EF4-FFF2-40B4-BE49-F238E27FC236}">
                  <a16:creationId xmlns:a16="http://schemas.microsoft.com/office/drawing/2014/main" id="{B8E7658B-897D-9C2C-E4C0-D78ACC142CC8}"/>
                </a:ext>
              </a:extLst>
            </p:cNvPr>
            <p:cNvSpPr txBox="1"/>
            <p:nvPr/>
          </p:nvSpPr>
          <p:spPr>
            <a:xfrm>
              <a:off x="-2906210" y="-2398587"/>
              <a:ext cx="21900210" cy="612438"/>
            </a:xfrm>
            <a:prstGeom prst="rect">
              <a:avLst/>
            </a:prstGeom>
          </p:spPr>
          <p:txBody>
            <a:bodyPr wrap="square" lIns="0" tIns="0" rIns="0" bIns="0" rtlCol="0" anchor="t">
              <a:spAutoFit/>
            </a:bodyPr>
            <a:lstStyle/>
            <a:p>
              <a:pPr marL="457200" indent="-457200" algn="just">
                <a:lnSpc>
                  <a:spcPts val="3600"/>
                </a:lnSpc>
                <a:buFont typeface="Arial"/>
                <a:buChar char="•"/>
              </a:pPr>
              <a:endParaRPr lang="en-GB" sz="3200" dirty="0">
                <a:solidFill>
                  <a:srgbClr val="FFFFFF"/>
                </a:solidFill>
                <a:ea typeface="+mn-lt"/>
                <a:cs typeface="+mn-lt"/>
              </a:endParaRPr>
            </a:p>
          </p:txBody>
        </p:sp>
        <p:sp>
          <p:nvSpPr>
            <p:cNvPr id="6" name="TextBox 6">
              <a:extLst>
                <a:ext uri="{FF2B5EF4-FFF2-40B4-BE49-F238E27FC236}">
                  <a16:creationId xmlns:a16="http://schemas.microsoft.com/office/drawing/2014/main" id="{8650DC0E-9748-EB2B-7594-771A851BAA34}"/>
                </a:ext>
              </a:extLst>
            </p:cNvPr>
            <p:cNvSpPr txBox="1"/>
            <p:nvPr/>
          </p:nvSpPr>
          <p:spPr>
            <a:xfrm>
              <a:off x="0" y="-9525"/>
              <a:ext cx="15443231" cy="715805"/>
            </a:xfrm>
            <a:prstGeom prst="rect">
              <a:avLst/>
            </a:prstGeom>
          </p:spPr>
          <p:txBody>
            <a:bodyPr lIns="0" tIns="0" rIns="0" bIns="0" rtlCol="0" anchor="t">
              <a:spAutoFit/>
            </a:bodyPr>
            <a:lstStyle/>
            <a:p>
              <a:pPr algn="l">
                <a:lnSpc>
                  <a:spcPts val="4200"/>
                </a:lnSpc>
              </a:pPr>
              <a:endParaRPr dirty="0"/>
            </a:p>
          </p:txBody>
        </p:sp>
      </p:grpSp>
      <p:sp>
        <p:nvSpPr>
          <p:cNvPr id="7" name="Freeform 7">
            <a:extLst>
              <a:ext uri="{FF2B5EF4-FFF2-40B4-BE49-F238E27FC236}">
                <a16:creationId xmlns:a16="http://schemas.microsoft.com/office/drawing/2014/main" id="{585D9988-1B0F-7D3F-F9B1-5A320A1D2256}"/>
              </a:ext>
            </a:extLst>
          </p:cNvPr>
          <p:cNvSpPr/>
          <p:nvPr/>
        </p:nvSpPr>
        <p:spPr>
          <a:xfrm>
            <a:off x="17259300" y="7851297"/>
            <a:ext cx="2459432" cy="2287272"/>
          </a:xfrm>
          <a:custGeom>
            <a:avLst/>
            <a:gdLst/>
            <a:ahLst/>
            <a:cxnLst/>
            <a:rect l="l" t="t" r="r" b="b"/>
            <a:pathLst>
              <a:path w="2459432" h="2287272">
                <a:moveTo>
                  <a:pt x="0" y="0"/>
                </a:moveTo>
                <a:lnTo>
                  <a:pt x="2459432" y="0"/>
                </a:lnTo>
                <a:lnTo>
                  <a:pt x="2459432" y="2287272"/>
                </a:lnTo>
                <a:lnTo>
                  <a:pt x="0" y="228727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8" name="Freeform 8">
            <a:extLst>
              <a:ext uri="{FF2B5EF4-FFF2-40B4-BE49-F238E27FC236}">
                <a16:creationId xmlns:a16="http://schemas.microsoft.com/office/drawing/2014/main" id="{2FD9974A-4487-82BA-61A0-E80E86145BF8}"/>
              </a:ext>
            </a:extLst>
          </p:cNvPr>
          <p:cNvSpPr/>
          <p:nvPr/>
        </p:nvSpPr>
        <p:spPr>
          <a:xfrm>
            <a:off x="17259300" y="5335426"/>
            <a:ext cx="2459432" cy="2287272"/>
          </a:xfrm>
          <a:custGeom>
            <a:avLst/>
            <a:gdLst/>
            <a:ahLst/>
            <a:cxnLst/>
            <a:rect l="l" t="t" r="r" b="b"/>
            <a:pathLst>
              <a:path w="2459432" h="2287272">
                <a:moveTo>
                  <a:pt x="0" y="0"/>
                </a:moveTo>
                <a:lnTo>
                  <a:pt x="2459432" y="0"/>
                </a:lnTo>
                <a:lnTo>
                  <a:pt x="2459432" y="2287271"/>
                </a:lnTo>
                <a:lnTo>
                  <a:pt x="0" y="228727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9" name="TextBox 9">
            <a:extLst>
              <a:ext uri="{FF2B5EF4-FFF2-40B4-BE49-F238E27FC236}">
                <a16:creationId xmlns:a16="http://schemas.microsoft.com/office/drawing/2014/main" id="{CE887292-8F73-BA05-F231-E259DBBBEACA}"/>
              </a:ext>
            </a:extLst>
          </p:cNvPr>
          <p:cNvSpPr txBox="1"/>
          <p:nvPr/>
        </p:nvSpPr>
        <p:spPr>
          <a:xfrm>
            <a:off x="1756610" y="152290"/>
            <a:ext cx="14774779" cy="1269578"/>
          </a:xfrm>
          <a:prstGeom prst="rect">
            <a:avLst/>
          </a:prstGeom>
        </p:spPr>
        <p:txBody>
          <a:bodyPr wrap="square" lIns="0" tIns="0" rIns="0" bIns="0" rtlCol="0" anchor="t">
            <a:spAutoFit/>
          </a:bodyPr>
          <a:lstStyle/>
          <a:p>
            <a:pPr algn="ctr">
              <a:lnSpc>
                <a:spcPts val="9900"/>
              </a:lnSpc>
            </a:pPr>
            <a:r>
              <a:rPr lang="en-GB" sz="9000" b="1" dirty="0">
                <a:ea typeface="+mn-lt"/>
                <a:cs typeface="+mn-lt"/>
              </a:rPr>
              <a:t>LinkedList in C #</a:t>
            </a:r>
            <a:endParaRPr lang="en-US" dirty="0">
              <a:ea typeface="+mn-lt"/>
              <a:cs typeface="+mn-lt"/>
            </a:endParaRPr>
          </a:p>
        </p:txBody>
      </p:sp>
      <p:sp>
        <p:nvSpPr>
          <p:cNvPr id="19" name="Slide Number Placeholder 18">
            <a:extLst>
              <a:ext uri="{FF2B5EF4-FFF2-40B4-BE49-F238E27FC236}">
                <a16:creationId xmlns:a16="http://schemas.microsoft.com/office/drawing/2014/main" id="{55435AF6-B8FC-6735-6C8B-9415A37C9272}"/>
              </a:ext>
            </a:extLst>
          </p:cNvPr>
          <p:cNvSpPr>
            <a:spLocks noGrp="1"/>
          </p:cNvSpPr>
          <p:nvPr>
            <p:ph type="sldNum" sz="quarter" idx="12"/>
          </p:nvPr>
        </p:nvSpPr>
        <p:spPr>
          <a:xfrm>
            <a:off x="128751" y="9769585"/>
            <a:ext cx="2133600" cy="365125"/>
          </a:xfrm>
        </p:spPr>
        <p:txBody>
          <a:bodyPr/>
          <a:lstStyle/>
          <a:p>
            <a:fld id="{B6F15528-21DE-4FAA-801E-634DDDAF4B2B}" type="slidenum">
              <a:rPr lang="en-US" smtClean="0"/>
              <a:pPr/>
              <a:t>24</a:t>
            </a:fld>
            <a:endParaRPr lang="en-GB"/>
          </a:p>
        </p:txBody>
      </p:sp>
      <p:sp>
        <p:nvSpPr>
          <p:cNvPr id="23" name="TextBox 22">
            <a:extLst>
              <a:ext uri="{FF2B5EF4-FFF2-40B4-BE49-F238E27FC236}">
                <a16:creationId xmlns:a16="http://schemas.microsoft.com/office/drawing/2014/main" id="{3FAADFA4-F2DB-3555-CBE0-DAFDD1FD6D17}"/>
              </a:ext>
            </a:extLst>
          </p:cNvPr>
          <p:cNvSpPr txBox="1"/>
          <p:nvPr/>
        </p:nvSpPr>
        <p:spPr>
          <a:xfrm>
            <a:off x="617630" y="1192203"/>
            <a:ext cx="17052737" cy="9094797"/>
          </a:xfrm>
          <a:prstGeom prst="rect">
            <a:avLst/>
          </a:prstGeom>
          <a:noFill/>
        </p:spPr>
        <p:txBody>
          <a:bodyPr wrap="square">
            <a:spAutoFit/>
          </a:bodyPr>
          <a:lstStyle/>
          <a:p>
            <a:pPr fontAlgn="base"/>
            <a:endParaRPr lang="en-US" sz="4500" b="1" dirty="0">
              <a:latin typeface="+mj-lt"/>
            </a:endParaRPr>
          </a:p>
          <a:p>
            <a:pPr fontAlgn="base"/>
            <a:r>
              <a:rPr lang="en-US" altLang="en-US" sz="4500" b="1" dirty="0">
                <a:latin typeface="+mj-lt"/>
              </a:rPr>
              <a:t>Important point</a:t>
            </a:r>
            <a:r>
              <a:rPr lang="en-US" altLang="en-US" sz="4500" dirty="0">
                <a:latin typeface="+mj-lt"/>
              </a:rPr>
              <a:t>: </a:t>
            </a:r>
          </a:p>
          <a:p>
            <a:pPr marL="571500" indent="-571500" fontAlgn="base">
              <a:buFont typeface="Arial" panose="020B0604020202020204" pitchFamily="34" charset="0"/>
              <a:buChar char="•"/>
            </a:pPr>
            <a:r>
              <a:rPr lang="en-US" altLang="en-US" sz="4500" dirty="0">
                <a:latin typeface="+mj-lt"/>
              </a:rPr>
              <a:t>C# does not provide a built-in singly linked list class (only a doubly linked list via LinkedList&lt;T&gt;).</a:t>
            </a:r>
          </a:p>
          <a:p>
            <a:pPr marL="571500" indent="-571500" fontAlgn="base">
              <a:buFont typeface="Arial" panose="020B0604020202020204" pitchFamily="34" charset="0"/>
              <a:buChar char="•"/>
            </a:pPr>
            <a:r>
              <a:rPr lang="en-US" altLang="en-US" sz="4500" dirty="0">
                <a:latin typeface="+mj-lt"/>
              </a:rPr>
              <a:t>So, if you want a singly linked list, you usually implement it manually using classes. </a:t>
            </a:r>
          </a:p>
          <a:p>
            <a:pPr algn="ctr" fontAlgn="base"/>
            <a:r>
              <a:rPr lang="en-US" sz="4500" dirty="0">
                <a:latin typeface="+mj-lt"/>
              </a:rPr>
              <a:t>OR</a:t>
            </a:r>
          </a:p>
          <a:p>
            <a:pPr lvl="0" eaLnBrk="0" fontAlgn="base" hangingPunct="0">
              <a:spcBef>
                <a:spcPct val="0"/>
              </a:spcBef>
              <a:spcAft>
                <a:spcPct val="0"/>
              </a:spcAft>
            </a:pPr>
            <a:r>
              <a:rPr lang="en-US" altLang="en-US" sz="4500" b="1" dirty="0">
                <a:latin typeface="+mj-lt"/>
              </a:rPr>
              <a:t>But can we </a:t>
            </a:r>
            <a:r>
              <a:rPr lang="en-US" altLang="en-US" sz="4500" b="1" i="1" dirty="0">
                <a:latin typeface="+mj-lt"/>
              </a:rPr>
              <a:t>use</a:t>
            </a:r>
            <a:r>
              <a:rPr lang="en-US" altLang="en-US" sz="4500" b="1" dirty="0">
                <a:latin typeface="+mj-lt"/>
              </a:rPr>
              <a:t> LinkedList&lt;T&gt; like a singly linked list?</a:t>
            </a:r>
          </a:p>
          <a:p>
            <a:pPr lvl="0" eaLnBrk="0" fontAlgn="base" hangingPunct="0">
              <a:spcBef>
                <a:spcPct val="0"/>
              </a:spcBef>
              <a:spcAft>
                <a:spcPct val="0"/>
              </a:spcAft>
            </a:pPr>
            <a:r>
              <a:rPr lang="en-US" altLang="en-US" sz="4500" dirty="0">
                <a:latin typeface="+mj-lt"/>
              </a:rPr>
              <a:t>Yes,</a:t>
            </a:r>
          </a:p>
          <a:p>
            <a:pPr marL="571500" lvl="0" indent="-571500" eaLnBrk="0" fontAlgn="base" hangingPunct="0">
              <a:spcBef>
                <a:spcPct val="0"/>
              </a:spcBef>
              <a:spcAft>
                <a:spcPct val="0"/>
              </a:spcAft>
              <a:buFont typeface="Arial" panose="020B0604020202020204" pitchFamily="34" charset="0"/>
              <a:buChar char="•"/>
            </a:pPr>
            <a:r>
              <a:rPr lang="en-US" altLang="en-US" sz="4500" dirty="0">
                <a:latin typeface="+mj-lt"/>
              </a:rPr>
              <a:t>If you just ignore the .Previous property and only use .Next to move forward, you are essentially traversing like a singly linked list.</a:t>
            </a:r>
          </a:p>
          <a:p>
            <a:pPr lvl="0" eaLnBrk="0" fontAlgn="base" hangingPunct="0">
              <a:spcBef>
                <a:spcPct val="0"/>
              </a:spcBef>
              <a:spcAft>
                <a:spcPct val="0"/>
              </a:spcAft>
            </a:pPr>
            <a:endParaRPr lang="en-US" altLang="en-US" sz="4500" dirty="0">
              <a:latin typeface="Arial" panose="020B0604020202020204" pitchFamily="34" charset="0"/>
            </a:endParaRPr>
          </a:p>
          <a:p>
            <a:pPr fontAlgn="base"/>
            <a:endParaRPr lang="en-US" sz="4500" dirty="0">
              <a:latin typeface="+mj-lt"/>
            </a:endParaRPr>
          </a:p>
        </p:txBody>
      </p:sp>
    </p:spTree>
    <p:extLst>
      <p:ext uri="{BB962C8B-B14F-4D97-AF65-F5344CB8AC3E}">
        <p14:creationId xmlns:p14="http://schemas.microsoft.com/office/powerpoint/2010/main" val="270108752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B89DD9-ECFB-02D2-F5CB-69197BF8AB2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8947AE9-C24F-22A4-5B41-3E47987AF3C7}"/>
              </a:ext>
            </a:extLst>
          </p:cNvPr>
          <p:cNvSpPr>
            <a:spLocks noGrp="1"/>
          </p:cNvSpPr>
          <p:nvPr>
            <p:ph type="sldNum" sz="quarter" idx="12"/>
          </p:nvPr>
        </p:nvSpPr>
        <p:spPr/>
        <p:txBody>
          <a:bodyPr/>
          <a:lstStyle/>
          <a:p>
            <a:fld id="{B6F15528-21DE-4FAA-801E-634DDDAF4B2B}" type="slidenum">
              <a:rPr lang="en-US" smtClean="0"/>
              <a:pPr/>
              <a:t>25</a:t>
            </a:fld>
            <a:endParaRPr lang="en-US"/>
          </a:p>
        </p:txBody>
      </p:sp>
      <p:pic>
        <p:nvPicPr>
          <p:cNvPr id="2050" name="Picture 2" descr="C# - Doubly Linked List - AlphaCodingSkills">
            <a:extLst>
              <a:ext uri="{FF2B5EF4-FFF2-40B4-BE49-F238E27FC236}">
                <a16:creationId xmlns:a16="http://schemas.microsoft.com/office/drawing/2014/main" id="{4407540A-4CBD-5F6E-8D4D-A309BE12CEC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1601" y="1075765"/>
            <a:ext cx="15477564" cy="78799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3681279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4D6F0D-EB27-2A82-F49C-E8C46A872B5F}"/>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B90AC97C-0A41-A7D1-7C24-2A90C3DFBBF3}"/>
              </a:ext>
            </a:extLst>
          </p:cNvPr>
          <p:cNvSpPr/>
          <p:nvPr/>
        </p:nvSpPr>
        <p:spPr>
          <a:xfrm>
            <a:off x="-840884" y="241238"/>
            <a:ext cx="2459432" cy="2287272"/>
          </a:xfrm>
          <a:custGeom>
            <a:avLst/>
            <a:gdLst/>
            <a:ahLst/>
            <a:cxnLst/>
            <a:rect l="l" t="t" r="r" b="b"/>
            <a:pathLst>
              <a:path w="2459432" h="2287272">
                <a:moveTo>
                  <a:pt x="0" y="0"/>
                </a:moveTo>
                <a:lnTo>
                  <a:pt x="2459432" y="0"/>
                </a:lnTo>
                <a:lnTo>
                  <a:pt x="2459432" y="2287271"/>
                </a:lnTo>
                <a:lnTo>
                  <a:pt x="0" y="228727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a:extLst>
              <a:ext uri="{FF2B5EF4-FFF2-40B4-BE49-F238E27FC236}">
                <a16:creationId xmlns:a16="http://schemas.microsoft.com/office/drawing/2014/main" id="{2E438426-DFD5-16EB-4CC5-9FF6DFC0B14E}"/>
              </a:ext>
            </a:extLst>
          </p:cNvPr>
          <p:cNvSpPr/>
          <p:nvPr/>
        </p:nvSpPr>
        <p:spPr>
          <a:xfrm>
            <a:off x="-870441" y="2847634"/>
            <a:ext cx="2459432" cy="2287272"/>
          </a:xfrm>
          <a:custGeom>
            <a:avLst/>
            <a:gdLst/>
            <a:ahLst/>
            <a:cxnLst/>
            <a:rect l="l" t="t" r="r" b="b"/>
            <a:pathLst>
              <a:path w="2459432" h="2287272">
                <a:moveTo>
                  <a:pt x="0" y="0"/>
                </a:moveTo>
                <a:lnTo>
                  <a:pt x="2459432" y="0"/>
                </a:lnTo>
                <a:lnTo>
                  <a:pt x="2459432" y="2287272"/>
                </a:lnTo>
                <a:lnTo>
                  <a:pt x="0" y="228727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4" name="Group 4">
            <a:extLst>
              <a:ext uri="{FF2B5EF4-FFF2-40B4-BE49-F238E27FC236}">
                <a16:creationId xmlns:a16="http://schemas.microsoft.com/office/drawing/2014/main" id="{D4181A8B-6E84-612C-55D8-CD2AB3C4F559}"/>
              </a:ext>
            </a:extLst>
          </p:cNvPr>
          <p:cNvGrpSpPr/>
          <p:nvPr/>
        </p:nvGrpSpPr>
        <p:grpSpPr>
          <a:xfrm>
            <a:off x="2730770" y="1985187"/>
            <a:ext cx="14535120" cy="2265783"/>
            <a:chOff x="-2906210" y="-2398587"/>
            <a:chExt cx="21900210" cy="3005753"/>
          </a:xfrm>
        </p:grpSpPr>
        <p:sp>
          <p:nvSpPr>
            <p:cNvPr id="5" name="TextBox 5">
              <a:extLst>
                <a:ext uri="{FF2B5EF4-FFF2-40B4-BE49-F238E27FC236}">
                  <a16:creationId xmlns:a16="http://schemas.microsoft.com/office/drawing/2014/main" id="{3540FAFD-578A-4645-C8E8-64754A5D703A}"/>
                </a:ext>
              </a:extLst>
            </p:cNvPr>
            <p:cNvSpPr txBox="1"/>
            <p:nvPr/>
          </p:nvSpPr>
          <p:spPr>
            <a:xfrm>
              <a:off x="-2906210" y="-2398587"/>
              <a:ext cx="21900210" cy="612438"/>
            </a:xfrm>
            <a:prstGeom prst="rect">
              <a:avLst/>
            </a:prstGeom>
          </p:spPr>
          <p:txBody>
            <a:bodyPr wrap="square" lIns="0" tIns="0" rIns="0" bIns="0" rtlCol="0" anchor="t">
              <a:spAutoFit/>
            </a:bodyPr>
            <a:lstStyle/>
            <a:p>
              <a:pPr marL="457200" indent="-457200" algn="just">
                <a:lnSpc>
                  <a:spcPts val="3600"/>
                </a:lnSpc>
                <a:buFont typeface="Arial"/>
                <a:buChar char="•"/>
              </a:pPr>
              <a:endParaRPr lang="en-GB" sz="3200" dirty="0">
                <a:ea typeface="+mn-lt"/>
                <a:cs typeface="+mn-lt"/>
              </a:endParaRPr>
            </a:p>
          </p:txBody>
        </p:sp>
        <p:sp>
          <p:nvSpPr>
            <p:cNvPr id="6" name="TextBox 6">
              <a:extLst>
                <a:ext uri="{FF2B5EF4-FFF2-40B4-BE49-F238E27FC236}">
                  <a16:creationId xmlns:a16="http://schemas.microsoft.com/office/drawing/2014/main" id="{5B48078A-448F-DC95-5657-2B255E9C54F2}"/>
                </a:ext>
              </a:extLst>
            </p:cNvPr>
            <p:cNvSpPr txBox="1"/>
            <p:nvPr/>
          </p:nvSpPr>
          <p:spPr>
            <a:xfrm>
              <a:off x="0" y="-9525"/>
              <a:ext cx="15443232" cy="616691"/>
            </a:xfrm>
            <a:prstGeom prst="rect">
              <a:avLst/>
            </a:prstGeom>
          </p:spPr>
          <p:txBody>
            <a:bodyPr lIns="0" tIns="0" rIns="0" bIns="0" rtlCol="0" anchor="t">
              <a:spAutoFit/>
            </a:bodyPr>
            <a:lstStyle/>
            <a:p>
              <a:pPr algn="l">
                <a:lnSpc>
                  <a:spcPts val="4200"/>
                </a:lnSpc>
              </a:pPr>
              <a:endParaRPr/>
            </a:p>
          </p:txBody>
        </p:sp>
      </p:grpSp>
      <p:sp>
        <p:nvSpPr>
          <p:cNvPr id="7" name="Freeform 7">
            <a:extLst>
              <a:ext uri="{FF2B5EF4-FFF2-40B4-BE49-F238E27FC236}">
                <a16:creationId xmlns:a16="http://schemas.microsoft.com/office/drawing/2014/main" id="{C18FADCD-AF7C-FA31-4A12-7D14F32DC348}"/>
              </a:ext>
            </a:extLst>
          </p:cNvPr>
          <p:cNvSpPr/>
          <p:nvPr/>
        </p:nvSpPr>
        <p:spPr>
          <a:xfrm>
            <a:off x="17259300" y="7851297"/>
            <a:ext cx="2459432" cy="2287272"/>
          </a:xfrm>
          <a:custGeom>
            <a:avLst/>
            <a:gdLst/>
            <a:ahLst/>
            <a:cxnLst/>
            <a:rect l="l" t="t" r="r" b="b"/>
            <a:pathLst>
              <a:path w="2459432" h="2287272">
                <a:moveTo>
                  <a:pt x="0" y="0"/>
                </a:moveTo>
                <a:lnTo>
                  <a:pt x="2459432" y="0"/>
                </a:lnTo>
                <a:lnTo>
                  <a:pt x="2459432" y="2287272"/>
                </a:lnTo>
                <a:lnTo>
                  <a:pt x="0" y="228727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8" name="Freeform 8">
            <a:extLst>
              <a:ext uri="{FF2B5EF4-FFF2-40B4-BE49-F238E27FC236}">
                <a16:creationId xmlns:a16="http://schemas.microsoft.com/office/drawing/2014/main" id="{00A40CA0-19D9-C559-BCAC-A461242DAB85}"/>
              </a:ext>
            </a:extLst>
          </p:cNvPr>
          <p:cNvSpPr/>
          <p:nvPr/>
        </p:nvSpPr>
        <p:spPr>
          <a:xfrm>
            <a:off x="17259300" y="5335426"/>
            <a:ext cx="2459432" cy="2287272"/>
          </a:xfrm>
          <a:custGeom>
            <a:avLst/>
            <a:gdLst/>
            <a:ahLst/>
            <a:cxnLst/>
            <a:rect l="l" t="t" r="r" b="b"/>
            <a:pathLst>
              <a:path w="2459432" h="2287272">
                <a:moveTo>
                  <a:pt x="0" y="0"/>
                </a:moveTo>
                <a:lnTo>
                  <a:pt x="2459432" y="0"/>
                </a:lnTo>
                <a:lnTo>
                  <a:pt x="2459432" y="2287271"/>
                </a:lnTo>
                <a:lnTo>
                  <a:pt x="0" y="228727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9" name="TextBox 9">
            <a:extLst>
              <a:ext uri="{FF2B5EF4-FFF2-40B4-BE49-F238E27FC236}">
                <a16:creationId xmlns:a16="http://schemas.microsoft.com/office/drawing/2014/main" id="{5C9E0643-3DAF-F56B-381B-ABF405CB4A97}"/>
              </a:ext>
            </a:extLst>
          </p:cNvPr>
          <p:cNvSpPr txBox="1"/>
          <p:nvPr/>
        </p:nvSpPr>
        <p:spPr>
          <a:xfrm>
            <a:off x="1882850" y="290468"/>
            <a:ext cx="14774779" cy="1269578"/>
          </a:xfrm>
          <a:prstGeom prst="rect">
            <a:avLst/>
          </a:prstGeom>
        </p:spPr>
        <p:txBody>
          <a:bodyPr wrap="square" lIns="0" tIns="0" rIns="0" bIns="0" rtlCol="0" anchor="t">
            <a:spAutoFit/>
          </a:bodyPr>
          <a:lstStyle/>
          <a:p>
            <a:pPr algn="ctr">
              <a:lnSpc>
                <a:spcPts val="9900"/>
              </a:lnSpc>
            </a:pPr>
            <a:r>
              <a:rPr lang="en-GB" sz="9000" b="1" dirty="0">
                <a:ea typeface="+mn-lt"/>
                <a:cs typeface="+mn-lt"/>
              </a:rPr>
              <a:t>Tuple in C #</a:t>
            </a:r>
            <a:endParaRPr lang="en-US" dirty="0">
              <a:ea typeface="+mn-lt"/>
              <a:cs typeface="+mn-lt"/>
            </a:endParaRPr>
          </a:p>
        </p:txBody>
      </p:sp>
      <p:sp>
        <p:nvSpPr>
          <p:cNvPr id="19" name="Slide Number Placeholder 18">
            <a:extLst>
              <a:ext uri="{FF2B5EF4-FFF2-40B4-BE49-F238E27FC236}">
                <a16:creationId xmlns:a16="http://schemas.microsoft.com/office/drawing/2014/main" id="{DAFEBB8D-4A0A-6C9E-C4B7-2DB66CFC0EC1}"/>
              </a:ext>
            </a:extLst>
          </p:cNvPr>
          <p:cNvSpPr>
            <a:spLocks noGrp="1"/>
          </p:cNvSpPr>
          <p:nvPr>
            <p:ph type="sldNum" sz="quarter" idx="12"/>
          </p:nvPr>
        </p:nvSpPr>
        <p:spPr>
          <a:xfrm>
            <a:off x="128751" y="9769585"/>
            <a:ext cx="2133600" cy="365125"/>
          </a:xfrm>
        </p:spPr>
        <p:txBody>
          <a:bodyPr/>
          <a:lstStyle/>
          <a:p>
            <a:fld id="{B6F15528-21DE-4FAA-801E-634DDDAF4B2B}" type="slidenum">
              <a:rPr lang="en-US" smtClean="0">
                <a:solidFill>
                  <a:schemeClr val="tx1"/>
                </a:solidFill>
              </a:rPr>
              <a:pPr/>
              <a:t>26</a:t>
            </a:fld>
            <a:endParaRPr lang="en-GB">
              <a:solidFill>
                <a:schemeClr val="tx1"/>
              </a:solidFill>
            </a:endParaRPr>
          </a:p>
        </p:txBody>
      </p:sp>
      <p:sp>
        <p:nvSpPr>
          <p:cNvPr id="23" name="TextBox 22">
            <a:extLst>
              <a:ext uri="{FF2B5EF4-FFF2-40B4-BE49-F238E27FC236}">
                <a16:creationId xmlns:a16="http://schemas.microsoft.com/office/drawing/2014/main" id="{898F4651-AA7B-96B8-9E1E-DE7ACDA72095}"/>
              </a:ext>
            </a:extLst>
          </p:cNvPr>
          <p:cNvSpPr txBox="1"/>
          <p:nvPr/>
        </p:nvSpPr>
        <p:spPr>
          <a:xfrm>
            <a:off x="1588991" y="1560046"/>
            <a:ext cx="15670309" cy="8463855"/>
          </a:xfrm>
          <a:prstGeom prst="rect">
            <a:avLst/>
          </a:prstGeom>
          <a:noFill/>
        </p:spPr>
        <p:txBody>
          <a:bodyPr wrap="square">
            <a:spAutoFit/>
          </a:bodyPr>
          <a:lstStyle/>
          <a:p>
            <a:pPr marL="914400" lvl="1" indent="-457200">
              <a:buFont typeface="Wingdings" panose="05000000000000000000" pitchFamily="2" charset="2"/>
              <a:buChar char="Ø"/>
            </a:pPr>
            <a:r>
              <a:rPr lang="en-US" sz="3200" b="1" dirty="0"/>
              <a:t>What is a Tuple?</a:t>
            </a:r>
          </a:p>
          <a:p>
            <a:pPr marL="1371600" lvl="2" indent="-457200">
              <a:buFont typeface="Arial" panose="020B0604020202020204" pitchFamily="34" charset="0"/>
              <a:buChar char="•"/>
            </a:pPr>
            <a:r>
              <a:rPr lang="en-US" sz="3200" dirty="0"/>
              <a:t>Tuple lets you group multiple values into a single object – ideal for returning multiple values from a method without creating a custom class.</a:t>
            </a:r>
          </a:p>
          <a:p>
            <a:pPr marL="914400" lvl="1" indent="-457200">
              <a:buFont typeface="Wingdings" panose="05000000000000000000" pitchFamily="2" charset="2"/>
              <a:buChar char="Ø"/>
            </a:pPr>
            <a:r>
              <a:rPr lang="en-US" sz="3200" b="1" dirty="0"/>
              <a:t>Key Features</a:t>
            </a:r>
          </a:p>
          <a:p>
            <a:pPr marL="1371600" lvl="2" indent="-457200" fontAlgn="base">
              <a:buFont typeface="Arial" panose="020B0604020202020204" pitchFamily="34" charset="0"/>
              <a:buChar char="•"/>
            </a:pPr>
            <a:r>
              <a:rPr lang="en-US" sz="3200" dirty="0"/>
              <a:t>Can store multiple values of different types. </a:t>
            </a:r>
          </a:p>
          <a:p>
            <a:pPr marL="1371600" lvl="2" indent="-457200" fontAlgn="base">
              <a:buFont typeface="Arial" panose="020B0604020202020204" pitchFamily="34" charset="0"/>
              <a:buChar char="•"/>
            </a:pPr>
            <a:r>
              <a:rPr lang="en-US" sz="3200" dirty="0"/>
              <a:t>Immutable (values can't be changed after creation). </a:t>
            </a:r>
          </a:p>
          <a:p>
            <a:pPr marL="1371600" lvl="2" indent="-457200" fontAlgn="base">
              <a:buFont typeface="Arial" panose="020B0604020202020204" pitchFamily="34" charset="0"/>
              <a:buChar char="•"/>
            </a:pPr>
            <a:r>
              <a:rPr lang="en-US" sz="3200" dirty="0"/>
              <a:t>Supports up to 8 items (for more, use nesting). </a:t>
            </a:r>
          </a:p>
          <a:p>
            <a:pPr marL="914400" lvl="1" indent="-457200">
              <a:buFont typeface="Wingdings" panose="05000000000000000000" pitchFamily="2" charset="2"/>
              <a:buChar char="Ø"/>
            </a:pPr>
            <a:r>
              <a:rPr lang="en-GB" sz="3200" b="1" dirty="0"/>
              <a:t>Creating Tuples :</a:t>
            </a:r>
            <a:r>
              <a:rPr lang="en-GB" sz="3200" dirty="0"/>
              <a:t> </a:t>
            </a:r>
            <a:endParaRPr lang="en-US" sz="3200" dirty="0"/>
          </a:p>
          <a:p>
            <a:pPr marL="457200" indent="-457200" fontAlgn="base">
              <a:buFont typeface="Wingdings" panose="05000000000000000000" pitchFamily="2" charset="2"/>
              <a:buChar char="Ø"/>
            </a:pPr>
            <a:endParaRPr lang="en-US" sz="3200" dirty="0"/>
          </a:p>
          <a:p>
            <a:pPr fontAlgn="base"/>
            <a:endParaRPr lang="en-US" sz="3200" dirty="0"/>
          </a:p>
          <a:p>
            <a:pPr fontAlgn="base"/>
            <a:r>
              <a:rPr lang="en-US" sz="3200" dirty="0"/>
              <a:t>	</a:t>
            </a:r>
          </a:p>
          <a:p>
            <a:pPr fontAlgn="base"/>
            <a:r>
              <a:rPr lang="en-US" sz="3200" dirty="0"/>
              <a:t>	or explicitly </a:t>
            </a:r>
          </a:p>
          <a:p>
            <a:pPr fontAlgn="base"/>
            <a:endParaRPr lang="en-US" sz="3200" dirty="0"/>
          </a:p>
          <a:p>
            <a:pPr fontAlgn="base"/>
            <a:endParaRPr lang="en-US" sz="3200" dirty="0"/>
          </a:p>
          <a:p>
            <a:pPr fontAlgn="base"/>
            <a:endParaRPr lang="en-US" sz="3200" dirty="0"/>
          </a:p>
          <a:p>
            <a:pPr fontAlgn="base"/>
            <a:endParaRPr lang="en-US" sz="3200" dirty="0"/>
          </a:p>
          <a:p>
            <a:pPr fontAlgn="base"/>
            <a:endParaRPr lang="en-US" sz="3200" dirty="0"/>
          </a:p>
        </p:txBody>
      </p:sp>
      <p:pic>
        <p:nvPicPr>
          <p:cNvPr id="13" name="Picture 12">
            <a:extLst>
              <a:ext uri="{FF2B5EF4-FFF2-40B4-BE49-F238E27FC236}">
                <a16:creationId xmlns:a16="http://schemas.microsoft.com/office/drawing/2014/main" id="{270F5D11-0A83-E609-4639-7568662E3AA6}"/>
              </a:ext>
            </a:extLst>
          </p:cNvPr>
          <p:cNvPicPr>
            <a:picLocks noChangeAspect="1"/>
          </p:cNvPicPr>
          <p:nvPr/>
        </p:nvPicPr>
        <p:blipFill>
          <a:blip r:embed="rId4"/>
          <a:stretch>
            <a:fillRect/>
          </a:stretch>
        </p:blipFill>
        <p:spPr>
          <a:xfrm>
            <a:off x="2954215" y="5644493"/>
            <a:ext cx="13270524" cy="1217910"/>
          </a:xfrm>
          <a:prstGeom prst="rect">
            <a:avLst/>
          </a:prstGeom>
        </p:spPr>
      </p:pic>
      <p:pic>
        <p:nvPicPr>
          <p:cNvPr id="12291" name="Picture 3">
            <a:extLst>
              <a:ext uri="{FF2B5EF4-FFF2-40B4-BE49-F238E27FC236}">
                <a16:creationId xmlns:a16="http://schemas.microsoft.com/office/drawing/2014/main" id="{2B6399D8-761A-86B3-8521-87C2088A830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25564" y="8042031"/>
            <a:ext cx="13270524" cy="12179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9501587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3683BAB-2EE0-7CC4-FF03-B464521BD9EB}"/>
              </a:ext>
            </a:extLst>
          </p:cNvPr>
          <p:cNvSpPr>
            <a:spLocks noGrp="1"/>
          </p:cNvSpPr>
          <p:nvPr>
            <p:ph type="sldNum" sz="quarter" idx="12"/>
          </p:nvPr>
        </p:nvSpPr>
        <p:spPr/>
        <p:txBody>
          <a:bodyPr/>
          <a:lstStyle/>
          <a:p>
            <a:fld id="{B6F15528-21DE-4FAA-801E-634DDDAF4B2B}" type="slidenum">
              <a:rPr lang="en-US" smtClean="0"/>
              <a:pPr/>
              <a:t>27</a:t>
            </a:fld>
            <a:endParaRPr lang="en-US"/>
          </a:p>
        </p:txBody>
      </p:sp>
      <p:pic>
        <p:nvPicPr>
          <p:cNvPr id="4" name="Picture 3">
            <a:extLst>
              <a:ext uri="{FF2B5EF4-FFF2-40B4-BE49-F238E27FC236}">
                <a16:creationId xmlns:a16="http://schemas.microsoft.com/office/drawing/2014/main" id="{4D2CEE44-0993-013D-386A-CC5542BF019A}"/>
              </a:ext>
            </a:extLst>
          </p:cNvPr>
          <p:cNvPicPr>
            <a:picLocks noChangeAspect="1"/>
          </p:cNvPicPr>
          <p:nvPr/>
        </p:nvPicPr>
        <p:blipFill>
          <a:blip r:embed="rId2"/>
          <a:stretch>
            <a:fillRect/>
          </a:stretch>
        </p:blipFill>
        <p:spPr>
          <a:xfrm>
            <a:off x="1612232" y="2454442"/>
            <a:ext cx="15568863" cy="6129714"/>
          </a:xfrm>
          <a:prstGeom prst="rect">
            <a:avLst/>
          </a:prstGeom>
        </p:spPr>
      </p:pic>
      <p:sp>
        <p:nvSpPr>
          <p:cNvPr id="5" name="TextBox 4">
            <a:extLst>
              <a:ext uri="{FF2B5EF4-FFF2-40B4-BE49-F238E27FC236}">
                <a16:creationId xmlns:a16="http://schemas.microsoft.com/office/drawing/2014/main" id="{C3AACDAE-1DBC-492A-3FCB-E9A17C8636A5}"/>
              </a:ext>
            </a:extLst>
          </p:cNvPr>
          <p:cNvSpPr txBox="1"/>
          <p:nvPr/>
        </p:nvSpPr>
        <p:spPr>
          <a:xfrm>
            <a:off x="2454442" y="345832"/>
            <a:ext cx="13764126" cy="1477328"/>
          </a:xfrm>
          <a:prstGeom prst="rect">
            <a:avLst/>
          </a:prstGeom>
          <a:noFill/>
        </p:spPr>
        <p:txBody>
          <a:bodyPr wrap="square" rtlCol="0">
            <a:spAutoFit/>
          </a:bodyPr>
          <a:lstStyle/>
          <a:p>
            <a:r>
              <a:rPr lang="en-IN" sz="9000" dirty="0"/>
              <a:t>Example of Tuple Structure</a:t>
            </a:r>
          </a:p>
        </p:txBody>
      </p:sp>
    </p:spTree>
    <p:extLst>
      <p:ext uri="{BB962C8B-B14F-4D97-AF65-F5344CB8AC3E}">
        <p14:creationId xmlns:p14="http://schemas.microsoft.com/office/powerpoint/2010/main" val="341058155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67B7F25-AEE5-F11E-2AAB-D5342E9D7324}"/>
              </a:ext>
            </a:extLst>
          </p:cNvPr>
          <p:cNvSpPr>
            <a:spLocks noGrp="1"/>
          </p:cNvSpPr>
          <p:nvPr>
            <p:ph type="sldNum" sz="quarter" idx="12"/>
          </p:nvPr>
        </p:nvSpPr>
        <p:spPr/>
        <p:txBody>
          <a:bodyPr/>
          <a:lstStyle/>
          <a:p>
            <a:fld id="{B6F15528-21DE-4FAA-801E-634DDDAF4B2B}" type="slidenum">
              <a:rPr lang="en-US" smtClean="0"/>
              <a:pPr/>
              <a:t>28</a:t>
            </a:fld>
            <a:endParaRPr lang="en-US"/>
          </a:p>
        </p:txBody>
      </p:sp>
      <p:sp>
        <p:nvSpPr>
          <p:cNvPr id="4" name="TextBox 3">
            <a:extLst>
              <a:ext uri="{FF2B5EF4-FFF2-40B4-BE49-F238E27FC236}">
                <a16:creationId xmlns:a16="http://schemas.microsoft.com/office/drawing/2014/main" id="{7009CAD5-8FE1-43A1-4DAB-62E63B4C0C97}"/>
              </a:ext>
            </a:extLst>
          </p:cNvPr>
          <p:cNvSpPr txBox="1"/>
          <p:nvPr/>
        </p:nvSpPr>
        <p:spPr>
          <a:xfrm>
            <a:off x="0" y="168442"/>
            <a:ext cx="17710484" cy="1477328"/>
          </a:xfrm>
          <a:prstGeom prst="rect">
            <a:avLst/>
          </a:prstGeom>
          <a:noFill/>
        </p:spPr>
        <p:txBody>
          <a:bodyPr wrap="square" rtlCol="0">
            <a:spAutoFit/>
          </a:bodyPr>
          <a:lstStyle/>
          <a:p>
            <a:pPr algn="ctr"/>
            <a:r>
              <a:rPr lang="en-IN" sz="9000" b="1" dirty="0"/>
              <a:t>Difference between Tuple and List</a:t>
            </a:r>
          </a:p>
        </p:txBody>
      </p:sp>
      <p:pic>
        <p:nvPicPr>
          <p:cNvPr id="7170" name="Picture 2" descr="Generated image">
            <a:extLst>
              <a:ext uri="{FF2B5EF4-FFF2-40B4-BE49-F238E27FC236}">
                <a16:creationId xmlns:a16="http://schemas.microsoft.com/office/drawing/2014/main" id="{51BCD850-2AE5-ED59-6FBF-694CBAACF5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6274" y="1900988"/>
            <a:ext cx="16266694" cy="8119311"/>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7533644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F833F3-B979-62E3-EB89-57E89D18DA05}"/>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72538D50-3F97-4520-AADF-872EECF3AB65}"/>
              </a:ext>
            </a:extLst>
          </p:cNvPr>
          <p:cNvSpPr/>
          <p:nvPr/>
        </p:nvSpPr>
        <p:spPr>
          <a:xfrm>
            <a:off x="-840884" y="241238"/>
            <a:ext cx="2459432" cy="2287272"/>
          </a:xfrm>
          <a:custGeom>
            <a:avLst/>
            <a:gdLst/>
            <a:ahLst/>
            <a:cxnLst/>
            <a:rect l="l" t="t" r="r" b="b"/>
            <a:pathLst>
              <a:path w="2459432" h="2287272">
                <a:moveTo>
                  <a:pt x="0" y="0"/>
                </a:moveTo>
                <a:lnTo>
                  <a:pt x="2459432" y="0"/>
                </a:lnTo>
                <a:lnTo>
                  <a:pt x="2459432" y="2287271"/>
                </a:lnTo>
                <a:lnTo>
                  <a:pt x="0" y="228727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a:extLst>
              <a:ext uri="{FF2B5EF4-FFF2-40B4-BE49-F238E27FC236}">
                <a16:creationId xmlns:a16="http://schemas.microsoft.com/office/drawing/2014/main" id="{E0B42553-FE85-BDCF-C8A7-A6E5348DA608}"/>
              </a:ext>
            </a:extLst>
          </p:cNvPr>
          <p:cNvSpPr/>
          <p:nvPr/>
        </p:nvSpPr>
        <p:spPr>
          <a:xfrm>
            <a:off x="-870441" y="2847634"/>
            <a:ext cx="2459432" cy="2287272"/>
          </a:xfrm>
          <a:custGeom>
            <a:avLst/>
            <a:gdLst/>
            <a:ahLst/>
            <a:cxnLst/>
            <a:rect l="l" t="t" r="r" b="b"/>
            <a:pathLst>
              <a:path w="2459432" h="2287272">
                <a:moveTo>
                  <a:pt x="0" y="0"/>
                </a:moveTo>
                <a:lnTo>
                  <a:pt x="2459432" y="0"/>
                </a:lnTo>
                <a:lnTo>
                  <a:pt x="2459432" y="2287272"/>
                </a:lnTo>
                <a:lnTo>
                  <a:pt x="0" y="228727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4" name="Group 4">
            <a:extLst>
              <a:ext uri="{FF2B5EF4-FFF2-40B4-BE49-F238E27FC236}">
                <a16:creationId xmlns:a16="http://schemas.microsoft.com/office/drawing/2014/main" id="{4900606A-3C90-D073-F090-53BE496B6857}"/>
              </a:ext>
            </a:extLst>
          </p:cNvPr>
          <p:cNvGrpSpPr/>
          <p:nvPr/>
        </p:nvGrpSpPr>
        <p:grpSpPr>
          <a:xfrm>
            <a:off x="2730770" y="1985187"/>
            <a:ext cx="14535120" cy="2265783"/>
            <a:chOff x="-2906210" y="-2398587"/>
            <a:chExt cx="21900210" cy="3005753"/>
          </a:xfrm>
        </p:grpSpPr>
        <p:sp>
          <p:nvSpPr>
            <p:cNvPr id="5" name="TextBox 5">
              <a:extLst>
                <a:ext uri="{FF2B5EF4-FFF2-40B4-BE49-F238E27FC236}">
                  <a16:creationId xmlns:a16="http://schemas.microsoft.com/office/drawing/2014/main" id="{839E5164-B5E1-2641-2925-49E2F7355062}"/>
                </a:ext>
              </a:extLst>
            </p:cNvPr>
            <p:cNvSpPr txBox="1"/>
            <p:nvPr/>
          </p:nvSpPr>
          <p:spPr>
            <a:xfrm>
              <a:off x="-2906210" y="-2398587"/>
              <a:ext cx="21900210" cy="612438"/>
            </a:xfrm>
            <a:prstGeom prst="rect">
              <a:avLst/>
            </a:prstGeom>
          </p:spPr>
          <p:txBody>
            <a:bodyPr wrap="square" lIns="0" tIns="0" rIns="0" bIns="0" rtlCol="0" anchor="t">
              <a:spAutoFit/>
            </a:bodyPr>
            <a:lstStyle/>
            <a:p>
              <a:pPr marL="457200" indent="-457200" algn="just">
                <a:lnSpc>
                  <a:spcPts val="3600"/>
                </a:lnSpc>
                <a:buFont typeface="Arial"/>
                <a:buChar char="•"/>
              </a:pPr>
              <a:endParaRPr lang="en-GB" sz="3200" dirty="0">
                <a:ea typeface="+mn-lt"/>
                <a:cs typeface="+mn-lt"/>
              </a:endParaRPr>
            </a:p>
          </p:txBody>
        </p:sp>
        <p:sp>
          <p:nvSpPr>
            <p:cNvPr id="6" name="TextBox 6">
              <a:extLst>
                <a:ext uri="{FF2B5EF4-FFF2-40B4-BE49-F238E27FC236}">
                  <a16:creationId xmlns:a16="http://schemas.microsoft.com/office/drawing/2014/main" id="{B53FF5D1-62E1-114A-0395-24D1D079E5B0}"/>
                </a:ext>
              </a:extLst>
            </p:cNvPr>
            <p:cNvSpPr txBox="1"/>
            <p:nvPr/>
          </p:nvSpPr>
          <p:spPr>
            <a:xfrm>
              <a:off x="0" y="-9525"/>
              <a:ext cx="15443232" cy="616691"/>
            </a:xfrm>
            <a:prstGeom prst="rect">
              <a:avLst/>
            </a:prstGeom>
          </p:spPr>
          <p:txBody>
            <a:bodyPr lIns="0" tIns="0" rIns="0" bIns="0" rtlCol="0" anchor="t">
              <a:spAutoFit/>
            </a:bodyPr>
            <a:lstStyle/>
            <a:p>
              <a:pPr algn="l">
                <a:lnSpc>
                  <a:spcPts val="4200"/>
                </a:lnSpc>
              </a:pPr>
              <a:endParaRPr/>
            </a:p>
          </p:txBody>
        </p:sp>
      </p:grpSp>
      <p:sp>
        <p:nvSpPr>
          <p:cNvPr id="7" name="Freeform 7">
            <a:extLst>
              <a:ext uri="{FF2B5EF4-FFF2-40B4-BE49-F238E27FC236}">
                <a16:creationId xmlns:a16="http://schemas.microsoft.com/office/drawing/2014/main" id="{42303B02-A787-0C32-2CFF-56AAF2C1BDC0}"/>
              </a:ext>
            </a:extLst>
          </p:cNvPr>
          <p:cNvSpPr/>
          <p:nvPr/>
        </p:nvSpPr>
        <p:spPr>
          <a:xfrm>
            <a:off x="17259300" y="7851297"/>
            <a:ext cx="2459432" cy="2287272"/>
          </a:xfrm>
          <a:custGeom>
            <a:avLst/>
            <a:gdLst/>
            <a:ahLst/>
            <a:cxnLst/>
            <a:rect l="l" t="t" r="r" b="b"/>
            <a:pathLst>
              <a:path w="2459432" h="2287272">
                <a:moveTo>
                  <a:pt x="0" y="0"/>
                </a:moveTo>
                <a:lnTo>
                  <a:pt x="2459432" y="0"/>
                </a:lnTo>
                <a:lnTo>
                  <a:pt x="2459432" y="2287272"/>
                </a:lnTo>
                <a:lnTo>
                  <a:pt x="0" y="228727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8" name="Freeform 8">
            <a:extLst>
              <a:ext uri="{FF2B5EF4-FFF2-40B4-BE49-F238E27FC236}">
                <a16:creationId xmlns:a16="http://schemas.microsoft.com/office/drawing/2014/main" id="{24731365-66BF-149E-598C-11FC7D9464A6}"/>
              </a:ext>
            </a:extLst>
          </p:cNvPr>
          <p:cNvSpPr/>
          <p:nvPr/>
        </p:nvSpPr>
        <p:spPr>
          <a:xfrm>
            <a:off x="17259300" y="5335426"/>
            <a:ext cx="2459432" cy="2287272"/>
          </a:xfrm>
          <a:custGeom>
            <a:avLst/>
            <a:gdLst/>
            <a:ahLst/>
            <a:cxnLst/>
            <a:rect l="l" t="t" r="r" b="b"/>
            <a:pathLst>
              <a:path w="2459432" h="2287272">
                <a:moveTo>
                  <a:pt x="0" y="0"/>
                </a:moveTo>
                <a:lnTo>
                  <a:pt x="2459432" y="0"/>
                </a:lnTo>
                <a:lnTo>
                  <a:pt x="2459432" y="2287271"/>
                </a:lnTo>
                <a:lnTo>
                  <a:pt x="0" y="228727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9" name="TextBox 9">
            <a:extLst>
              <a:ext uri="{FF2B5EF4-FFF2-40B4-BE49-F238E27FC236}">
                <a16:creationId xmlns:a16="http://schemas.microsoft.com/office/drawing/2014/main" id="{4BB15C4A-F8E7-CE41-F2FD-9E07088AF8BA}"/>
              </a:ext>
            </a:extLst>
          </p:cNvPr>
          <p:cNvSpPr txBox="1"/>
          <p:nvPr/>
        </p:nvSpPr>
        <p:spPr>
          <a:xfrm>
            <a:off x="1618548" y="647517"/>
            <a:ext cx="15643173" cy="1269578"/>
          </a:xfrm>
          <a:prstGeom prst="rect">
            <a:avLst/>
          </a:prstGeom>
        </p:spPr>
        <p:txBody>
          <a:bodyPr wrap="square" lIns="0" tIns="0" rIns="0" bIns="0" rtlCol="0" anchor="t">
            <a:spAutoFit/>
          </a:bodyPr>
          <a:lstStyle/>
          <a:p>
            <a:pPr algn="ctr">
              <a:lnSpc>
                <a:spcPts val="9900"/>
              </a:lnSpc>
            </a:pPr>
            <a:r>
              <a:rPr lang="en-GB" sz="9000" b="1" dirty="0">
                <a:ea typeface="+mn-lt"/>
                <a:cs typeface="+mn-lt"/>
              </a:rPr>
              <a:t>LINQ</a:t>
            </a:r>
            <a:endParaRPr lang="en-US" dirty="0">
              <a:ea typeface="+mn-lt"/>
              <a:cs typeface="+mn-lt"/>
            </a:endParaRPr>
          </a:p>
        </p:txBody>
      </p:sp>
      <p:sp>
        <p:nvSpPr>
          <p:cNvPr id="19" name="Slide Number Placeholder 18">
            <a:extLst>
              <a:ext uri="{FF2B5EF4-FFF2-40B4-BE49-F238E27FC236}">
                <a16:creationId xmlns:a16="http://schemas.microsoft.com/office/drawing/2014/main" id="{80899097-662C-AAF9-2FE9-0297981152AC}"/>
              </a:ext>
            </a:extLst>
          </p:cNvPr>
          <p:cNvSpPr>
            <a:spLocks noGrp="1"/>
          </p:cNvSpPr>
          <p:nvPr>
            <p:ph type="sldNum" sz="quarter" idx="12"/>
          </p:nvPr>
        </p:nvSpPr>
        <p:spPr>
          <a:xfrm>
            <a:off x="128751" y="9769585"/>
            <a:ext cx="2133600" cy="365125"/>
          </a:xfrm>
        </p:spPr>
        <p:txBody>
          <a:bodyPr/>
          <a:lstStyle/>
          <a:p>
            <a:fld id="{B6F15528-21DE-4FAA-801E-634DDDAF4B2B}" type="slidenum">
              <a:rPr lang="en-US" smtClean="0">
                <a:solidFill>
                  <a:schemeClr val="tx1"/>
                </a:solidFill>
              </a:rPr>
              <a:pPr/>
              <a:t>29</a:t>
            </a:fld>
            <a:endParaRPr lang="en-GB">
              <a:solidFill>
                <a:schemeClr val="tx1"/>
              </a:solidFill>
            </a:endParaRPr>
          </a:p>
        </p:txBody>
      </p:sp>
      <p:sp>
        <p:nvSpPr>
          <p:cNvPr id="23" name="TextBox 22">
            <a:extLst>
              <a:ext uri="{FF2B5EF4-FFF2-40B4-BE49-F238E27FC236}">
                <a16:creationId xmlns:a16="http://schemas.microsoft.com/office/drawing/2014/main" id="{0AB4BA40-04CA-E024-AEF8-742B47632461}"/>
              </a:ext>
            </a:extLst>
          </p:cNvPr>
          <p:cNvSpPr txBox="1"/>
          <p:nvPr/>
        </p:nvSpPr>
        <p:spPr>
          <a:xfrm>
            <a:off x="1859883" y="1985187"/>
            <a:ext cx="15406007" cy="7402668"/>
          </a:xfrm>
          <a:prstGeom prst="rect">
            <a:avLst/>
          </a:prstGeom>
          <a:noFill/>
        </p:spPr>
        <p:txBody>
          <a:bodyPr wrap="square">
            <a:spAutoFit/>
          </a:bodyPr>
          <a:lstStyle/>
          <a:p>
            <a:pPr marL="571500" indent="-571500">
              <a:lnSpc>
                <a:spcPct val="150000"/>
              </a:lnSpc>
              <a:buFont typeface="Wingdings" panose="05000000000000000000" pitchFamily="2" charset="2"/>
              <a:buChar char="Ø"/>
            </a:pPr>
            <a:r>
              <a:rPr lang="en-IN" sz="3200" b="1" u="sng" dirty="0"/>
              <a:t>What is LINQ in .NET?</a:t>
            </a:r>
          </a:p>
          <a:p>
            <a:pPr marL="1485900" lvl="2" indent="-571500">
              <a:lnSpc>
                <a:spcPct val="150000"/>
              </a:lnSpc>
              <a:buFont typeface="Arial" panose="020B0604020202020204" pitchFamily="34" charset="0"/>
              <a:buChar char="•"/>
            </a:pPr>
            <a:r>
              <a:rPr lang="en-US" sz="3200" dirty="0"/>
              <a:t>LINQ (Language Integrated Query) is a powerful feature in .NET that allows querying collections, databases, XML, and more using C# syntax — bringing SQL-like querying directly into the language.</a:t>
            </a:r>
            <a:endParaRPr lang="en-IN" sz="3200" dirty="0"/>
          </a:p>
          <a:p>
            <a:pPr marL="571500" indent="-571500">
              <a:lnSpc>
                <a:spcPct val="150000"/>
              </a:lnSpc>
              <a:buFont typeface="Wingdings" panose="05000000000000000000" pitchFamily="2" charset="2"/>
              <a:buChar char="Ø"/>
            </a:pPr>
            <a:r>
              <a:rPr lang="en-IN" sz="3200" b="1" u="sng" dirty="0"/>
              <a:t>Why Use LINQ?</a:t>
            </a:r>
          </a:p>
          <a:p>
            <a:pPr marL="457200" indent="-457200">
              <a:lnSpc>
                <a:spcPct val="150000"/>
              </a:lnSpc>
              <a:buFont typeface="Arial" panose="020B0604020202020204" pitchFamily="34" charset="0"/>
              <a:buChar char="•"/>
            </a:pPr>
            <a:r>
              <a:rPr lang="en-IN" sz="3200" b="1" dirty="0"/>
              <a:t>Readable, Declarative Code </a:t>
            </a:r>
          </a:p>
          <a:p>
            <a:pPr marL="1485900" lvl="2" indent="-571500">
              <a:lnSpc>
                <a:spcPct val="150000"/>
              </a:lnSpc>
              <a:buFont typeface="Courier New" panose="02070309020205020404" pitchFamily="49" charset="0"/>
              <a:buChar char="o"/>
            </a:pPr>
            <a:r>
              <a:rPr lang="en-IN" sz="3200" dirty="0"/>
              <a:t>Write clean, SQL-style queries in C#.</a:t>
            </a:r>
          </a:p>
          <a:p>
            <a:pPr marL="571500" indent="-571500">
              <a:lnSpc>
                <a:spcPct val="150000"/>
              </a:lnSpc>
              <a:buFont typeface="Arial" panose="020B0604020202020204" pitchFamily="34" charset="0"/>
              <a:buChar char="•"/>
            </a:pPr>
            <a:r>
              <a:rPr lang="en-IN" sz="3200" b="1" dirty="0"/>
              <a:t>Works Across Data Sources</a:t>
            </a:r>
          </a:p>
          <a:p>
            <a:pPr marL="1485900" lvl="2" indent="-571500">
              <a:lnSpc>
                <a:spcPct val="150000"/>
              </a:lnSpc>
              <a:buFont typeface="Courier New" panose="02070309020205020404" pitchFamily="49" charset="0"/>
              <a:buChar char="o"/>
            </a:pPr>
            <a:r>
              <a:rPr lang="en-US" sz="3200" dirty="0"/>
              <a:t>Use LINQ with Lists, Databases (EF), XML, JSON, etc.</a:t>
            </a:r>
          </a:p>
          <a:p>
            <a:pPr marL="571500" indent="-571500">
              <a:lnSpc>
                <a:spcPct val="150000"/>
              </a:lnSpc>
              <a:buFont typeface="Wingdings" panose="05000000000000000000" pitchFamily="2" charset="2"/>
              <a:buChar char="Ø"/>
            </a:pPr>
            <a:endParaRPr lang="en-IN" sz="3200" dirty="0"/>
          </a:p>
        </p:txBody>
      </p:sp>
    </p:spTree>
    <p:extLst>
      <p:ext uri="{BB962C8B-B14F-4D97-AF65-F5344CB8AC3E}">
        <p14:creationId xmlns:p14="http://schemas.microsoft.com/office/powerpoint/2010/main" val="156786400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EA2B9C6-C3ED-F71D-F1CD-CD1E52FE0E8E}"/>
              </a:ext>
            </a:extLst>
          </p:cNvPr>
          <p:cNvSpPr>
            <a:spLocks noGrp="1"/>
          </p:cNvSpPr>
          <p:nvPr>
            <p:ph type="sldNum" sz="quarter" idx="12"/>
          </p:nvPr>
        </p:nvSpPr>
        <p:spPr/>
        <p:txBody>
          <a:bodyPr/>
          <a:lstStyle/>
          <a:p>
            <a:fld id="{B6F15528-21DE-4FAA-801E-634DDDAF4B2B}" type="slidenum">
              <a:rPr lang="en-US" smtClean="0"/>
              <a:pPr/>
              <a:t>30</a:t>
            </a:fld>
            <a:endParaRPr lang="en-US"/>
          </a:p>
        </p:txBody>
      </p:sp>
      <p:pic>
        <p:nvPicPr>
          <p:cNvPr id="3" name="Picture 2">
            <a:extLst>
              <a:ext uri="{FF2B5EF4-FFF2-40B4-BE49-F238E27FC236}">
                <a16:creationId xmlns:a16="http://schemas.microsoft.com/office/drawing/2014/main" id="{BCDA147D-5D4C-8A7D-5B22-30FD72C1C85C}"/>
              </a:ext>
            </a:extLst>
          </p:cNvPr>
          <p:cNvPicPr>
            <a:picLocks noChangeAspect="1"/>
          </p:cNvPicPr>
          <p:nvPr/>
        </p:nvPicPr>
        <p:blipFill>
          <a:blip r:embed="rId2"/>
          <a:stretch>
            <a:fillRect/>
          </a:stretch>
        </p:blipFill>
        <p:spPr>
          <a:xfrm>
            <a:off x="1612232" y="962526"/>
            <a:ext cx="15063536" cy="8927431"/>
          </a:xfrm>
          <a:prstGeom prst="rect">
            <a:avLst/>
          </a:prstGeom>
        </p:spPr>
      </p:pic>
    </p:spTree>
    <p:extLst>
      <p:ext uri="{BB962C8B-B14F-4D97-AF65-F5344CB8AC3E}">
        <p14:creationId xmlns:p14="http://schemas.microsoft.com/office/powerpoint/2010/main" val="280141685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B3B9DD4-3C25-4A1B-453B-7411EDE315F6}"/>
              </a:ext>
            </a:extLst>
          </p:cNvPr>
          <p:cNvSpPr>
            <a:spLocks noGrp="1"/>
          </p:cNvSpPr>
          <p:nvPr>
            <p:ph type="sldNum" sz="quarter" idx="12"/>
          </p:nvPr>
        </p:nvSpPr>
        <p:spPr/>
        <p:txBody>
          <a:bodyPr/>
          <a:lstStyle/>
          <a:p>
            <a:fld id="{B6F15528-21DE-4FAA-801E-634DDDAF4B2B}" type="slidenum">
              <a:rPr lang="en-US" smtClean="0"/>
              <a:pPr/>
              <a:t>31</a:t>
            </a:fld>
            <a:endParaRPr lang="en-US"/>
          </a:p>
        </p:txBody>
      </p:sp>
      <p:pic>
        <p:nvPicPr>
          <p:cNvPr id="3" name="Picture 2">
            <a:extLst>
              <a:ext uri="{FF2B5EF4-FFF2-40B4-BE49-F238E27FC236}">
                <a16:creationId xmlns:a16="http://schemas.microsoft.com/office/drawing/2014/main" id="{9C166431-C24C-F52A-4785-19A586DA2AC3}"/>
              </a:ext>
            </a:extLst>
          </p:cNvPr>
          <p:cNvPicPr>
            <a:picLocks noChangeAspect="1"/>
          </p:cNvPicPr>
          <p:nvPr/>
        </p:nvPicPr>
        <p:blipFill>
          <a:blip r:embed="rId2"/>
          <a:stretch>
            <a:fillRect/>
          </a:stretch>
        </p:blipFill>
        <p:spPr>
          <a:xfrm>
            <a:off x="4272464" y="1429500"/>
            <a:ext cx="9171986" cy="8003257"/>
          </a:xfrm>
          <a:prstGeom prst="rect">
            <a:avLst/>
          </a:prstGeom>
        </p:spPr>
      </p:pic>
    </p:spTree>
    <p:extLst>
      <p:ext uri="{BB962C8B-B14F-4D97-AF65-F5344CB8AC3E}">
        <p14:creationId xmlns:p14="http://schemas.microsoft.com/office/powerpoint/2010/main" val="47748504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C66FBD-EE93-C353-A817-D759B0AF7CC3}"/>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E4E42F1A-6570-F342-424F-982370EE7182}"/>
              </a:ext>
            </a:extLst>
          </p:cNvPr>
          <p:cNvSpPr/>
          <p:nvPr/>
        </p:nvSpPr>
        <p:spPr>
          <a:xfrm>
            <a:off x="-840884" y="241238"/>
            <a:ext cx="2459432" cy="2287272"/>
          </a:xfrm>
          <a:custGeom>
            <a:avLst/>
            <a:gdLst/>
            <a:ahLst/>
            <a:cxnLst/>
            <a:rect l="l" t="t" r="r" b="b"/>
            <a:pathLst>
              <a:path w="2459432" h="2287272">
                <a:moveTo>
                  <a:pt x="0" y="0"/>
                </a:moveTo>
                <a:lnTo>
                  <a:pt x="2459432" y="0"/>
                </a:lnTo>
                <a:lnTo>
                  <a:pt x="2459432" y="2287271"/>
                </a:lnTo>
                <a:lnTo>
                  <a:pt x="0" y="228727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a:extLst>
              <a:ext uri="{FF2B5EF4-FFF2-40B4-BE49-F238E27FC236}">
                <a16:creationId xmlns:a16="http://schemas.microsoft.com/office/drawing/2014/main" id="{99D61EAB-AE15-3B95-ABF4-099EFEC2AB2A}"/>
              </a:ext>
            </a:extLst>
          </p:cNvPr>
          <p:cNvSpPr/>
          <p:nvPr/>
        </p:nvSpPr>
        <p:spPr>
          <a:xfrm>
            <a:off x="-870441" y="2847634"/>
            <a:ext cx="2459432" cy="2287272"/>
          </a:xfrm>
          <a:custGeom>
            <a:avLst/>
            <a:gdLst/>
            <a:ahLst/>
            <a:cxnLst/>
            <a:rect l="l" t="t" r="r" b="b"/>
            <a:pathLst>
              <a:path w="2459432" h="2287272">
                <a:moveTo>
                  <a:pt x="0" y="0"/>
                </a:moveTo>
                <a:lnTo>
                  <a:pt x="2459432" y="0"/>
                </a:lnTo>
                <a:lnTo>
                  <a:pt x="2459432" y="2287272"/>
                </a:lnTo>
                <a:lnTo>
                  <a:pt x="0" y="228727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4" name="Group 4">
            <a:extLst>
              <a:ext uri="{FF2B5EF4-FFF2-40B4-BE49-F238E27FC236}">
                <a16:creationId xmlns:a16="http://schemas.microsoft.com/office/drawing/2014/main" id="{F7963D55-0E05-A375-AAD3-1F3B181D1E6E}"/>
              </a:ext>
            </a:extLst>
          </p:cNvPr>
          <p:cNvGrpSpPr/>
          <p:nvPr/>
        </p:nvGrpSpPr>
        <p:grpSpPr>
          <a:xfrm>
            <a:off x="2730770" y="1985187"/>
            <a:ext cx="14535120" cy="2265783"/>
            <a:chOff x="-2906210" y="-2398587"/>
            <a:chExt cx="21900210" cy="3005753"/>
          </a:xfrm>
        </p:grpSpPr>
        <p:sp>
          <p:nvSpPr>
            <p:cNvPr id="5" name="TextBox 5">
              <a:extLst>
                <a:ext uri="{FF2B5EF4-FFF2-40B4-BE49-F238E27FC236}">
                  <a16:creationId xmlns:a16="http://schemas.microsoft.com/office/drawing/2014/main" id="{CB09C191-2C8C-CEEC-1579-CDB80ACE0C9F}"/>
                </a:ext>
              </a:extLst>
            </p:cNvPr>
            <p:cNvSpPr txBox="1"/>
            <p:nvPr/>
          </p:nvSpPr>
          <p:spPr>
            <a:xfrm>
              <a:off x="-2906210" y="-2398587"/>
              <a:ext cx="21900210" cy="612438"/>
            </a:xfrm>
            <a:prstGeom prst="rect">
              <a:avLst/>
            </a:prstGeom>
          </p:spPr>
          <p:txBody>
            <a:bodyPr wrap="square" lIns="0" tIns="0" rIns="0" bIns="0" rtlCol="0" anchor="t">
              <a:spAutoFit/>
            </a:bodyPr>
            <a:lstStyle/>
            <a:p>
              <a:pPr marL="457200" indent="-457200" algn="just">
                <a:lnSpc>
                  <a:spcPts val="3600"/>
                </a:lnSpc>
                <a:buFont typeface="Arial"/>
                <a:buChar char="•"/>
              </a:pPr>
              <a:endParaRPr lang="en-GB" sz="3200" dirty="0">
                <a:ea typeface="+mn-lt"/>
                <a:cs typeface="+mn-lt"/>
              </a:endParaRPr>
            </a:p>
          </p:txBody>
        </p:sp>
        <p:sp>
          <p:nvSpPr>
            <p:cNvPr id="6" name="TextBox 6">
              <a:extLst>
                <a:ext uri="{FF2B5EF4-FFF2-40B4-BE49-F238E27FC236}">
                  <a16:creationId xmlns:a16="http://schemas.microsoft.com/office/drawing/2014/main" id="{612039DC-9491-37E7-3586-9B6D0836970E}"/>
                </a:ext>
              </a:extLst>
            </p:cNvPr>
            <p:cNvSpPr txBox="1"/>
            <p:nvPr/>
          </p:nvSpPr>
          <p:spPr>
            <a:xfrm>
              <a:off x="0" y="-9525"/>
              <a:ext cx="15443232" cy="616691"/>
            </a:xfrm>
            <a:prstGeom prst="rect">
              <a:avLst/>
            </a:prstGeom>
          </p:spPr>
          <p:txBody>
            <a:bodyPr lIns="0" tIns="0" rIns="0" bIns="0" rtlCol="0" anchor="t">
              <a:spAutoFit/>
            </a:bodyPr>
            <a:lstStyle/>
            <a:p>
              <a:pPr algn="l">
                <a:lnSpc>
                  <a:spcPts val="4200"/>
                </a:lnSpc>
              </a:pPr>
              <a:endParaRPr/>
            </a:p>
          </p:txBody>
        </p:sp>
      </p:grpSp>
      <p:sp>
        <p:nvSpPr>
          <p:cNvPr id="7" name="Freeform 7">
            <a:extLst>
              <a:ext uri="{FF2B5EF4-FFF2-40B4-BE49-F238E27FC236}">
                <a16:creationId xmlns:a16="http://schemas.microsoft.com/office/drawing/2014/main" id="{B06611C8-DBF8-CD60-63A7-AE89BCD07984}"/>
              </a:ext>
            </a:extLst>
          </p:cNvPr>
          <p:cNvSpPr/>
          <p:nvPr/>
        </p:nvSpPr>
        <p:spPr>
          <a:xfrm>
            <a:off x="17259300" y="7851297"/>
            <a:ext cx="2459432" cy="2287272"/>
          </a:xfrm>
          <a:custGeom>
            <a:avLst/>
            <a:gdLst/>
            <a:ahLst/>
            <a:cxnLst/>
            <a:rect l="l" t="t" r="r" b="b"/>
            <a:pathLst>
              <a:path w="2459432" h="2287272">
                <a:moveTo>
                  <a:pt x="0" y="0"/>
                </a:moveTo>
                <a:lnTo>
                  <a:pt x="2459432" y="0"/>
                </a:lnTo>
                <a:lnTo>
                  <a:pt x="2459432" y="2287272"/>
                </a:lnTo>
                <a:lnTo>
                  <a:pt x="0" y="228727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8" name="Freeform 8">
            <a:extLst>
              <a:ext uri="{FF2B5EF4-FFF2-40B4-BE49-F238E27FC236}">
                <a16:creationId xmlns:a16="http://schemas.microsoft.com/office/drawing/2014/main" id="{1BF7C6EF-06C3-7516-9AA8-91480F10D68F}"/>
              </a:ext>
            </a:extLst>
          </p:cNvPr>
          <p:cNvSpPr/>
          <p:nvPr/>
        </p:nvSpPr>
        <p:spPr>
          <a:xfrm>
            <a:off x="17259300" y="5335426"/>
            <a:ext cx="2459432" cy="2287272"/>
          </a:xfrm>
          <a:custGeom>
            <a:avLst/>
            <a:gdLst/>
            <a:ahLst/>
            <a:cxnLst/>
            <a:rect l="l" t="t" r="r" b="b"/>
            <a:pathLst>
              <a:path w="2459432" h="2287272">
                <a:moveTo>
                  <a:pt x="0" y="0"/>
                </a:moveTo>
                <a:lnTo>
                  <a:pt x="2459432" y="0"/>
                </a:lnTo>
                <a:lnTo>
                  <a:pt x="2459432" y="2287271"/>
                </a:lnTo>
                <a:lnTo>
                  <a:pt x="0" y="228727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9" name="TextBox 9">
            <a:extLst>
              <a:ext uri="{FF2B5EF4-FFF2-40B4-BE49-F238E27FC236}">
                <a16:creationId xmlns:a16="http://schemas.microsoft.com/office/drawing/2014/main" id="{96F8B18B-A51F-8252-2B89-785931C38653}"/>
              </a:ext>
            </a:extLst>
          </p:cNvPr>
          <p:cNvSpPr txBox="1"/>
          <p:nvPr/>
        </p:nvSpPr>
        <p:spPr>
          <a:xfrm>
            <a:off x="1855714" y="647517"/>
            <a:ext cx="15406007" cy="1269578"/>
          </a:xfrm>
          <a:prstGeom prst="rect">
            <a:avLst/>
          </a:prstGeom>
        </p:spPr>
        <p:txBody>
          <a:bodyPr wrap="square" lIns="0" tIns="0" rIns="0" bIns="0" rtlCol="0" anchor="t">
            <a:spAutoFit/>
          </a:bodyPr>
          <a:lstStyle/>
          <a:p>
            <a:pPr algn="ctr">
              <a:lnSpc>
                <a:spcPts val="9900"/>
              </a:lnSpc>
            </a:pPr>
            <a:r>
              <a:rPr lang="en-GB" sz="9000" b="1" dirty="0">
                <a:ea typeface="+mn-lt"/>
                <a:cs typeface="+mn-lt"/>
              </a:rPr>
              <a:t>Common LINQ Methods</a:t>
            </a:r>
            <a:endParaRPr lang="en-US" dirty="0">
              <a:ea typeface="+mn-lt"/>
              <a:cs typeface="+mn-lt"/>
            </a:endParaRPr>
          </a:p>
        </p:txBody>
      </p:sp>
      <p:sp>
        <p:nvSpPr>
          <p:cNvPr id="19" name="Slide Number Placeholder 18">
            <a:extLst>
              <a:ext uri="{FF2B5EF4-FFF2-40B4-BE49-F238E27FC236}">
                <a16:creationId xmlns:a16="http://schemas.microsoft.com/office/drawing/2014/main" id="{164D7281-DCB8-616E-04D9-5796151B4D4E}"/>
              </a:ext>
            </a:extLst>
          </p:cNvPr>
          <p:cNvSpPr>
            <a:spLocks noGrp="1"/>
          </p:cNvSpPr>
          <p:nvPr>
            <p:ph type="sldNum" sz="quarter" idx="12"/>
          </p:nvPr>
        </p:nvSpPr>
        <p:spPr>
          <a:xfrm>
            <a:off x="128751" y="9769585"/>
            <a:ext cx="2133600" cy="365125"/>
          </a:xfrm>
        </p:spPr>
        <p:txBody>
          <a:bodyPr/>
          <a:lstStyle/>
          <a:p>
            <a:fld id="{B6F15528-21DE-4FAA-801E-634DDDAF4B2B}" type="slidenum">
              <a:rPr lang="en-US" smtClean="0">
                <a:solidFill>
                  <a:schemeClr val="tx1"/>
                </a:solidFill>
              </a:rPr>
              <a:pPr/>
              <a:t>32</a:t>
            </a:fld>
            <a:endParaRPr lang="en-GB">
              <a:solidFill>
                <a:schemeClr val="tx1"/>
              </a:solidFill>
            </a:endParaRPr>
          </a:p>
        </p:txBody>
      </p:sp>
      <p:sp>
        <p:nvSpPr>
          <p:cNvPr id="23" name="TextBox 22">
            <a:extLst>
              <a:ext uri="{FF2B5EF4-FFF2-40B4-BE49-F238E27FC236}">
                <a16:creationId xmlns:a16="http://schemas.microsoft.com/office/drawing/2014/main" id="{7110CB7A-D50F-5FB8-202A-25344DD0FDC5}"/>
              </a:ext>
            </a:extLst>
          </p:cNvPr>
          <p:cNvSpPr txBox="1"/>
          <p:nvPr/>
        </p:nvSpPr>
        <p:spPr>
          <a:xfrm>
            <a:off x="1859883" y="1985187"/>
            <a:ext cx="15406007" cy="1668470"/>
          </a:xfrm>
          <a:prstGeom prst="rect">
            <a:avLst/>
          </a:prstGeom>
          <a:noFill/>
        </p:spPr>
        <p:txBody>
          <a:bodyPr wrap="square">
            <a:spAutoFit/>
          </a:bodyPr>
          <a:lstStyle/>
          <a:p>
            <a:pPr marL="1028700" lvl="1" indent="-571500">
              <a:lnSpc>
                <a:spcPct val="150000"/>
              </a:lnSpc>
              <a:buFont typeface="Arial" panose="020B0604020202020204" pitchFamily="34" charset="0"/>
              <a:buChar char="•"/>
            </a:pPr>
            <a:endParaRPr lang="en-US" sz="3600" dirty="0"/>
          </a:p>
          <a:p>
            <a:pPr marL="571500" indent="-571500">
              <a:lnSpc>
                <a:spcPct val="150000"/>
              </a:lnSpc>
              <a:buFont typeface="Wingdings" panose="05000000000000000000" pitchFamily="2" charset="2"/>
              <a:buChar char="Ø"/>
            </a:pPr>
            <a:endParaRPr lang="en-US" sz="3600" dirty="0"/>
          </a:p>
        </p:txBody>
      </p:sp>
      <p:sp>
        <p:nvSpPr>
          <p:cNvPr id="12" name="Footer Placeholder 11">
            <a:extLst>
              <a:ext uri="{FF2B5EF4-FFF2-40B4-BE49-F238E27FC236}">
                <a16:creationId xmlns:a16="http://schemas.microsoft.com/office/drawing/2014/main" id="{9A2D3399-0ADD-7D1F-385E-153C3B135327}"/>
              </a:ext>
            </a:extLst>
          </p:cNvPr>
          <p:cNvSpPr>
            <a:spLocks noGrp="1"/>
          </p:cNvSpPr>
          <p:nvPr>
            <p:ph type="ftr" sz="quarter" idx="11"/>
          </p:nvPr>
        </p:nvSpPr>
        <p:spPr/>
        <p:txBody>
          <a:bodyPr/>
          <a:lstStyle/>
          <a:p>
            <a:r>
              <a:rPr lang="en-US">
                <a:solidFill>
                  <a:schemeClr val="tx1"/>
                </a:solidFill>
              </a:rPr>
              <a:t>RabbitMQ </a:t>
            </a:r>
          </a:p>
        </p:txBody>
      </p:sp>
      <p:graphicFrame>
        <p:nvGraphicFramePr>
          <p:cNvPr id="11" name="Table 10">
            <a:extLst>
              <a:ext uri="{FF2B5EF4-FFF2-40B4-BE49-F238E27FC236}">
                <a16:creationId xmlns:a16="http://schemas.microsoft.com/office/drawing/2014/main" id="{DF73EBC9-500D-5017-ECB2-40EE734ED75D}"/>
              </a:ext>
            </a:extLst>
          </p:cNvPr>
          <p:cNvGraphicFramePr>
            <a:graphicFrameLocks noGrp="1"/>
          </p:cNvGraphicFramePr>
          <p:nvPr>
            <p:extLst>
              <p:ext uri="{D42A27DB-BD31-4B8C-83A1-F6EECF244321}">
                <p14:modId xmlns:p14="http://schemas.microsoft.com/office/powerpoint/2010/main" val="3836385017"/>
              </p:ext>
            </p:extLst>
          </p:nvPr>
        </p:nvGraphicFramePr>
        <p:xfrm>
          <a:off x="1889439" y="2197360"/>
          <a:ext cx="14726058" cy="7754787"/>
        </p:xfrm>
        <a:graphic>
          <a:graphicData uri="http://schemas.openxmlformats.org/drawingml/2006/table">
            <a:tbl>
              <a:tblPr firstRow="1" bandRow="1">
                <a:tableStyleId>{85BE263C-DBD7-4A20-BB59-AAB30ACAA65A}</a:tableStyleId>
              </a:tblPr>
              <a:tblGrid>
                <a:gridCol w="7363029">
                  <a:extLst>
                    <a:ext uri="{9D8B030D-6E8A-4147-A177-3AD203B41FA5}">
                      <a16:colId xmlns:a16="http://schemas.microsoft.com/office/drawing/2014/main" val="3995280373"/>
                    </a:ext>
                  </a:extLst>
                </a:gridCol>
                <a:gridCol w="7363029">
                  <a:extLst>
                    <a:ext uri="{9D8B030D-6E8A-4147-A177-3AD203B41FA5}">
                      <a16:colId xmlns:a16="http://schemas.microsoft.com/office/drawing/2014/main" val="3372071744"/>
                    </a:ext>
                  </a:extLst>
                </a:gridCol>
              </a:tblGrid>
              <a:tr h="861643">
                <a:tc>
                  <a:txBody>
                    <a:bodyPr/>
                    <a:lstStyle/>
                    <a:p>
                      <a:pPr algn="ctr"/>
                      <a:r>
                        <a:rPr lang="en-IN" sz="3200" dirty="0"/>
                        <a:t>Method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3200" dirty="0"/>
                        <a:t>Purpose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04052495"/>
                  </a:ext>
                </a:extLst>
              </a:tr>
              <a:tr h="861643">
                <a:tc>
                  <a:txBody>
                    <a:bodyPr/>
                    <a:lstStyle/>
                    <a:p>
                      <a:pPr algn="ctr"/>
                      <a:r>
                        <a:rPr lang="en-IN" sz="3200" dirty="0"/>
                        <a:t>Where()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3200" dirty="0"/>
                        <a:t>Filter items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40919125"/>
                  </a:ext>
                </a:extLst>
              </a:tr>
              <a:tr h="861643">
                <a:tc>
                  <a:txBody>
                    <a:bodyPr/>
                    <a:lstStyle/>
                    <a:p>
                      <a:pPr algn="ctr"/>
                      <a:r>
                        <a:rPr lang="en-IN" sz="3200" dirty="0"/>
                        <a:t>Select()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3200" dirty="0"/>
                        <a:t>Transform data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46148794"/>
                  </a:ext>
                </a:extLst>
              </a:tr>
              <a:tr h="861643">
                <a:tc>
                  <a:txBody>
                    <a:bodyPr/>
                    <a:lstStyle/>
                    <a:p>
                      <a:pPr algn="ctr"/>
                      <a:r>
                        <a:rPr lang="en-IN" sz="3200" dirty="0"/>
                        <a:t>OrderBy()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3200" dirty="0"/>
                        <a:t>Sort ascending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31909048"/>
                  </a:ext>
                </a:extLst>
              </a:tr>
              <a:tr h="861643">
                <a:tc>
                  <a:txBody>
                    <a:bodyPr/>
                    <a:lstStyle/>
                    <a:p>
                      <a:pPr algn="ctr"/>
                      <a:r>
                        <a:rPr lang="en-IN" sz="3200" dirty="0"/>
                        <a:t>GroupBy()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3200" dirty="0"/>
                        <a:t>Group by key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03568139"/>
                  </a:ext>
                </a:extLst>
              </a:tr>
              <a:tr h="861643">
                <a:tc>
                  <a:txBody>
                    <a:bodyPr/>
                    <a:lstStyle/>
                    <a:p>
                      <a:pPr algn="ctr"/>
                      <a:r>
                        <a:rPr lang="en-IN" sz="3200" dirty="0"/>
                        <a:t>Join()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3200" dirty="0"/>
                        <a:t>Merge two collections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06075463"/>
                  </a:ext>
                </a:extLst>
              </a:tr>
              <a:tr h="861643">
                <a:tc>
                  <a:txBody>
                    <a:bodyPr/>
                    <a:lstStyle/>
                    <a:p>
                      <a:pPr algn="ctr"/>
                      <a:r>
                        <a:rPr lang="en-IN" sz="3200" dirty="0"/>
                        <a:t>First(), FirstOrDefault()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3200" dirty="0"/>
                        <a:t>Get first match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6470780"/>
                  </a:ext>
                </a:extLst>
              </a:tr>
              <a:tr h="861643">
                <a:tc>
                  <a:txBody>
                    <a:bodyPr/>
                    <a:lstStyle/>
                    <a:p>
                      <a:pPr algn="ctr"/>
                      <a:r>
                        <a:rPr lang="en-IN" sz="3200" dirty="0"/>
                        <a:t>Any() / All()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3200" dirty="0"/>
                        <a:t>Check if conditions are met</a:t>
                      </a:r>
                      <a:endParaRPr lang="en-IN"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00769991"/>
                  </a:ext>
                </a:extLst>
              </a:tr>
              <a:tr h="861643">
                <a:tc>
                  <a:txBody>
                    <a:bodyPr/>
                    <a:lstStyle/>
                    <a:p>
                      <a:pPr algn="ctr"/>
                      <a:r>
                        <a:rPr lang="en-IN" sz="3200" dirty="0"/>
                        <a:t>ToList()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3200" dirty="0"/>
                        <a:t>Convert query result into a list</a:t>
                      </a:r>
                      <a:endParaRPr lang="en-IN"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18374167"/>
                  </a:ext>
                </a:extLst>
              </a:tr>
            </a:tbl>
          </a:graphicData>
        </a:graphic>
      </p:graphicFrame>
    </p:spTree>
    <p:extLst>
      <p:ext uri="{BB962C8B-B14F-4D97-AF65-F5344CB8AC3E}">
        <p14:creationId xmlns:p14="http://schemas.microsoft.com/office/powerpoint/2010/main" val="119429426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251C8C-23CF-EB55-7CFF-AEA3CCBE1F41}"/>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364476D6-7519-12AA-579F-3D275C89B824}"/>
              </a:ext>
            </a:extLst>
          </p:cNvPr>
          <p:cNvSpPr/>
          <p:nvPr/>
        </p:nvSpPr>
        <p:spPr>
          <a:xfrm>
            <a:off x="-907260" y="327178"/>
            <a:ext cx="2459432" cy="2287272"/>
          </a:xfrm>
          <a:custGeom>
            <a:avLst/>
            <a:gdLst/>
            <a:ahLst/>
            <a:cxnLst/>
            <a:rect l="l" t="t" r="r" b="b"/>
            <a:pathLst>
              <a:path w="2459432" h="2287272">
                <a:moveTo>
                  <a:pt x="0" y="0"/>
                </a:moveTo>
                <a:lnTo>
                  <a:pt x="2459432" y="0"/>
                </a:lnTo>
                <a:lnTo>
                  <a:pt x="2459432" y="2287271"/>
                </a:lnTo>
                <a:lnTo>
                  <a:pt x="0" y="228727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a:extLst>
              <a:ext uri="{FF2B5EF4-FFF2-40B4-BE49-F238E27FC236}">
                <a16:creationId xmlns:a16="http://schemas.microsoft.com/office/drawing/2014/main" id="{D3EEFCE7-BAE8-80C3-5EC6-EDBBDEE09863}"/>
              </a:ext>
            </a:extLst>
          </p:cNvPr>
          <p:cNvSpPr/>
          <p:nvPr/>
        </p:nvSpPr>
        <p:spPr>
          <a:xfrm>
            <a:off x="-889027" y="2856228"/>
            <a:ext cx="2459432" cy="2287272"/>
          </a:xfrm>
          <a:custGeom>
            <a:avLst/>
            <a:gdLst/>
            <a:ahLst/>
            <a:cxnLst/>
            <a:rect l="l" t="t" r="r" b="b"/>
            <a:pathLst>
              <a:path w="2459432" h="2287272">
                <a:moveTo>
                  <a:pt x="0" y="0"/>
                </a:moveTo>
                <a:lnTo>
                  <a:pt x="2459432" y="0"/>
                </a:lnTo>
                <a:lnTo>
                  <a:pt x="2459432" y="2287272"/>
                </a:lnTo>
                <a:lnTo>
                  <a:pt x="0" y="228727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4" name="Group 4">
            <a:extLst>
              <a:ext uri="{FF2B5EF4-FFF2-40B4-BE49-F238E27FC236}">
                <a16:creationId xmlns:a16="http://schemas.microsoft.com/office/drawing/2014/main" id="{F4D3C335-7C24-BFCF-BB00-8E376E7DD826}"/>
              </a:ext>
            </a:extLst>
          </p:cNvPr>
          <p:cNvGrpSpPr/>
          <p:nvPr/>
        </p:nvGrpSpPr>
        <p:grpSpPr>
          <a:xfrm>
            <a:off x="2541584" y="3143953"/>
            <a:ext cx="14535120" cy="2339102"/>
            <a:chOff x="-2918087" y="-1990758"/>
            <a:chExt cx="21900210" cy="3103017"/>
          </a:xfrm>
        </p:grpSpPr>
        <p:sp>
          <p:nvSpPr>
            <p:cNvPr id="5" name="TextBox 5">
              <a:extLst>
                <a:ext uri="{FF2B5EF4-FFF2-40B4-BE49-F238E27FC236}">
                  <a16:creationId xmlns:a16="http://schemas.microsoft.com/office/drawing/2014/main" id="{66866F3C-D8F5-A241-1384-65477A6EB3F9}"/>
                </a:ext>
              </a:extLst>
            </p:cNvPr>
            <p:cNvSpPr txBox="1"/>
            <p:nvPr/>
          </p:nvSpPr>
          <p:spPr>
            <a:xfrm>
              <a:off x="-2918087" y="-1990758"/>
              <a:ext cx="21900210" cy="3103017"/>
            </a:xfrm>
            <a:prstGeom prst="rect">
              <a:avLst/>
            </a:prstGeom>
          </p:spPr>
          <p:txBody>
            <a:bodyPr wrap="square" lIns="0" tIns="0" rIns="0" bIns="0" rtlCol="0" anchor="t">
              <a:spAutoFit/>
            </a:bodyPr>
            <a:lstStyle/>
            <a:p>
              <a:pPr algn="just">
                <a:lnSpc>
                  <a:spcPts val="3600"/>
                </a:lnSpc>
              </a:pPr>
              <a:endParaRPr lang="en-GB" sz="3200" dirty="0">
                <a:solidFill>
                  <a:srgbClr val="FFFFFF"/>
                </a:solidFill>
                <a:ea typeface="+mn-lt"/>
                <a:cs typeface="+mn-lt"/>
              </a:endParaRPr>
            </a:p>
            <a:p>
              <a:pPr lvl="1" algn="just">
                <a:lnSpc>
                  <a:spcPts val="3600"/>
                </a:lnSpc>
              </a:pPr>
              <a:r>
                <a:rPr lang="en-GB" sz="3200" dirty="0">
                  <a:solidFill>
                    <a:srgbClr val="FFFFFF"/>
                  </a:solidFill>
                  <a:ea typeface="+mn-lt"/>
                  <a:cs typeface="+mn-lt"/>
                </a:rPr>
                <a:t>  </a:t>
              </a:r>
              <a:endParaRPr lang="en-GB" sz="3200" i="1" dirty="0">
                <a:solidFill>
                  <a:srgbClr val="FFFFFF"/>
                </a:solidFill>
                <a:ea typeface="+mn-lt"/>
                <a:cs typeface="+mn-lt"/>
              </a:endParaRPr>
            </a:p>
            <a:p>
              <a:pPr lvl="1" algn="just"/>
              <a:r>
                <a:rPr lang="en-GB" sz="3200" b="1" dirty="0">
                  <a:solidFill>
                    <a:srgbClr val="FFFFFF"/>
                  </a:solidFill>
                  <a:ea typeface="+mn-lt"/>
                  <a:cs typeface="+mn-lt"/>
                </a:rPr>
                <a:t>  </a:t>
              </a:r>
            </a:p>
            <a:p>
              <a:pPr marL="457200" lvl="1" algn="just">
                <a:lnSpc>
                  <a:spcPts val="3600"/>
                </a:lnSpc>
              </a:pPr>
              <a:endParaRPr lang="en-GB" sz="3200" i="1" dirty="0">
                <a:solidFill>
                  <a:srgbClr val="FFFFFF"/>
                </a:solidFill>
                <a:ea typeface="+mn-lt"/>
                <a:cs typeface="+mn-lt"/>
              </a:endParaRPr>
            </a:p>
            <a:p>
              <a:pPr marL="457200" indent="-457200" algn="just">
                <a:lnSpc>
                  <a:spcPts val="3600"/>
                </a:lnSpc>
                <a:buFont typeface="Wingdings"/>
                <a:buChar char="Ø"/>
              </a:pPr>
              <a:endParaRPr lang="en-GB" sz="3200" dirty="0">
                <a:solidFill>
                  <a:srgbClr val="FFFFFF"/>
                </a:solidFill>
                <a:ea typeface="+mn-lt"/>
                <a:cs typeface="+mn-lt"/>
              </a:endParaRPr>
            </a:p>
          </p:txBody>
        </p:sp>
        <p:sp>
          <p:nvSpPr>
            <p:cNvPr id="6" name="TextBox 6">
              <a:extLst>
                <a:ext uri="{FF2B5EF4-FFF2-40B4-BE49-F238E27FC236}">
                  <a16:creationId xmlns:a16="http://schemas.microsoft.com/office/drawing/2014/main" id="{25DABA98-EE6B-976A-4B3E-AE8D88A81219}"/>
                </a:ext>
              </a:extLst>
            </p:cNvPr>
            <p:cNvSpPr txBox="1"/>
            <p:nvPr/>
          </p:nvSpPr>
          <p:spPr>
            <a:xfrm>
              <a:off x="0" y="-9525"/>
              <a:ext cx="15443231" cy="715805"/>
            </a:xfrm>
            <a:prstGeom prst="rect">
              <a:avLst/>
            </a:prstGeom>
          </p:spPr>
          <p:txBody>
            <a:bodyPr lIns="0" tIns="0" rIns="0" bIns="0" rtlCol="0" anchor="t">
              <a:spAutoFit/>
            </a:bodyPr>
            <a:lstStyle/>
            <a:p>
              <a:pPr algn="l">
                <a:lnSpc>
                  <a:spcPts val="4200"/>
                </a:lnSpc>
              </a:pPr>
              <a:endParaRPr/>
            </a:p>
          </p:txBody>
        </p:sp>
      </p:grpSp>
      <p:sp>
        <p:nvSpPr>
          <p:cNvPr id="7" name="Freeform 7">
            <a:extLst>
              <a:ext uri="{FF2B5EF4-FFF2-40B4-BE49-F238E27FC236}">
                <a16:creationId xmlns:a16="http://schemas.microsoft.com/office/drawing/2014/main" id="{5D2D8356-DB38-1A96-9DC5-EB09044A26BC}"/>
              </a:ext>
            </a:extLst>
          </p:cNvPr>
          <p:cNvSpPr/>
          <p:nvPr/>
        </p:nvSpPr>
        <p:spPr>
          <a:xfrm>
            <a:off x="17259300" y="7851297"/>
            <a:ext cx="2459432" cy="2287272"/>
          </a:xfrm>
          <a:custGeom>
            <a:avLst/>
            <a:gdLst/>
            <a:ahLst/>
            <a:cxnLst/>
            <a:rect l="l" t="t" r="r" b="b"/>
            <a:pathLst>
              <a:path w="2459432" h="2287272">
                <a:moveTo>
                  <a:pt x="0" y="0"/>
                </a:moveTo>
                <a:lnTo>
                  <a:pt x="2459432" y="0"/>
                </a:lnTo>
                <a:lnTo>
                  <a:pt x="2459432" y="2287272"/>
                </a:lnTo>
                <a:lnTo>
                  <a:pt x="0" y="228727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8" name="Freeform 8">
            <a:extLst>
              <a:ext uri="{FF2B5EF4-FFF2-40B4-BE49-F238E27FC236}">
                <a16:creationId xmlns:a16="http://schemas.microsoft.com/office/drawing/2014/main" id="{700C9E15-8BB0-D68A-6F0D-F238DAB432AC}"/>
              </a:ext>
            </a:extLst>
          </p:cNvPr>
          <p:cNvSpPr/>
          <p:nvPr/>
        </p:nvSpPr>
        <p:spPr>
          <a:xfrm>
            <a:off x="17259300" y="5335426"/>
            <a:ext cx="2459432" cy="2287272"/>
          </a:xfrm>
          <a:custGeom>
            <a:avLst/>
            <a:gdLst/>
            <a:ahLst/>
            <a:cxnLst/>
            <a:rect l="l" t="t" r="r" b="b"/>
            <a:pathLst>
              <a:path w="2459432" h="2287272">
                <a:moveTo>
                  <a:pt x="0" y="0"/>
                </a:moveTo>
                <a:lnTo>
                  <a:pt x="2459432" y="0"/>
                </a:lnTo>
                <a:lnTo>
                  <a:pt x="2459432" y="2287271"/>
                </a:lnTo>
                <a:lnTo>
                  <a:pt x="0" y="228727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9" name="TextBox 9">
            <a:extLst>
              <a:ext uri="{FF2B5EF4-FFF2-40B4-BE49-F238E27FC236}">
                <a16:creationId xmlns:a16="http://schemas.microsoft.com/office/drawing/2014/main" id="{2B29D00A-A1AD-8ACA-5944-6D82A9647AE7}"/>
              </a:ext>
            </a:extLst>
          </p:cNvPr>
          <p:cNvSpPr txBox="1"/>
          <p:nvPr/>
        </p:nvSpPr>
        <p:spPr>
          <a:xfrm>
            <a:off x="1" y="0"/>
            <a:ext cx="18452122" cy="1269578"/>
          </a:xfrm>
          <a:prstGeom prst="rect">
            <a:avLst/>
          </a:prstGeom>
        </p:spPr>
        <p:txBody>
          <a:bodyPr wrap="square" lIns="0" tIns="0" rIns="0" bIns="0" rtlCol="0" anchor="t">
            <a:spAutoFit/>
          </a:bodyPr>
          <a:lstStyle/>
          <a:p>
            <a:pPr algn="ctr">
              <a:lnSpc>
                <a:spcPts val="9900"/>
              </a:lnSpc>
            </a:pPr>
            <a:r>
              <a:rPr lang="en-GB" sz="9000" b="1" dirty="0">
                <a:ea typeface="+mn-lt"/>
                <a:cs typeface="+mn-lt"/>
              </a:rPr>
              <a:t>Use Cases </a:t>
            </a:r>
            <a:endParaRPr lang="en-US" dirty="0">
              <a:ea typeface="+mn-lt"/>
              <a:cs typeface="+mn-lt"/>
            </a:endParaRPr>
          </a:p>
        </p:txBody>
      </p:sp>
      <p:sp>
        <p:nvSpPr>
          <p:cNvPr id="19" name="Slide Number Placeholder 18">
            <a:extLst>
              <a:ext uri="{FF2B5EF4-FFF2-40B4-BE49-F238E27FC236}">
                <a16:creationId xmlns:a16="http://schemas.microsoft.com/office/drawing/2014/main" id="{E8F9574A-83CB-4373-715E-6E0E72CCE48A}"/>
              </a:ext>
            </a:extLst>
          </p:cNvPr>
          <p:cNvSpPr>
            <a:spLocks noGrp="1"/>
          </p:cNvSpPr>
          <p:nvPr>
            <p:ph type="sldNum" sz="quarter" idx="12"/>
          </p:nvPr>
        </p:nvSpPr>
        <p:spPr>
          <a:xfrm>
            <a:off x="128751" y="9769585"/>
            <a:ext cx="2133600" cy="365125"/>
          </a:xfrm>
        </p:spPr>
        <p:txBody>
          <a:bodyPr/>
          <a:lstStyle/>
          <a:p>
            <a:fld id="{B6F15528-21DE-4FAA-801E-634DDDAF4B2B}" type="slidenum">
              <a:rPr lang="en-US" smtClean="0"/>
              <a:pPr/>
              <a:t>33</a:t>
            </a:fld>
            <a:endParaRPr lang="en-GB"/>
          </a:p>
        </p:txBody>
      </p:sp>
      <p:graphicFrame>
        <p:nvGraphicFramePr>
          <p:cNvPr id="10" name="Table 9">
            <a:extLst>
              <a:ext uri="{FF2B5EF4-FFF2-40B4-BE49-F238E27FC236}">
                <a16:creationId xmlns:a16="http://schemas.microsoft.com/office/drawing/2014/main" id="{D6C12A5A-149D-693D-D531-3ECB371DDD82}"/>
              </a:ext>
            </a:extLst>
          </p:cNvPr>
          <p:cNvGraphicFramePr>
            <a:graphicFrameLocks noGrp="1"/>
          </p:cNvGraphicFramePr>
          <p:nvPr>
            <p:extLst>
              <p:ext uri="{D42A27DB-BD31-4B8C-83A1-F6EECF244321}">
                <p14:modId xmlns:p14="http://schemas.microsoft.com/office/powerpoint/2010/main" val="1563331461"/>
              </p:ext>
            </p:extLst>
          </p:nvPr>
        </p:nvGraphicFramePr>
        <p:xfrm>
          <a:off x="0" y="1148974"/>
          <a:ext cx="18305686" cy="9024732"/>
        </p:xfrm>
        <a:graphic>
          <a:graphicData uri="http://schemas.openxmlformats.org/drawingml/2006/table">
            <a:tbl>
              <a:tblPr firstRow="1" bandRow="1">
                <a:tableStyleId>{EB9631B5-78F2-41C9-869B-9F39066F8104}</a:tableStyleId>
              </a:tblPr>
              <a:tblGrid>
                <a:gridCol w="4516691">
                  <a:extLst>
                    <a:ext uri="{9D8B030D-6E8A-4147-A177-3AD203B41FA5}">
                      <a16:colId xmlns:a16="http://schemas.microsoft.com/office/drawing/2014/main" val="1798007779"/>
                    </a:ext>
                  </a:extLst>
                </a:gridCol>
                <a:gridCol w="13788995">
                  <a:extLst>
                    <a:ext uri="{9D8B030D-6E8A-4147-A177-3AD203B41FA5}">
                      <a16:colId xmlns:a16="http://schemas.microsoft.com/office/drawing/2014/main" val="1324233541"/>
                    </a:ext>
                  </a:extLst>
                </a:gridCol>
              </a:tblGrid>
              <a:tr h="554661">
                <a:tc>
                  <a:txBody>
                    <a:bodyPr/>
                    <a:lstStyle/>
                    <a:p>
                      <a:r>
                        <a:rPr lang="en-IN" sz="3200" dirty="0"/>
                        <a:t>Data Structure/Topic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3200" dirty="0"/>
                        <a:t>Use cases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37271051"/>
                  </a:ext>
                </a:extLst>
              </a:tr>
              <a:tr h="1021743">
                <a:tc>
                  <a:txBody>
                    <a:bodyPr/>
                    <a:lstStyle/>
                    <a:p>
                      <a:r>
                        <a:rPr lang="en-IN" sz="3200" dirty="0"/>
                        <a:t>Array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3200" dirty="0"/>
                        <a:t>Fixed-size collections like monthly sales, sensor readings, or static lookup tables</a:t>
                      </a:r>
                      <a:endParaRPr lang="en-IN"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5331488"/>
                  </a:ext>
                </a:extLst>
              </a:tr>
              <a:tr h="554661">
                <a:tc>
                  <a:txBody>
                    <a:bodyPr/>
                    <a:lstStyle/>
                    <a:p>
                      <a:r>
                        <a:rPr lang="en-IN" sz="3200" dirty="0"/>
                        <a:t>List&lt;T&gt;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3200" dirty="0"/>
                        <a:t>Dynamic lists such as shopping carts, user inputs, or paginated data</a:t>
                      </a:r>
                      <a:endParaRPr lang="en-IN"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11552312"/>
                  </a:ext>
                </a:extLst>
              </a:tr>
              <a:tr h="554661">
                <a:tc>
                  <a:txBody>
                    <a:bodyPr/>
                    <a:lstStyle/>
                    <a:p>
                      <a:r>
                        <a:rPr lang="en-IN" sz="3200" dirty="0"/>
                        <a:t>Dictionary&lt;TKey, TValue&gt;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3200" dirty="0"/>
                        <a:t>Fast lookups like mapping user IDs to profiles, config settings, or caching</a:t>
                      </a:r>
                      <a:endParaRPr lang="en-IN"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25505047"/>
                  </a:ext>
                </a:extLst>
              </a:tr>
              <a:tr h="1021743">
                <a:tc>
                  <a:txBody>
                    <a:bodyPr/>
                    <a:lstStyle/>
                    <a:p>
                      <a:r>
                        <a:rPr lang="en-IN" sz="3200" dirty="0"/>
                        <a:t>HashSet&lt;T&gt;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3200" dirty="0"/>
                        <a:t>Avoiding duplicates — e.g., tracking visited pages, unique tags, or email addresses</a:t>
                      </a:r>
                      <a:endParaRPr lang="en-IN"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45212081"/>
                  </a:ext>
                </a:extLst>
              </a:tr>
              <a:tr h="1021743">
                <a:tc>
                  <a:txBody>
                    <a:bodyPr/>
                    <a:lstStyle/>
                    <a:p>
                      <a:r>
                        <a:rPr lang="en-IN" sz="3200" dirty="0"/>
                        <a:t>Queue&lt;T&gt;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3200" dirty="0"/>
                        <a:t>First-In-First-Out tasks — e.g., background jobs, ticketing systems, print queues</a:t>
                      </a:r>
                      <a:endParaRPr lang="en-IN"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50488942"/>
                  </a:ext>
                </a:extLst>
              </a:tr>
              <a:tr h="1021743">
                <a:tc>
                  <a:txBody>
                    <a:bodyPr/>
                    <a:lstStyle/>
                    <a:p>
                      <a:r>
                        <a:rPr lang="en-IN" sz="3200" dirty="0"/>
                        <a:t>Stack&lt;T&gt;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3200" dirty="0"/>
                        <a:t>Last-In-First-Out tasks — e.g., undo operations, back navigation, expression parsing</a:t>
                      </a:r>
                      <a:endParaRPr lang="en-IN"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24667061"/>
                  </a:ext>
                </a:extLst>
              </a:tr>
              <a:tr h="1021743">
                <a:tc>
                  <a:txBody>
                    <a:bodyPr/>
                    <a:lstStyle/>
                    <a:p>
                      <a:r>
                        <a:rPr lang="en-IN" sz="3200" dirty="0"/>
                        <a:t>LinkedList&lt;T&gt;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3200" dirty="0"/>
                        <a:t>Fast insert/delete in the middle — e.g., music playlists, real-time task scheduling</a:t>
                      </a:r>
                      <a:endParaRPr lang="en-IN"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07132900"/>
                  </a:ext>
                </a:extLst>
              </a:tr>
              <a:tr h="1021743">
                <a:tc>
                  <a:txBody>
                    <a:bodyPr/>
                    <a:lstStyle/>
                    <a:p>
                      <a:r>
                        <a:rPr lang="en-IN" sz="3200" dirty="0"/>
                        <a:t>Tuple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3200" dirty="0"/>
                        <a:t>Returning multiple values from methods without creating a class — e.g., (name, score), (status, message)</a:t>
                      </a:r>
                      <a:endParaRPr lang="en-IN"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46127958"/>
                  </a:ext>
                </a:extLst>
              </a:tr>
              <a:tr h="1021743">
                <a:tc>
                  <a:txBody>
                    <a:bodyPr/>
                    <a:lstStyle/>
                    <a:p>
                      <a:r>
                        <a:rPr lang="en-IN" sz="3200" dirty="0"/>
                        <a:t>LINQ</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3200" dirty="0"/>
                        <a:t>Querying data collections — e.g., filtering orders, projecting customer lists, grouping transactions</a:t>
                      </a:r>
                      <a:endParaRPr lang="en-IN"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69937594"/>
                  </a:ext>
                </a:extLst>
              </a:tr>
            </a:tbl>
          </a:graphicData>
        </a:graphic>
      </p:graphicFrame>
    </p:spTree>
    <p:extLst>
      <p:ext uri="{BB962C8B-B14F-4D97-AF65-F5344CB8AC3E}">
        <p14:creationId xmlns:p14="http://schemas.microsoft.com/office/powerpoint/2010/main" val="419960213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1028700" y="1696402"/>
            <a:ext cx="13147359" cy="6894195"/>
            <a:chOff x="0" y="-1173126"/>
            <a:chExt cx="15155455" cy="9192260"/>
          </a:xfrm>
        </p:grpSpPr>
        <p:sp>
          <p:nvSpPr>
            <p:cNvPr id="5" name="TextBox 5"/>
            <p:cNvSpPr txBox="1"/>
            <p:nvPr/>
          </p:nvSpPr>
          <p:spPr>
            <a:xfrm>
              <a:off x="0" y="1208429"/>
              <a:ext cx="12224445" cy="619125"/>
            </a:xfrm>
            <a:prstGeom prst="rect">
              <a:avLst/>
            </a:prstGeom>
          </p:spPr>
          <p:txBody>
            <a:bodyPr lIns="0" tIns="0" rIns="0" bIns="0" rtlCol="0" anchor="t">
              <a:spAutoFit/>
            </a:bodyPr>
            <a:lstStyle/>
            <a:p>
              <a:pPr marL="323850" lvl="1">
                <a:lnSpc>
                  <a:spcPts val="3600"/>
                </a:lnSpc>
              </a:pPr>
              <a:endParaRPr lang="en-US" sz="3000">
                <a:solidFill>
                  <a:srgbClr val="33123B"/>
                </a:solidFill>
                <a:latin typeface="Assistant Regular"/>
                <a:ea typeface="Assistant Regular"/>
                <a:cs typeface="Assistant Regular"/>
              </a:endParaRPr>
            </a:p>
          </p:txBody>
        </p:sp>
        <p:sp>
          <p:nvSpPr>
            <p:cNvPr id="6" name="TextBox 6"/>
            <p:cNvSpPr txBox="1"/>
            <p:nvPr/>
          </p:nvSpPr>
          <p:spPr>
            <a:xfrm>
              <a:off x="0" y="2211729"/>
              <a:ext cx="13631736" cy="615553"/>
            </a:xfrm>
            <a:prstGeom prst="rect">
              <a:avLst/>
            </a:prstGeom>
          </p:spPr>
          <p:txBody>
            <a:bodyPr lIns="0" tIns="0" rIns="0" bIns="0" rtlCol="0" anchor="t">
              <a:spAutoFit/>
            </a:bodyPr>
            <a:lstStyle/>
            <a:p>
              <a:pPr marL="647700" lvl="1" indent="-323850">
                <a:lnSpc>
                  <a:spcPts val="3600"/>
                </a:lnSpc>
                <a:buFont typeface="Arial"/>
                <a:buChar char="•"/>
              </a:pPr>
              <a:endParaRPr lang="en-US" sz="3000">
                <a:solidFill>
                  <a:srgbClr val="33123B"/>
                </a:solidFill>
                <a:latin typeface="Assistant Regular"/>
                <a:ea typeface="Assistant Regular"/>
                <a:cs typeface="Assistant Regular"/>
              </a:endParaRPr>
            </a:p>
          </p:txBody>
        </p:sp>
        <p:sp>
          <p:nvSpPr>
            <p:cNvPr id="7" name="TextBox 7"/>
            <p:cNvSpPr txBox="1"/>
            <p:nvPr/>
          </p:nvSpPr>
          <p:spPr>
            <a:xfrm>
              <a:off x="0" y="688706"/>
              <a:ext cx="13250213" cy="1846660"/>
            </a:xfrm>
            <a:prstGeom prst="rect">
              <a:avLst/>
            </a:prstGeom>
          </p:spPr>
          <p:txBody>
            <a:bodyPr wrap="square" lIns="0" tIns="0" rIns="0" bIns="0" rtlCol="0" anchor="t">
              <a:spAutoFit/>
            </a:bodyPr>
            <a:lstStyle/>
            <a:p>
              <a:pPr marL="838200" lvl="1" indent="-514350">
                <a:lnSpc>
                  <a:spcPts val="3600"/>
                </a:lnSpc>
                <a:buAutoNum type="arabicPeriod"/>
              </a:pPr>
              <a:endParaRPr lang="en-US" sz="3000" dirty="0">
                <a:solidFill>
                  <a:srgbClr val="33123B"/>
                </a:solidFill>
                <a:latin typeface="Calibri"/>
                <a:ea typeface="Assistant Regular"/>
                <a:cs typeface="Assistant Regular"/>
              </a:endParaRPr>
            </a:p>
            <a:p>
              <a:pPr marL="323850" lvl="1">
                <a:lnSpc>
                  <a:spcPts val="3600"/>
                </a:lnSpc>
              </a:pPr>
              <a:endParaRPr lang="en-US" sz="3000" dirty="0">
                <a:solidFill>
                  <a:srgbClr val="33123B"/>
                </a:solidFill>
                <a:latin typeface="Calibri"/>
                <a:ea typeface="Assistant Regular"/>
                <a:cs typeface="Assistant Regular"/>
              </a:endParaRPr>
            </a:p>
            <a:p>
              <a:pPr marL="647700" lvl="1" indent="-323850">
                <a:lnSpc>
                  <a:spcPts val="3600"/>
                </a:lnSpc>
                <a:buAutoNum type="arabicPeriod"/>
              </a:pPr>
              <a:endParaRPr lang="en-US" sz="3000" dirty="0">
                <a:solidFill>
                  <a:srgbClr val="33123B"/>
                </a:solidFill>
                <a:latin typeface="Assistant Regular"/>
                <a:ea typeface="Assistant Regular"/>
                <a:cs typeface="Assistant Regular"/>
              </a:endParaRPr>
            </a:p>
          </p:txBody>
        </p:sp>
        <p:sp>
          <p:nvSpPr>
            <p:cNvPr id="8" name="TextBox 8"/>
            <p:cNvSpPr txBox="1"/>
            <p:nvPr/>
          </p:nvSpPr>
          <p:spPr>
            <a:xfrm>
              <a:off x="0" y="-1173126"/>
              <a:ext cx="15155455" cy="9192260"/>
            </a:xfrm>
            <a:prstGeom prst="rect">
              <a:avLst/>
            </a:prstGeom>
          </p:spPr>
          <p:txBody>
            <a:bodyPr wrap="square" lIns="0" tIns="0" rIns="0" bIns="0" rtlCol="0" anchor="t">
              <a:spAutoFit/>
            </a:bodyPr>
            <a:lstStyle/>
            <a:p>
              <a:pPr>
                <a:lnSpc>
                  <a:spcPct val="150000"/>
                </a:lnSpc>
              </a:pPr>
              <a:r>
                <a:rPr lang="en-IN" sz="3200" b="1" dirty="0"/>
                <a:t>1.) Student Grades – Arrays, Lists &amp; LINQ</a:t>
              </a:r>
              <a:endParaRPr lang="en-IN" sz="3200" dirty="0"/>
            </a:p>
            <a:p>
              <a:pPr>
                <a:lnSpc>
                  <a:spcPct val="150000"/>
                </a:lnSpc>
              </a:pPr>
              <a:r>
                <a:rPr lang="en-IN" sz="3200" b="1" dirty="0"/>
                <a:t>Objective</a:t>
              </a:r>
              <a:r>
                <a:rPr lang="en-IN" sz="3200" dirty="0"/>
                <a:t>: Use arrays, lists, and LINQ to process student data.</a:t>
              </a:r>
            </a:p>
            <a:p>
              <a:pPr>
                <a:lnSpc>
                  <a:spcPct val="150000"/>
                </a:lnSpc>
              </a:pPr>
              <a:r>
                <a:rPr lang="en-IN" sz="3200" dirty="0"/>
                <a:t> </a:t>
              </a:r>
              <a:r>
                <a:rPr lang="en-IN" sz="3200" b="1" dirty="0"/>
                <a:t>Tasks</a:t>
              </a:r>
              <a:r>
                <a:rPr lang="en-IN" sz="3200" dirty="0"/>
                <a:t>:</a:t>
              </a:r>
            </a:p>
            <a:p>
              <a:pPr marL="514350" indent="-514350">
                <a:lnSpc>
                  <a:spcPct val="150000"/>
                </a:lnSpc>
                <a:buFont typeface="+mj-lt"/>
                <a:buAutoNum type="arabicPeriod"/>
              </a:pPr>
              <a:r>
                <a:rPr lang="en-GB" sz="3200" dirty="0">
                  <a:solidFill>
                    <a:srgbClr val="33123B"/>
                  </a:solidFill>
                  <a:ea typeface="Calibri"/>
                  <a:cs typeface="Calibri"/>
                </a:rPr>
                <a:t>Create a student class with :</a:t>
              </a:r>
            </a:p>
            <a:p>
              <a:pPr marL="1371600" lvl="2" indent="-457200">
                <a:lnSpc>
                  <a:spcPct val="150000"/>
                </a:lnSpc>
                <a:buFont typeface="Arial" panose="020B0604020202020204" pitchFamily="34" charset="0"/>
                <a:buChar char="•"/>
              </a:pPr>
              <a:r>
                <a:rPr lang="en-GB" sz="3200" dirty="0">
                  <a:solidFill>
                    <a:srgbClr val="33123B"/>
                  </a:solidFill>
                  <a:ea typeface="Calibri"/>
                  <a:cs typeface="Calibri"/>
                </a:rPr>
                <a:t> </a:t>
              </a:r>
              <a:r>
                <a:rPr lang="en-GB" sz="3200" b="1" dirty="0">
                  <a:solidFill>
                    <a:srgbClr val="33123B"/>
                  </a:solidFill>
                  <a:ea typeface="Calibri"/>
                  <a:cs typeface="Calibri"/>
                </a:rPr>
                <a:t>Properties</a:t>
              </a:r>
              <a:r>
                <a:rPr lang="en-GB" sz="3200" dirty="0">
                  <a:solidFill>
                    <a:srgbClr val="33123B"/>
                  </a:solidFill>
                  <a:ea typeface="Calibri"/>
                  <a:cs typeface="Calibri"/>
                </a:rPr>
                <a:t>: Name , Roll Number , Marks(int[] of 5 subjects)</a:t>
              </a:r>
            </a:p>
            <a:p>
              <a:pPr marL="514350" indent="-514350">
                <a:lnSpc>
                  <a:spcPct val="150000"/>
                </a:lnSpc>
                <a:buFont typeface="+mj-lt"/>
                <a:buAutoNum type="arabicPeriod"/>
              </a:pPr>
              <a:r>
                <a:rPr lang="en-GB" sz="3200" dirty="0">
                  <a:solidFill>
                    <a:srgbClr val="33123B"/>
                  </a:solidFill>
                  <a:ea typeface="Calibri"/>
                  <a:cs typeface="Calibri"/>
                </a:rPr>
                <a:t>In Main():</a:t>
              </a:r>
            </a:p>
            <a:p>
              <a:pPr marL="1371600" lvl="2" indent="-457200">
                <a:lnSpc>
                  <a:spcPct val="150000"/>
                </a:lnSpc>
                <a:buFont typeface="Arial" panose="020B0604020202020204" pitchFamily="34" charset="0"/>
                <a:buChar char="•"/>
              </a:pPr>
              <a:r>
                <a:rPr lang="en-GB" sz="3200" dirty="0">
                  <a:solidFill>
                    <a:srgbClr val="33123B"/>
                  </a:solidFill>
                  <a:ea typeface="Calibri"/>
                  <a:cs typeface="Calibri"/>
                </a:rPr>
                <a:t>Create a List&lt;Student&gt; and add at least 5 students </a:t>
              </a:r>
              <a:r>
                <a:rPr lang="en-IN" sz="3200" dirty="0"/>
                <a:t>with marks</a:t>
              </a:r>
            </a:p>
            <a:p>
              <a:pPr marL="1371600" lvl="2" indent="-457200">
                <a:lnSpc>
                  <a:spcPct val="150000"/>
                </a:lnSpc>
                <a:buFont typeface="Arial" panose="020B0604020202020204" pitchFamily="34" charset="0"/>
                <a:buChar char="•"/>
              </a:pPr>
              <a:r>
                <a:rPr lang="en-IN" sz="3200" dirty="0"/>
                <a:t>For each student: </a:t>
              </a:r>
            </a:p>
            <a:p>
              <a:pPr marL="2343150" lvl="4" indent="-514350">
                <a:buFont typeface="+mj-lt"/>
                <a:buAutoNum type="arabicPeriod"/>
              </a:pPr>
              <a:r>
                <a:rPr lang="en-IN" sz="3200" dirty="0"/>
                <a:t>Calculate total and average marks using LINQ.</a:t>
              </a:r>
            </a:p>
            <a:p>
              <a:pPr marL="2343150" lvl="4" indent="-514350">
                <a:buFont typeface="+mj-lt"/>
                <a:buAutoNum type="arabicPeriod"/>
              </a:pPr>
              <a:r>
                <a:rPr lang="en-IN" sz="3200" dirty="0"/>
                <a:t>Display highest and lowest scoring student using LINQ</a:t>
              </a:r>
              <a:endParaRPr lang="en-GB" sz="3200" dirty="0">
                <a:solidFill>
                  <a:srgbClr val="33123B"/>
                </a:solidFill>
                <a:ea typeface="Calibri"/>
                <a:cs typeface="Calibri"/>
              </a:endParaRPr>
            </a:p>
          </p:txBody>
        </p:sp>
      </p:grpSp>
      <p:sp>
        <p:nvSpPr>
          <p:cNvPr id="15" name="TextBox 15"/>
          <p:cNvSpPr txBox="1"/>
          <p:nvPr/>
        </p:nvSpPr>
        <p:spPr>
          <a:xfrm>
            <a:off x="7839979" y="312471"/>
            <a:ext cx="9619725" cy="1154162"/>
          </a:xfrm>
          <a:prstGeom prst="rect">
            <a:avLst/>
          </a:prstGeom>
        </p:spPr>
        <p:txBody>
          <a:bodyPr wrap="square" lIns="0" tIns="0" rIns="0" bIns="0" rtlCol="0" anchor="t">
            <a:spAutoFit/>
          </a:bodyPr>
          <a:lstStyle/>
          <a:p>
            <a:pPr algn="r">
              <a:lnSpc>
                <a:spcPts val="8800"/>
              </a:lnSpc>
            </a:pPr>
            <a:r>
              <a:rPr lang="en-US" sz="8000" b="1">
                <a:solidFill>
                  <a:srgbClr val="8D0A75"/>
                </a:solidFill>
                <a:latin typeface="Heebo Black"/>
                <a:ea typeface="Heebo Black"/>
                <a:cs typeface="Heebo Black"/>
                <a:sym typeface="Heebo Black"/>
              </a:rPr>
              <a:t>Assignment </a:t>
            </a:r>
          </a:p>
        </p:txBody>
      </p:sp>
      <p:grpSp>
        <p:nvGrpSpPr>
          <p:cNvPr id="16" name="Group 16"/>
          <p:cNvGrpSpPr>
            <a:grpSpLocks noChangeAspect="1"/>
          </p:cNvGrpSpPr>
          <p:nvPr/>
        </p:nvGrpSpPr>
        <p:grpSpPr>
          <a:xfrm>
            <a:off x="13741677" y="4631549"/>
            <a:ext cx="6110870" cy="6110870"/>
            <a:chOff x="0" y="0"/>
            <a:chExt cx="14840029" cy="14840029"/>
          </a:xfrm>
        </p:grpSpPr>
        <p:sp>
          <p:nvSpPr>
            <p:cNvPr id="17" name="Freeform 17"/>
            <p:cNvSpPr/>
            <p:nvPr/>
          </p:nvSpPr>
          <p:spPr>
            <a:xfrm>
              <a:off x="-366471" y="-11891"/>
              <a:ext cx="15572971" cy="14863810"/>
            </a:xfrm>
            <a:custGeom>
              <a:avLst/>
              <a:gdLst/>
              <a:ahLst/>
              <a:cxnLst/>
              <a:rect l="l" t="t" r="r" b="b"/>
              <a:pathLst>
                <a:path w="15572971" h="14863810">
                  <a:moveTo>
                    <a:pt x="7786486" y="11891"/>
                  </a:moveTo>
                  <a:cubicBezTo>
                    <a:pt x="5127664" y="0"/>
                    <a:pt x="2665709" y="1411641"/>
                    <a:pt x="1332855" y="3712286"/>
                  </a:cubicBezTo>
                  <a:cubicBezTo>
                    <a:pt x="0" y="6012931"/>
                    <a:pt x="0" y="8850880"/>
                    <a:pt x="1332855" y="11151525"/>
                  </a:cubicBezTo>
                  <a:cubicBezTo>
                    <a:pt x="2665709" y="13452170"/>
                    <a:pt x="5127664" y="14863811"/>
                    <a:pt x="7786486" y="14851920"/>
                  </a:cubicBezTo>
                  <a:cubicBezTo>
                    <a:pt x="10445306" y="14863811"/>
                    <a:pt x="12907262" y="13452170"/>
                    <a:pt x="14240117" y="11151525"/>
                  </a:cubicBezTo>
                  <a:cubicBezTo>
                    <a:pt x="15572971" y="8850880"/>
                    <a:pt x="15572971" y="6012931"/>
                    <a:pt x="14240117" y="3712286"/>
                  </a:cubicBezTo>
                  <a:cubicBezTo>
                    <a:pt x="12907262" y="1411641"/>
                    <a:pt x="10445306" y="0"/>
                    <a:pt x="7786486" y="11891"/>
                  </a:cubicBezTo>
                  <a:close/>
                </a:path>
              </a:pathLst>
            </a:custGeom>
            <a:solidFill>
              <a:srgbClr val="769EBE"/>
            </a:solidFill>
          </p:spPr>
          <p:txBody>
            <a:bodyPr/>
            <a:lstStyle/>
            <a:p>
              <a:endParaRPr lang="en-IN"/>
            </a:p>
          </p:txBody>
        </p:sp>
        <p:sp>
          <p:nvSpPr>
            <p:cNvPr id="18" name="Freeform 18"/>
            <p:cNvSpPr/>
            <p:nvPr/>
          </p:nvSpPr>
          <p:spPr>
            <a:xfrm>
              <a:off x="-156193" y="188812"/>
              <a:ext cx="15152415" cy="14462405"/>
            </a:xfrm>
            <a:custGeom>
              <a:avLst/>
              <a:gdLst/>
              <a:ahLst/>
              <a:cxnLst/>
              <a:rect l="l" t="t" r="r" b="b"/>
              <a:pathLst>
                <a:path w="15152415" h="14462405">
                  <a:moveTo>
                    <a:pt x="7576208" y="11570"/>
                  </a:moveTo>
                  <a:cubicBezTo>
                    <a:pt x="4989189" y="0"/>
                    <a:pt x="2593721" y="1373519"/>
                    <a:pt x="1296860" y="3612034"/>
                  </a:cubicBezTo>
                  <a:cubicBezTo>
                    <a:pt x="0" y="5850548"/>
                    <a:pt x="0" y="8611857"/>
                    <a:pt x="1296860" y="10850372"/>
                  </a:cubicBezTo>
                  <a:cubicBezTo>
                    <a:pt x="2593721" y="13088886"/>
                    <a:pt x="4989189" y="14462405"/>
                    <a:pt x="7576208" y="14450835"/>
                  </a:cubicBezTo>
                  <a:cubicBezTo>
                    <a:pt x="10163226" y="14462405"/>
                    <a:pt x="12558694" y="13088886"/>
                    <a:pt x="13855555" y="10850372"/>
                  </a:cubicBezTo>
                  <a:cubicBezTo>
                    <a:pt x="15152416" y="8611857"/>
                    <a:pt x="15152416" y="5850548"/>
                    <a:pt x="13855555" y="3612034"/>
                  </a:cubicBezTo>
                  <a:cubicBezTo>
                    <a:pt x="12558694" y="1373519"/>
                    <a:pt x="10163226" y="0"/>
                    <a:pt x="7576208" y="11570"/>
                  </a:cubicBezTo>
                  <a:close/>
                </a:path>
              </a:pathLst>
            </a:custGeom>
            <a:solidFill>
              <a:srgbClr val="3A5677"/>
            </a:solidFill>
          </p:spPr>
          <p:txBody>
            <a:bodyPr/>
            <a:lstStyle/>
            <a:p>
              <a:endParaRPr lang="en-IN"/>
            </a:p>
          </p:txBody>
        </p:sp>
        <p:sp>
          <p:nvSpPr>
            <p:cNvPr id="19" name="Freeform 19"/>
            <p:cNvSpPr/>
            <p:nvPr/>
          </p:nvSpPr>
          <p:spPr>
            <a:xfrm>
              <a:off x="223301" y="551024"/>
              <a:ext cx="14393427" cy="13737979"/>
            </a:xfrm>
            <a:custGeom>
              <a:avLst/>
              <a:gdLst/>
              <a:ahLst/>
              <a:cxnLst/>
              <a:rect l="l" t="t" r="r" b="b"/>
              <a:pathLst>
                <a:path w="14393427" h="13737979">
                  <a:moveTo>
                    <a:pt x="7196714" y="10990"/>
                  </a:moveTo>
                  <a:cubicBezTo>
                    <a:pt x="4739280" y="0"/>
                    <a:pt x="2463801" y="1304719"/>
                    <a:pt x="1231900" y="3431106"/>
                  </a:cubicBezTo>
                  <a:cubicBezTo>
                    <a:pt x="0" y="5557493"/>
                    <a:pt x="0" y="8180487"/>
                    <a:pt x="1231900" y="10306874"/>
                  </a:cubicBezTo>
                  <a:cubicBezTo>
                    <a:pt x="2463801" y="12433261"/>
                    <a:pt x="4739280" y="13737980"/>
                    <a:pt x="7196714" y="13726990"/>
                  </a:cubicBezTo>
                  <a:cubicBezTo>
                    <a:pt x="9654147" y="13737980"/>
                    <a:pt x="11929626" y="12433261"/>
                    <a:pt x="13161527" y="10306874"/>
                  </a:cubicBezTo>
                  <a:cubicBezTo>
                    <a:pt x="14393427" y="8180487"/>
                    <a:pt x="14393427" y="5557493"/>
                    <a:pt x="13161527" y="3431106"/>
                  </a:cubicBezTo>
                  <a:cubicBezTo>
                    <a:pt x="11929626" y="1304719"/>
                    <a:pt x="9654147" y="0"/>
                    <a:pt x="7196714" y="10990"/>
                  </a:cubicBezTo>
                  <a:close/>
                </a:path>
              </a:pathLst>
            </a:custGeom>
            <a:blipFill>
              <a:blip r:embed="rId2"/>
              <a:stretch>
                <a:fillRect l="223" r="223"/>
              </a:stretch>
            </a:blipFill>
          </p:spPr>
          <p:txBody>
            <a:bodyPr/>
            <a:lstStyle/>
            <a:p>
              <a:endParaRPr lang="en-IN"/>
            </a:p>
          </p:txBody>
        </p:sp>
      </p:grpSp>
      <p:sp>
        <p:nvSpPr>
          <p:cNvPr id="23" name="Slide Number Placeholder 22">
            <a:extLst>
              <a:ext uri="{FF2B5EF4-FFF2-40B4-BE49-F238E27FC236}">
                <a16:creationId xmlns:a16="http://schemas.microsoft.com/office/drawing/2014/main" id="{AFB55547-605D-EDB9-41FF-CD3D51DA6714}"/>
              </a:ext>
            </a:extLst>
          </p:cNvPr>
          <p:cNvSpPr>
            <a:spLocks noGrp="1"/>
          </p:cNvSpPr>
          <p:nvPr>
            <p:ph type="sldNum" sz="quarter" idx="12"/>
          </p:nvPr>
        </p:nvSpPr>
        <p:spPr/>
        <p:txBody>
          <a:bodyPr/>
          <a:lstStyle/>
          <a:p>
            <a:fld id="{B6F15528-21DE-4FAA-801E-634DDDAF4B2B}" type="slidenum">
              <a:rPr lang="en-US" smtClean="0"/>
              <a:pPr/>
              <a:t>34</a:t>
            </a:fld>
            <a:endParaRPr lang="en-GB"/>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065737-D015-6B95-7F5D-1FB29F4E61D9}"/>
            </a:ext>
          </a:extLst>
        </p:cNvPr>
        <p:cNvGrpSpPr/>
        <p:nvPr/>
      </p:nvGrpSpPr>
      <p:grpSpPr>
        <a:xfrm>
          <a:off x="0" y="0"/>
          <a:ext cx="0" cy="0"/>
          <a:chOff x="0" y="0"/>
          <a:chExt cx="0" cy="0"/>
        </a:xfrm>
      </p:grpSpPr>
      <p:grpSp>
        <p:nvGrpSpPr>
          <p:cNvPr id="4" name="Group 4">
            <a:extLst>
              <a:ext uri="{FF2B5EF4-FFF2-40B4-BE49-F238E27FC236}">
                <a16:creationId xmlns:a16="http://schemas.microsoft.com/office/drawing/2014/main" id="{2C84E6C4-3B54-EA97-90D4-5F4551494257}"/>
              </a:ext>
            </a:extLst>
          </p:cNvPr>
          <p:cNvGrpSpPr/>
          <p:nvPr/>
        </p:nvGrpSpPr>
        <p:grpSpPr>
          <a:xfrm>
            <a:off x="325711" y="602153"/>
            <a:ext cx="13147359" cy="8048998"/>
            <a:chOff x="-574870" y="-1706213"/>
            <a:chExt cx="15155455" cy="10731995"/>
          </a:xfrm>
        </p:grpSpPr>
        <p:sp>
          <p:nvSpPr>
            <p:cNvPr id="5" name="TextBox 5">
              <a:extLst>
                <a:ext uri="{FF2B5EF4-FFF2-40B4-BE49-F238E27FC236}">
                  <a16:creationId xmlns:a16="http://schemas.microsoft.com/office/drawing/2014/main" id="{08AA2534-B970-0FD4-3D95-377401A7E477}"/>
                </a:ext>
              </a:extLst>
            </p:cNvPr>
            <p:cNvSpPr txBox="1"/>
            <p:nvPr/>
          </p:nvSpPr>
          <p:spPr>
            <a:xfrm>
              <a:off x="0" y="1208429"/>
              <a:ext cx="12224445" cy="619125"/>
            </a:xfrm>
            <a:prstGeom prst="rect">
              <a:avLst/>
            </a:prstGeom>
          </p:spPr>
          <p:txBody>
            <a:bodyPr lIns="0" tIns="0" rIns="0" bIns="0" rtlCol="0" anchor="t">
              <a:spAutoFit/>
            </a:bodyPr>
            <a:lstStyle/>
            <a:p>
              <a:pPr marL="323850" lvl="1">
                <a:lnSpc>
                  <a:spcPts val="3600"/>
                </a:lnSpc>
              </a:pPr>
              <a:endParaRPr lang="en-US" sz="3000">
                <a:solidFill>
                  <a:srgbClr val="33123B"/>
                </a:solidFill>
                <a:latin typeface="Assistant Regular"/>
                <a:ea typeface="Assistant Regular"/>
                <a:cs typeface="Assistant Regular"/>
              </a:endParaRPr>
            </a:p>
          </p:txBody>
        </p:sp>
        <p:sp>
          <p:nvSpPr>
            <p:cNvPr id="6" name="TextBox 6">
              <a:extLst>
                <a:ext uri="{FF2B5EF4-FFF2-40B4-BE49-F238E27FC236}">
                  <a16:creationId xmlns:a16="http://schemas.microsoft.com/office/drawing/2014/main" id="{238FD013-FD6B-1652-3100-048C0D26A6D4}"/>
                </a:ext>
              </a:extLst>
            </p:cNvPr>
            <p:cNvSpPr txBox="1"/>
            <p:nvPr/>
          </p:nvSpPr>
          <p:spPr>
            <a:xfrm>
              <a:off x="0" y="2211729"/>
              <a:ext cx="13631736" cy="615553"/>
            </a:xfrm>
            <a:prstGeom prst="rect">
              <a:avLst/>
            </a:prstGeom>
          </p:spPr>
          <p:txBody>
            <a:bodyPr lIns="0" tIns="0" rIns="0" bIns="0" rtlCol="0" anchor="t">
              <a:spAutoFit/>
            </a:bodyPr>
            <a:lstStyle/>
            <a:p>
              <a:pPr marL="647700" lvl="1" indent="-323850">
                <a:lnSpc>
                  <a:spcPts val="3600"/>
                </a:lnSpc>
                <a:buFont typeface="Arial"/>
                <a:buChar char="•"/>
              </a:pPr>
              <a:endParaRPr lang="en-US" sz="3000">
                <a:solidFill>
                  <a:srgbClr val="33123B"/>
                </a:solidFill>
                <a:latin typeface="Assistant Regular"/>
                <a:ea typeface="Assistant Regular"/>
                <a:cs typeface="Assistant Regular"/>
              </a:endParaRPr>
            </a:p>
          </p:txBody>
        </p:sp>
        <p:sp>
          <p:nvSpPr>
            <p:cNvPr id="7" name="TextBox 7">
              <a:extLst>
                <a:ext uri="{FF2B5EF4-FFF2-40B4-BE49-F238E27FC236}">
                  <a16:creationId xmlns:a16="http://schemas.microsoft.com/office/drawing/2014/main" id="{FBE7C44A-E90A-2D15-2A32-D6C0B1EA6D43}"/>
                </a:ext>
              </a:extLst>
            </p:cNvPr>
            <p:cNvSpPr txBox="1"/>
            <p:nvPr/>
          </p:nvSpPr>
          <p:spPr>
            <a:xfrm>
              <a:off x="0" y="688706"/>
              <a:ext cx="13250213" cy="1846660"/>
            </a:xfrm>
            <a:prstGeom prst="rect">
              <a:avLst/>
            </a:prstGeom>
          </p:spPr>
          <p:txBody>
            <a:bodyPr wrap="square" lIns="0" tIns="0" rIns="0" bIns="0" rtlCol="0" anchor="t">
              <a:spAutoFit/>
            </a:bodyPr>
            <a:lstStyle/>
            <a:p>
              <a:pPr marL="838200" lvl="1" indent="-514350">
                <a:lnSpc>
                  <a:spcPts val="3600"/>
                </a:lnSpc>
                <a:buAutoNum type="arabicPeriod"/>
              </a:pPr>
              <a:endParaRPr lang="en-US" sz="3000" dirty="0">
                <a:solidFill>
                  <a:srgbClr val="33123B"/>
                </a:solidFill>
                <a:latin typeface="Calibri"/>
                <a:ea typeface="Assistant Regular"/>
                <a:cs typeface="Assistant Regular"/>
              </a:endParaRPr>
            </a:p>
            <a:p>
              <a:pPr marL="323850" lvl="1">
                <a:lnSpc>
                  <a:spcPts val="3600"/>
                </a:lnSpc>
              </a:pPr>
              <a:endParaRPr lang="en-US" sz="3000" dirty="0">
                <a:solidFill>
                  <a:srgbClr val="33123B"/>
                </a:solidFill>
                <a:latin typeface="Calibri"/>
                <a:ea typeface="Assistant Regular"/>
                <a:cs typeface="Assistant Regular"/>
              </a:endParaRPr>
            </a:p>
            <a:p>
              <a:pPr marL="647700" lvl="1" indent="-323850">
                <a:lnSpc>
                  <a:spcPts val="3600"/>
                </a:lnSpc>
                <a:buAutoNum type="arabicPeriod"/>
              </a:pPr>
              <a:endParaRPr lang="en-US" sz="3000" dirty="0">
                <a:solidFill>
                  <a:srgbClr val="33123B"/>
                </a:solidFill>
                <a:latin typeface="Assistant Regular"/>
                <a:ea typeface="Assistant Regular"/>
                <a:cs typeface="Assistant Regular"/>
              </a:endParaRPr>
            </a:p>
          </p:txBody>
        </p:sp>
        <p:sp>
          <p:nvSpPr>
            <p:cNvPr id="8" name="TextBox 8">
              <a:extLst>
                <a:ext uri="{FF2B5EF4-FFF2-40B4-BE49-F238E27FC236}">
                  <a16:creationId xmlns:a16="http://schemas.microsoft.com/office/drawing/2014/main" id="{45C7CA04-4B96-AB10-0B93-E66949F6E514}"/>
                </a:ext>
              </a:extLst>
            </p:cNvPr>
            <p:cNvSpPr txBox="1"/>
            <p:nvPr/>
          </p:nvSpPr>
          <p:spPr>
            <a:xfrm>
              <a:off x="-574870" y="-1706213"/>
              <a:ext cx="15155455" cy="10731995"/>
            </a:xfrm>
            <a:prstGeom prst="rect">
              <a:avLst/>
            </a:prstGeom>
          </p:spPr>
          <p:txBody>
            <a:bodyPr wrap="square" lIns="0" tIns="0" rIns="0" bIns="0" rtlCol="0" anchor="t">
              <a:spAutoFit/>
            </a:bodyPr>
            <a:lstStyle/>
            <a:p>
              <a:pPr>
                <a:lnSpc>
                  <a:spcPct val="150000"/>
                </a:lnSpc>
              </a:pPr>
              <a:r>
                <a:rPr lang="en-GB" sz="3200" b="1" dirty="0">
                  <a:solidFill>
                    <a:srgbClr val="33123B"/>
                  </a:solidFill>
                  <a:ea typeface="Calibri"/>
                  <a:cs typeface="Calibri"/>
                </a:rPr>
                <a:t>Output Format :</a:t>
              </a:r>
            </a:p>
            <a:p>
              <a:pPr>
                <a:lnSpc>
                  <a:spcPct val="150000"/>
                </a:lnSpc>
              </a:pPr>
              <a:endParaRPr lang="en-GB" sz="3200" b="1" dirty="0">
                <a:solidFill>
                  <a:srgbClr val="33123B"/>
                </a:solidFill>
                <a:ea typeface="Calibri"/>
                <a:cs typeface="Calibri"/>
              </a:endParaRPr>
            </a:p>
            <a:p>
              <a:pPr>
                <a:lnSpc>
                  <a:spcPct val="150000"/>
                </a:lnSpc>
              </a:pPr>
              <a:endParaRPr lang="en-GB" sz="3200" b="1" dirty="0">
                <a:solidFill>
                  <a:srgbClr val="33123B"/>
                </a:solidFill>
                <a:ea typeface="Calibri"/>
                <a:cs typeface="Calibri"/>
              </a:endParaRPr>
            </a:p>
            <a:p>
              <a:pPr>
                <a:lnSpc>
                  <a:spcPct val="150000"/>
                </a:lnSpc>
              </a:pPr>
              <a:endParaRPr lang="en-GB" sz="3200" b="1" dirty="0">
                <a:solidFill>
                  <a:srgbClr val="33123B"/>
                </a:solidFill>
                <a:ea typeface="Calibri"/>
                <a:cs typeface="Calibri"/>
              </a:endParaRPr>
            </a:p>
            <a:p>
              <a:pPr>
                <a:lnSpc>
                  <a:spcPct val="150000"/>
                </a:lnSpc>
              </a:pPr>
              <a:endParaRPr lang="en-GB" sz="3200" b="1" dirty="0">
                <a:solidFill>
                  <a:srgbClr val="33123B"/>
                </a:solidFill>
                <a:ea typeface="Calibri"/>
                <a:cs typeface="Calibri"/>
              </a:endParaRPr>
            </a:p>
            <a:p>
              <a:pPr>
                <a:lnSpc>
                  <a:spcPct val="150000"/>
                </a:lnSpc>
              </a:pPr>
              <a:endParaRPr lang="en-GB" sz="3200" b="1" dirty="0">
                <a:solidFill>
                  <a:srgbClr val="33123B"/>
                </a:solidFill>
                <a:ea typeface="Calibri"/>
                <a:cs typeface="Calibri"/>
              </a:endParaRPr>
            </a:p>
            <a:p>
              <a:pPr>
                <a:lnSpc>
                  <a:spcPct val="150000"/>
                </a:lnSpc>
              </a:pPr>
              <a:endParaRPr lang="en-GB" sz="3200" b="1" dirty="0">
                <a:solidFill>
                  <a:srgbClr val="33123B"/>
                </a:solidFill>
                <a:ea typeface="Calibri"/>
                <a:cs typeface="Calibri"/>
              </a:endParaRPr>
            </a:p>
            <a:p>
              <a:pPr>
                <a:lnSpc>
                  <a:spcPct val="150000"/>
                </a:lnSpc>
              </a:pPr>
              <a:endParaRPr lang="en-GB" sz="3200" b="1" dirty="0">
                <a:solidFill>
                  <a:srgbClr val="33123B"/>
                </a:solidFill>
                <a:ea typeface="Calibri"/>
                <a:cs typeface="Calibri"/>
              </a:endParaRPr>
            </a:p>
            <a:p>
              <a:pPr>
                <a:lnSpc>
                  <a:spcPct val="150000"/>
                </a:lnSpc>
              </a:pPr>
              <a:endParaRPr lang="en-GB" sz="3200" b="1" dirty="0">
                <a:solidFill>
                  <a:srgbClr val="33123B"/>
                </a:solidFill>
                <a:ea typeface="Calibri"/>
                <a:cs typeface="Calibri"/>
              </a:endParaRPr>
            </a:p>
            <a:p>
              <a:pPr>
                <a:lnSpc>
                  <a:spcPct val="150000"/>
                </a:lnSpc>
              </a:pPr>
              <a:endParaRPr lang="en-GB" sz="3200" b="1" dirty="0">
                <a:solidFill>
                  <a:srgbClr val="33123B"/>
                </a:solidFill>
                <a:ea typeface="Calibri"/>
                <a:cs typeface="Calibri"/>
              </a:endParaRPr>
            </a:p>
            <a:p>
              <a:pPr>
                <a:lnSpc>
                  <a:spcPct val="150000"/>
                </a:lnSpc>
              </a:pPr>
              <a:endParaRPr lang="en-GB" sz="3200" b="1" dirty="0">
                <a:solidFill>
                  <a:srgbClr val="33123B"/>
                </a:solidFill>
                <a:ea typeface="Calibri"/>
                <a:cs typeface="Calibri"/>
              </a:endParaRPr>
            </a:p>
          </p:txBody>
        </p:sp>
      </p:grpSp>
      <p:sp>
        <p:nvSpPr>
          <p:cNvPr id="15" name="TextBox 15">
            <a:extLst>
              <a:ext uri="{FF2B5EF4-FFF2-40B4-BE49-F238E27FC236}">
                <a16:creationId xmlns:a16="http://schemas.microsoft.com/office/drawing/2014/main" id="{ADD52B44-4583-9341-1576-EC46C5B6E89F}"/>
              </a:ext>
            </a:extLst>
          </p:cNvPr>
          <p:cNvSpPr txBox="1"/>
          <p:nvPr/>
        </p:nvSpPr>
        <p:spPr>
          <a:xfrm>
            <a:off x="7839979" y="312471"/>
            <a:ext cx="9619725" cy="1154162"/>
          </a:xfrm>
          <a:prstGeom prst="rect">
            <a:avLst/>
          </a:prstGeom>
        </p:spPr>
        <p:txBody>
          <a:bodyPr wrap="square" lIns="0" tIns="0" rIns="0" bIns="0" rtlCol="0" anchor="t">
            <a:spAutoFit/>
          </a:bodyPr>
          <a:lstStyle/>
          <a:p>
            <a:pPr algn="r">
              <a:lnSpc>
                <a:spcPts val="8800"/>
              </a:lnSpc>
            </a:pPr>
            <a:r>
              <a:rPr lang="en-US" sz="8000" b="1">
                <a:solidFill>
                  <a:srgbClr val="8D0A75"/>
                </a:solidFill>
                <a:latin typeface="Heebo Black"/>
                <a:ea typeface="Heebo Black"/>
                <a:cs typeface="Heebo Black"/>
                <a:sym typeface="Heebo Black"/>
              </a:rPr>
              <a:t>Assignment </a:t>
            </a:r>
          </a:p>
        </p:txBody>
      </p:sp>
      <p:grpSp>
        <p:nvGrpSpPr>
          <p:cNvPr id="16" name="Group 16">
            <a:extLst>
              <a:ext uri="{FF2B5EF4-FFF2-40B4-BE49-F238E27FC236}">
                <a16:creationId xmlns:a16="http://schemas.microsoft.com/office/drawing/2014/main" id="{00FAA569-B618-A97D-0409-BB5551007877}"/>
              </a:ext>
            </a:extLst>
          </p:cNvPr>
          <p:cNvGrpSpPr>
            <a:grpSpLocks noChangeAspect="1"/>
          </p:cNvGrpSpPr>
          <p:nvPr/>
        </p:nvGrpSpPr>
        <p:grpSpPr>
          <a:xfrm>
            <a:off x="13741677" y="4631549"/>
            <a:ext cx="6110870" cy="6110870"/>
            <a:chOff x="0" y="0"/>
            <a:chExt cx="14840029" cy="14840029"/>
          </a:xfrm>
        </p:grpSpPr>
        <p:sp>
          <p:nvSpPr>
            <p:cNvPr id="17" name="Freeform 17">
              <a:extLst>
                <a:ext uri="{FF2B5EF4-FFF2-40B4-BE49-F238E27FC236}">
                  <a16:creationId xmlns:a16="http://schemas.microsoft.com/office/drawing/2014/main" id="{1927C574-1D96-CF53-AB87-842108C4F2F3}"/>
                </a:ext>
              </a:extLst>
            </p:cNvPr>
            <p:cNvSpPr/>
            <p:nvPr/>
          </p:nvSpPr>
          <p:spPr>
            <a:xfrm>
              <a:off x="-366471" y="-11891"/>
              <a:ext cx="15572971" cy="14863810"/>
            </a:xfrm>
            <a:custGeom>
              <a:avLst/>
              <a:gdLst/>
              <a:ahLst/>
              <a:cxnLst/>
              <a:rect l="l" t="t" r="r" b="b"/>
              <a:pathLst>
                <a:path w="15572971" h="14863810">
                  <a:moveTo>
                    <a:pt x="7786486" y="11891"/>
                  </a:moveTo>
                  <a:cubicBezTo>
                    <a:pt x="5127664" y="0"/>
                    <a:pt x="2665709" y="1411641"/>
                    <a:pt x="1332855" y="3712286"/>
                  </a:cubicBezTo>
                  <a:cubicBezTo>
                    <a:pt x="0" y="6012931"/>
                    <a:pt x="0" y="8850880"/>
                    <a:pt x="1332855" y="11151525"/>
                  </a:cubicBezTo>
                  <a:cubicBezTo>
                    <a:pt x="2665709" y="13452170"/>
                    <a:pt x="5127664" y="14863811"/>
                    <a:pt x="7786486" y="14851920"/>
                  </a:cubicBezTo>
                  <a:cubicBezTo>
                    <a:pt x="10445306" y="14863811"/>
                    <a:pt x="12907262" y="13452170"/>
                    <a:pt x="14240117" y="11151525"/>
                  </a:cubicBezTo>
                  <a:cubicBezTo>
                    <a:pt x="15572971" y="8850880"/>
                    <a:pt x="15572971" y="6012931"/>
                    <a:pt x="14240117" y="3712286"/>
                  </a:cubicBezTo>
                  <a:cubicBezTo>
                    <a:pt x="12907262" y="1411641"/>
                    <a:pt x="10445306" y="0"/>
                    <a:pt x="7786486" y="11891"/>
                  </a:cubicBezTo>
                  <a:close/>
                </a:path>
              </a:pathLst>
            </a:custGeom>
            <a:solidFill>
              <a:srgbClr val="769EBE"/>
            </a:solidFill>
          </p:spPr>
          <p:txBody>
            <a:bodyPr/>
            <a:lstStyle/>
            <a:p>
              <a:endParaRPr lang="en-IN"/>
            </a:p>
          </p:txBody>
        </p:sp>
        <p:sp>
          <p:nvSpPr>
            <p:cNvPr id="18" name="Freeform 18">
              <a:extLst>
                <a:ext uri="{FF2B5EF4-FFF2-40B4-BE49-F238E27FC236}">
                  <a16:creationId xmlns:a16="http://schemas.microsoft.com/office/drawing/2014/main" id="{9BBCE0FB-AD42-CFF6-74BD-6AE9457C424A}"/>
                </a:ext>
              </a:extLst>
            </p:cNvPr>
            <p:cNvSpPr/>
            <p:nvPr/>
          </p:nvSpPr>
          <p:spPr>
            <a:xfrm>
              <a:off x="-156193" y="188812"/>
              <a:ext cx="15152415" cy="14462405"/>
            </a:xfrm>
            <a:custGeom>
              <a:avLst/>
              <a:gdLst/>
              <a:ahLst/>
              <a:cxnLst/>
              <a:rect l="l" t="t" r="r" b="b"/>
              <a:pathLst>
                <a:path w="15152415" h="14462405">
                  <a:moveTo>
                    <a:pt x="7576208" y="11570"/>
                  </a:moveTo>
                  <a:cubicBezTo>
                    <a:pt x="4989189" y="0"/>
                    <a:pt x="2593721" y="1373519"/>
                    <a:pt x="1296860" y="3612034"/>
                  </a:cubicBezTo>
                  <a:cubicBezTo>
                    <a:pt x="0" y="5850548"/>
                    <a:pt x="0" y="8611857"/>
                    <a:pt x="1296860" y="10850372"/>
                  </a:cubicBezTo>
                  <a:cubicBezTo>
                    <a:pt x="2593721" y="13088886"/>
                    <a:pt x="4989189" y="14462405"/>
                    <a:pt x="7576208" y="14450835"/>
                  </a:cubicBezTo>
                  <a:cubicBezTo>
                    <a:pt x="10163226" y="14462405"/>
                    <a:pt x="12558694" y="13088886"/>
                    <a:pt x="13855555" y="10850372"/>
                  </a:cubicBezTo>
                  <a:cubicBezTo>
                    <a:pt x="15152416" y="8611857"/>
                    <a:pt x="15152416" y="5850548"/>
                    <a:pt x="13855555" y="3612034"/>
                  </a:cubicBezTo>
                  <a:cubicBezTo>
                    <a:pt x="12558694" y="1373519"/>
                    <a:pt x="10163226" y="0"/>
                    <a:pt x="7576208" y="11570"/>
                  </a:cubicBezTo>
                  <a:close/>
                </a:path>
              </a:pathLst>
            </a:custGeom>
            <a:solidFill>
              <a:srgbClr val="3A5677"/>
            </a:solidFill>
          </p:spPr>
          <p:txBody>
            <a:bodyPr/>
            <a:lstStyle/>
            <a:p>
              <a:endParaRPr lang="en-IN"/>
            </a:p>
          </p:txBody>
        </p:sp>
        <p:sp>
          <p:nvSpPr>
            <p:cNvPr id="19" name="Freeform 19">
              <a:extLst>
                <a:ext uri="{FF2B5EF4-FFF2-40B4-BE49-F238E27FC236}">
                  <a16:creationId xmlns:a16="http://schemas.microsoft.com/office/drawing/2014/main" id="{EE13D4D0-1570-4675-E215-CC4362D81263}"/>
                </a:ext>
              </a:extLst>
            </p:cNvPr>
            <p:cNvSpPr/>
            <p:nvPr/>
          </p:nvSpPr>
          <p:spPr>
            <a:xfrm>
              <a:off x="223301" y="551024"/>
              <a:ext cx="14393427" cy="13737979"/>
            </a:xfrm>
            <a:custGeom>
              <a:avLst/>
              <a:gdLst/>
              <a:ahLst/>
              <a:cxnLst/>
              <a:rect l="l" t="t" r="r" b="b"/>
              <a:pathLst>
                <a:path w="14393427" h="13737979">
                  <a:moveTo>
                    <a:pt x="7196714" y="10990"/>
                  </a:moveTo>
                  <a:cubicBezTo>
                    <a:pt x="4739280" y="0"/>
                    <a:pt x="2463801" y="1304719"/>
                    <a:pt x="1231900" y="3431106"/>
                  </a:cubicBezTo>
                  <a:cubicBezTo>
                    <a:pt x="0" y="5557493"/>
                    <a:pt x="0" y="8180487"/>
                    <a:pt x="1231900" y="10306874"/>
                  </a:cubicBezTo>
                  <a:cubicBezTo>
                    <a:pt x="2463801" y="12433261"/>
                    <a:pt x="4739280" y="13737980"/>
                    <a:pt x="7196714" y="13726990"/>
                  </a:cubicBezTo>
                  <a:cubicBezTo>
                    <a:pt x="9654147" y="13737980"/>
                    <a:pt x="11929626" y="12433261"/>
                    <a:pt x="13161527" y="10306874"/>
                  </a:cubicBezTo>
                  <a:cubicBezTo>
                    <a:pt x="14393427" y="8180487"/>
                    <a:pt x="14393427" y="5557493"/>
                    <a:pt x="13161527" y="3431106"/>
                  </a:cubicBezTo>
                  <a:cubicBezTo>
                    <a:pt x="11929626" y="1304719"/>
                    <a:pt x="9654147" y="0"/>
                    <a:pt x="7196714" y="10990"/>
                  </a:cubicBezTo>
                  <a:close/>
                </a:path>
              </a:pathLst>
            </a:custGeom>
            <a:blipFill>
              <a:blip r:embed="rId2"/>
              <a:stretch>
                <a:fillRect l="223" r="223"/>
              </a:stretch>
            </a:blipFill>
          </p:spPr>
          <p:txBody>
            <a:bodyPr/>
            <a:lstStyle/>
            <a:p>
              <a:endParaRPr lang="en-IN"/>
            </a:p>
          </p:txBody>
        </p:sp>
      </p:grpSp>
      <p:sp>
        <p:nvSpPr>
          <p:cNvPr id="23" name="Slide Number Placeholder 22">
            <a:extLst>
              <a:ext uri="{FF2B5EF4-FFF2-40B4-BE49-F238E27FC236}">
                <a16:creationId xmlns:a16="http://schemas.microsoft.com/office/drawing/2014/main" id="{54B3436F-A557-CA65-2AAF-37DBE303A757}"/>
              </a:ext>
            </a:extLst>
          </p:cNvPr>
          <p:cNvSpPr>
            <a:spLocks noGrp="1"/>
          </p:cNvSpPr>
          <p:nvPr>
            <p:ph type="sldNum" sz="quarter" idx="12"/>
          </p:nvPr>
        </p:nvSpPr>
        <p:spPr/>
        <p:txBody>
          <a:bodyPr/>
          <a:lstStyle/>
          <a:p>
            <a:fld id="{B6F15528-21DE-4FAA-801E-634DDDAF4B2B}" type="slidenum">
              <a:rPr lang="en-US" smtClean="0"/>
              <a:pPr/>
              <a:t>35</a:t>
            </a:fld>
            <a:endParaRPr lang="en-GB"/>
          </a:p>
        </p:txBody>
      </p:sp>
      <p:pic>
        <p:nvPicPr>
          <p:cNvPr id="9" name="Picture 8">
            <a:extLst>
              <a:ext uri="{FF2B5EF4-FFF2-40B4-BE49-F238E27FC236}">
                <a16:creationId xmlns:a16="http://schemas.microsoft.com/office/drawing/2014/main" id="{003E2E3E-F10F-44A0-D6D0-CD44FF980975}"/>
              </a:ext>
            </a:extLst>
          </p:cNvPr>
          <p:cNvPicPr>
            <a:picLocks noChangeAspect="1"/>
          </p:cNvPicPr>
          <p:nvPr/>
        </p:nvPicPr>
        <p:blipFill>
          <a:blip r:embed="rId3"/>
          <a:stretch>
            <a:fillRect/>
          </a:stretch>
        </p:blipFill>
        <p:spPr>
          <a:xfrm>
            <a:off x="3987866" y="1176950"/>
            <a:ext cx="5938770" cy="9110049"/>
          </a:xfrm>
          <a:prstGeom prst="rect">
            <a:avLst/>
          </a:prstGeom>
        </p:spPr>
      </p:pic>
    </p:spTree>
    <p:extLst>
      <p:ext uri="{BB962C8B-B14F-4D97-AF65-F5344CB8AC3E}">
        <p14:creationId xmlns:p14="http://schemas.microsoft.com/office/powerpoint/2010/main" val="329995152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6C9170-0818-2866-8370-D0CCCD1BF47B}"/>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7AA93348-087D-6644-D43F-19DF36D2B57D}"/>
              </a:ext>
            </a:extLst>
          </p:cNvPr>
          <p:cNvSpPr/>
          <p:nvPr/>
        </p:nvSpPr>
        <p:spPr>
          <a:xfrm>
            <a:off x="-241610" y="-771884"/>
            <a:ext cx="2459432" cy="2287272"/>
          </a:xfrm>
          <a:custGeom>
            <a:avLst/>
            <a:gdLst/>
            <a:ahLst/>
            <a:cxnLst/>
            <a:rect l="l" t="t" r="r" b="b"/>
            <a:pathLst>
              <a:path w="2459432" h="2287272">
                <a:moveTo>
                  <a:pt x="0" y="0"/>
                </a:moveTo>
                <a:lnTo>
                  <a:pt x="2459432" y="0"/>
                </a:lnTo>
                <a:lnTo>
                  <a:pt x="2459432" y="2287272"/>
                </a:lnTo>
                <a:lnTo>
                  <a:pt x="0" y="228727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4" name="Group 4">
            <a:extLst>
              <a:ext uri="{FF2B5EF4-FFF2-40B4-BE49-F238E27FC236}">
                <a16:creationId xmlns:a16="http://schemas.microsoft.com/office/drawing/2014/main" id="{6A12ADEF-0E60-4F7C-7A2A-66E2D4A635DD}"/>
              </a:ext>
            </a:extLst>
          </p:cNvPr>
          <p:cNvGrpSpPr/>
          <p:nvPr/>
        </p:nvGrpSpPr>
        <p:grpSpPr>
          <a:xfrm>
            <a:off x="1028700" y="2571933"/>
            <a:ext cx="13381264" cy="5052922"/>
            <a:chOff x="0" y="-5751"/>
            <a:chExt cx="15425086" cy="6737229"/>
          </a:xfrm>
        </p:grpSpPr>
        <p:sp>
          <p:nvSpPr>
            <p:cNvPr id="5" name="TextBox 5">
              <a:extLst>
                <a:ext uri="{FF2B5EF4-FFF2-40B4-BE49-F238E27FC236}">
                  <a16:creationId xmlns:a16="http://schemas.microsoft.com/office/drawing/2014/main" id="{3828275E-70B8-F5B4-02CB-B04206511B3C}"/>
                </a:ext>
              </a:extLst>
            </p:cNvPr>
            <p:cNvSpPr txBox="1"/>
            <p:nvPr/>
          </p:nvSpPr>
          <p:spPr>
            <a:xfrm>
              <a:off x="0" y="1208429"/>
              <a:ext cx="12224445" cy="619125"/>
            </a:xfrm>
            <a:prstGeom prst="rect">
              <a:avLst/>
            </a:prstGeom>
          </p:spPr>
          <p:txBody>
            <a:bodyPr lIns="0" tIns="0" rIns="0" bIns="0" rtlCol="0" anchor="t">
              <a:spAutoFit/>
            </a:bodyPr>
            <a:lstStyle/>
            <a:p>
              <a:pPr marL="323850" lvl="1">
                <a:lnSpc>
                  <a:spcPts val="3600"/>
                </a:lnSpc>
              </a:pPr>
              <a:endParaRPr lang="en-US" sz="3000">
                <a:solidFill>
                  <a:srgbClr val="33123B"/>
                </a:solidFill>
                <a:latin typeface="Assistant Regular"/>
                <a:ea typeface="Assistant Regular"/>
                <a:cs typeface="Assistant Regular"/>
              </a:endParaRPr>
            </a:p>
          </p:txBody>
        </p:sp>
        <p:sp>
          <p:nvSpPr>
            <p:cNvPr id="6" name="TextBox 6">
              <a:extLst>
                <a:ext uri="{FF2B5EF4-FFF2-40B4-BE49-F238E27FC236}">
                  <a16:creationId xmlns:a16="http://schemas.microsoft.com/office/drawing/2014/main" id="{9A7C1243-D2A7-97B5-7E0D-D9528AA13483}"/>
                </a:ext>
              </a:extLst>
            </p:cNvPr>
            <p:cNvSpPr txBox="1"/>
            <p:nvPr/>
          </p:nvSpPr>
          <p:spPr>
            <a:xfrm>
              <a:off x="0" y="2211729"/>
              <a:ext cx="13631736" cy="615553"/>
            </a:xfrm>
            <a:prstGeom prst="rect">
              <a:avLst/>
            </a:prstGeom>
          </p:spPr>
          <p:txBody>
            <a:bodyPr lIns="0" tIns="0" rIns="0" bIns="0" rtlCol="0" anchor="t">
              <a:spAutoFit/>
            </a:bodyPr>
            <a:lstStyle/>
            <a:p>
              <a:pPr marL="647700" lvl="1" indent="-323850">
                <a:lnSpc>
                  <a:spcPts val="3600"/>
                </a:lnSpc>
                <a:buFont typeface="Arial"/>
                <a:buChar char="•"/>
              </a:pPr>
              <a:endParaRPr lang="en-US" sz="3000">
                <a:solidFill>
                  <a:srgbClr val="33123B"/>
                </a:solidFill>
                <a:latin typeface="Assistant Regular"/>
                <a:ea typeface="Assistant Regular"/>
                <a:cs typeface="Assistant Regular"/>
              </a:endParaRPr>
            </a:p>
          </p:txBody>
        </p:sp>
        <p:sp>
          <p:nvSpPr>
            <p:cNvPr id="7" name="TextBox 7">
              <a:extLst>
                <a:ext uri="{FF2B5EF4-FFF2-40B4-BE49-F238E27FC236}">
                  <a16:creationId xmlns:a16="http://schemas.microsoft.com/office/drawing/2014/main" id="{95693D2E-B011-1630-36CF-D8E96C408627}"/>
                </a:ext>
              </a:extLst>
            </p:cNvPr>
            <p:cNvSpPr txBox="1"/>
            <p:nvPr/>
          </p:nvSpPr>
          <p:spPr>
            <a:xfrm>
              <a:off x="0" y="688706"/>
              <a:ext cx="13250213" cy="1846660"/>
            </a:xfrm>
            <a:prstGeom prst="rect">
              <a:avLst/>
            </a:prstGeom>
          </p:spPr>
          <p:txBody>
            <a:bodyPr wrap="square" lIns="0" tIns="0" rIns="0" bIns="0" rtlCol="0" anchor="t">
              <a:spAutoFit/>
            </a:bodyPr>
            <a:lstStyle/>
            <a:p>
              <a:pPr marL="838200" lvl="1" indent="-514350">
                <a:lnSpc>
                  <a:spcPts val="3600"/>
                </a:lnSpc>
                <a:buAutoNum type="arabicPeriod"/>
              </a:pPr>
              <a:endParaRPr lang="en-US" sz="3000" dirty="0">
                <a:solidFill>
                  <a:srgbClr val="33123B"/>
                </a:solidFill>
                <a:latin typeface="Calibri"/>
                <a:ea typeface="Assistant Regular"/>
                <a:cs typeface="Assistant Regular"/>
              </a:endParaRPr>
            </a:p>
            <a:p>
              <a:pPr marL="323850" lvl="1">
                <a:lnSpc>
                  <a:spcPts val="3600"/>
                </a:lnSpc>
              </a:pPr>
              <a:endParaRPr lang="en-US" sz="3000" dirty="0">
                <a:solidFill>
                  <a:srgbClr val="33123B"/>
                </a:solidFill>
                <a:latin typeface="Calibri"/>
                <a:ea typeface="Assistant Regular"/>
                <a:cs typeface="Assistant Regular"/>
              </a:endParaRPr>
            </a:p>
            <a:p>
              <a:pPr marL="647700" lvl="1" indent="-323850">
                <a:lnSpc>
                  <a:spcPts val="3600"/>
                </a:lnSpc>
                <a:buAutoNum type="arabicPeriod"/>
              </a:pPr>
              <a:endParaRPr lang="en-US" sz="3000" dirty="0">
                <a:solidFill>
                  <a:srgbClr val="33123B"/>
                </a:solidFill>
                <a:latin typeface="Assistant Regular"/>
                <a:ea typeface="Assistant Regular"/>
                <a:cs typeface="Assistant Regular"/>
              </a:endParaRPr>
            </a:p>
          </p:txBody>
        </p:sp>
        <p:sp>
          <p:nvSpPr>
            <p:cNvPr id="8" name="TextBox 8">
              <a:extLst>
                <a:ext uri="{FF2B5EF4-FFF2-40B4-BE49-F238E27FC236}">
                  <a16:creationId xmlns:a16="http://schemas.microsoft.com/office/drawing/2014/main" id="{4C6CF9A3-7E43-DEBD-2F77-6C38E52D3767}"/>
                </a:ext>
              </a:extLst>
            </p:cNvPr>
            <p:cNvSpPr txBox="1"/>
            <p:nvPr/>
          </p:nvSpPr>
          <p:spPr>
            <a:xfrm>
              <a:off x="269631" y="-5751"/>
              <a:ext cx="15155455" cy="6737229"/>
            </a:xfrm>
            <a:prstGeom prst="rect">
              <a:avLst/>
            </a:prstGeom>
          </p:spPr>
          <p:txBody>
            <a:bodyPr wrap="square" lIns="0" tIns="0" rIns="0" bIns="0" rtlCol="0" anchor="t">
              <a:spAutoFit/>
            </a:bodyPr>
            <a:lstStyle/>
            <a:p>
              <a:pPr>
                <a:lnSpc>
                  <a:spcPct val="150000"/>
                </a:lnSpc>
              </a:pPr>
              <a:r>
                <a:rPr lang="en-IN" sz="3000" b="1" dirty="0"/>
                <a:t>2</a:t>
              </a:r>
              <a:r>
                <a:rPr lang="en-IN" sz="3200" b="1" dirty="0"/>
                <a:t>.) Library Management – Dictionary, HashSet, LinkedList</a:t>
              </a:r>
              <a:endParaRPr lang="en-IN" sz="3200" dirty="0"/>
            </a:p>
            <a:p>
              <a:pPr>
                <a:lnSpc>
                  <a:spcPct val="150000"/>
                </a:lnSpc>
              </a:pPr>
              <a:r>
                <a:rPr lang="en-IN" sz="3200" dirty="0"/>
                <a:t>🎯 </a:t>
              </a:r>
              <a:r>
                <a:rPr lang="en-IN" sz="3200" b="1" dirty="0"/>
                <a:t>Objective</a:t>
              </a:r>
              <a:r>
                <a:rPr lang="en-IN" sz="3200" dirty="0"/>
                <a:t>: Use dictionaries and collections to manage book inventory.</a:t>
              </a:r>
            </a:p>
            <a:p>
              <a:pPr>
                <a:lnSpc>
                  <a:spcPct val="150000"/>
                </a:lnSpc>
              </a:pPr>
              <a:r>
                <a:rPr lang="en-IN" sz="3200" dirty="0"/>
                <a:t>🔧 </a:t>
              </a:r>
              <a:r>
                <a:rPr lang="en-IN" sz="3200" b="1" dirty="0"/>
                <a:t>Tasks</a:t>
              </a:r>
              <a:r>
                <a:rPr lang="en-IN" sz="3200" dirty="0"/>
                <a:t>:</a:t>
              </a:r>
            </a:p>
            <a:p>
              <a:pPr>
                <a:lnSpc>
                  <a:spcPct val="150000"/>
                </a:lnSpc>
              </a:pPr>
              <a:endParaRPr lang="en-IN" sz="3200" dirty="0"/>
            </a:p>
            <a:p>
              <a:pPr marL="800100" lvl="1" indent="-342900">
                <a:buFont typeface="+mj-lt"/>
                <a:buAutoNum type="arabicPeriod"/>
              </a:pPr>
              <a:r>
                <a:rPr lang="en-IN" sz="3200" dirty="0"/>
                <a:t>Use a Dictionary&lt;int, string&gt; to store book ID and title.</a:t>
              </a:r>
            </a:p>
            <a:p>
              <a:pPr marL="800100" lvl="1" indent="-342900">
                <a:buFont typeface="+mj-lt"/>
                <a:buAutoNum type="arabicPeriod"/>
              </a:pPr>
              <a:r>
                <a:rPr lang="en-IN" sz="3200" dirty="0"/>
                <a:t>Use a HashSet&lt;string&gt; to track issued book titles (to prevent duplicates).</a:t>
              </a:r>
            </a:p>
            <a:p>
              <a:pPr marL="800100" lvl="1" indent="-342900">
                <a:buFont typeface="+mj-lt"/>
                <a:buAutoNum type="arabicPeriod"/>
              </a:pPr>
              <a:r>
                <a:rPr lang="en-IN" sz="3200" dirty="0"/>
                <a:t>Use LinkedList&lt;string&gt; to manage the borrow queue.</a:t>
              </a:r>
            </a:p>
            <a:p>
              <a:pPr>
                <a:lnSpc>
                  <a:spcPct val="150000"/>
                </a:lnSpc>
              </a:pPr>
              <a:endParaRPr lang="en-IN" sz="3000" dirty="0"/>
            </a:p>
          </p:txBody>
        </p:sp>
      </p:grpSp>
      <p:sp>
        <p:nvSpPr>
          <p:cNvPr id="15" name="TextBox 15">
            <a:extLst>
              <a:ext uri="{FF2B5EF4-FFF2-40B4-BE49-F238E27FC236}">
                <a16:creationId xmlns:a16="http://schemas.microsoft.com/office/drawing/2014/main" id="{1742C76C-22E9-0C3C-D595-0808CF850479}"/>
              </a:ext>
            </a:extLst>
          </p:cNvPr>
          <p:cNvSpPr txBox="1"/>
          <p:nvPr/>
        </p:nvSpPr>
        <p:spPr>
          <a:xfrm>
            <a:off x="7839979" y="312471"/>
            <a:ext cx="9619725" cy="1154162"/>
          </a:xfrm>
          <a:prstGeom prst="rect">
            <a:avLst/>
          </a:prstGeom>
        </p:spPr>
        <p:txBody>
          <a:bodyPr wrap="square" lIns="0" tIns="0" rIns="0" bIns="0" rtlCol="0" anchor="t">
            <a:spAutoFit/>
          </a:bodyPr>
          <a:lstStyle/>
          <a:p>
            <a:pPr algn="r">
              <a:lnSpc>
                <a:spcPts val="8800"/>
              </a:lnSpc>
            </a:pPr>
            <a:r>
              <a:rPr lang="en-US" sz="8000" b="1">
                <a:solidFill>
                  <a:srgbClr val="8D0A75"/>
                </a:solidFill>
                <a:latin typeface="Heebo Black"/>
                <a:ea typeface="Heebo Black"/>
                <a:cs typeface="Heebo Black"/>
                <a:sym typeface="Heebo Black"/>
              </a:rPr>
              <a:t>Assignment </a:t>
            </a:r>
          </a:p>
        </p:txBody>
      </p:sp>
      <p:grpSp>
        <p:nvGrpSpPr>
          <p:cNvPr id="16" name="Group 16">
            <a:extLst>
              <a:ext uri="{FF2B5EF4-FFF2-40B4-BE49-F238E27FC236}">
                <a16:creationId xmlns:a16="http://schemas.microsoft.com/office/drawing/2014/main" id="{7FCFBB4F-CB57-FD39-DBED-580479484D51}"/>
              </a:ext>
            </a:extLst>
          </p:cNvPr>
          <p:cNvGrpSpPr>
            <a:grpSpLocks noChangeAspect="1"/>
          </p:cNvGrpSpPr>
          <p:nvPr/>
        </p:nvGrpSpPr>
        <p:grpSpPr>
          <a:xfrm>
            <a:off x="13741677" y="4631549"/>
            <a:ext cx="6110870" cy="6110870"/>
            <a:chOff x="0" y="0"/>
            <a:chExt cx="14840029" cy="14840029"/>
          </a:xfrm>
        </p:grpSpPr>
        <p:sp>
          <p:nvSpPr>
            <p:cNvPr id="17" name="Freeform 17">
              <a:extLst>
                <a:ext uri="{FF2B5EF4-FFF2-40B4-BE49-F238E27FC236}">
                  <a16:creationId xmlns:a16="http://schemas.microsoft.com/office/drawing/2014/main" id="{7B05328B-91E3-07A1-A515-1EF43E38E34C}"/>
                </a:ext>
              </a:extLst>
            </p:cNvPr>
            <p:cNvSpPr/>
            <p:nvPr/>
          </p:nvSpPr>
          <p:spPr>
            <a:xfrm>
              <a:off x="-366471" y="-11891"/>
              <a:ext cx="15572971" cy="14863810"/>
            </a:xfrm>
            <a:custGeom>
              <a:avLst/>
              <a:gdLst/>
              <a:ahLst/>
              <a:cxnLst/>
              <a:rect l="l" t="t" r="r" b="b"/>
              <a:pathLst>
                <a:path w="15572971" h="14863810">
                  <a:moveTo>
                    <a:pt x="7786486" y="11891"/>
                  </a:moveTo>
                  <a:cubicBezTo>
                    <a:pt x="5127664" y="0"/>
                    <a:pt x="2665709" y="1411641"/>
                    <a:pt x="1332855" y="3712286"/>
                  </a:cubicBezTo>
                  <a:cubicBezTo>
                    <a:pt x="0" y="6012931"/>
                    <a:pt x="0" y="8850880"/>
                    <a:pt x="1332855" y="11151525"/>
                  </a:cubicBezTo>
                  <a:cubicBezTo>
                    <a:pt x="2665709" y="13452170"/>
                    <a:pt x="5127664" y="14863811"/>
                    <a:pt x="7786486" y="14851920"/>
                  </a:cubicBezTo>
                  <a:cubicBezTo>
                    <a:pt x="10445306" y="14863811"/>
                    <a:pt x="12907262" y="13452170"/>
                    <a:pt x="14240117" y="11151525"/>
                  </a:cubicBezTo>
                  <a:cubicBezTo>
                    <a:pt x="15572971" y="8850880"/>
                    <a:pt x="15572971" y="6012931"/>
                    <a:pt x="14240117" y="3712286"/>
                  </a:cubicBezTo>
                  <a:cubicBezTo>
                    <a:pt x="12907262" y="1411641"/>
                    <a:pt x="10445306" y="0"/>
                    <a:pt x="7786486" y="11891"/>
                  </a:cubicBezTo>
                  <a:close/>
                </a:path>
              </a:pathLst>
            </a:custGeom>
            <a:solidFill>
              <a:srgbClr val="769EBE"/>
            </a:solidFill>
          </p:spPr>
          <p:txBody>
            <a:bodyPr/>
            <a:lstStyle/>
            <a:p>
              <a:endParaRPr lang="en-IN"/>
            </a:p>
          </p:txBody>
        </p:sp>
        <p:sp>
          <p:nvSpPr>
            <p:cNvPr id="18" name="Freeform 18">
              <a:extLst>
                <a:ext uri="{FF2B5EF4-FFF2-40B4-BE49-F238E27FC236}">
                  <a16:creationId xmlns:a16="http://schemas.microsoft.com/office/drawing/2014/main" id="{0D58B81B-9652-347F-3CFB-B79BB3B22B92}"/>
                </a:ext>
              </a:extLst>
            </p:cNvPr>
            <p:cNvSpPr/>
            <p:nvPr/>
          </p:nvSpPr>
          <p:spPr>
            <a:xfrm>
              <a:off x="-156193" y="188812"/>
              <a:ext cx="15152415" cy="14462405"/>
            </a:xfrm>
            <a:custGeom>
              <a:avLst/>
              <a:gdLst/>
              <a:ahLst/>
              <a:cxnLst/>
              <a:rect l="l" t="t" r="r" b="b"/>
              <a:pathLst>
                <a:path w="15152415" h="14462405">
                  <a:moveTo>
                    <a:pt x="7576208" y="11570"/>
                  </a:moveTo>
                  <a:cubicBezTo>
                    <a:pt x="4989189" y="0"/>
                    <a:pt x="2593721" y="1373519"/>
                    <a:pt x="1296860" y="3612034"/>
                  </a:cubicBezTo>
                  <a:cubicBezTo>
                    <a:pt x="0" y="5850548"/>
                    <a:pt x="0" y="8611857"/>
                    <a:pt x="1296860" y="10850372"/>
                  </a:cubicBezTo>
                  <a:cubicBezTo>
                    <a:pt x="2593721" y="13088886"/>
                    <a:pt x="4989189" y="14462405"/>
                    <a:pt x="7576208" y="14450835"/>
                  </a:cubicBezTo>
                  <a:cubicBezTo>
                    <a:pt x="10163226" y="14462405"/>
                    <a:pt x="12558694" y="13088886"/>
                    <a:pt x="13855555" y="10850372"/>
                  </a:cubicBezTo>
                  <a:cubicBezTo>
                    <a:pt x="15152416" y="8611857"/>
                    <a:pt x="15152416" y="5850548"/>
                    <a:pt x="13855555" y="3612034"/>
                  </a:cubicBezTo>
                  <a:cubicBezTo>
                    <a:pt x="12558694" y="1373519"/>
                    <a:pt x="10163226" y="0"/>
                    <a:pt x="7576208" y="11570"/>
                  </a:cubicBezTo>
                  <a:close/>
                </a:path>
              </a:pathLst>
            </a:custGeom>
            <a:solidFill>
              <a:srgbClr val="3A5677"/>
            </a:solidFill>
          </p:spPr>
          <p:txBody>
            <a:bodyPr/>
            <a:lstStyle/>
            <a:p>
              <a:endParaRPr lang="en-IN"/>
            </a:p>
          </p:txBody>
        </p:sp>
        <p:sp>
          <p:nvSpPr>
            <p:cNvPr id="19" name="Freeform 19">
              <a:extLst>
                <a:ext uri="{FF2B5EF4-FFF2-40B4-BE49-F238E27FC236}">
                  <a16:creationId xmlns:a16="http://schemas.microsoft.com/office/drawing/2014/main" id="{00E00C40-CCC4-D08B-7D0C-37A15ACBF92E}"/>
                </a:ext>
              </a:extLst>
            </p:cNvPr>
            <p:cNvSpPr/>
            <p:nvPr/>
          </p:nvSpPr>
          <p:spPr>
            <a:xfrm>
              <a:off x="223301" y="551024"/>
              <a:ext cx="14393427" cy="13737979"/>
            </a:xfrm>
            <a:custGeom>
              <a:avLst/>
              <a:gdLst/>
              <a:ahLst/>
              <a:cxnLst/>
              <a:rect l="l" t="t" r="r" b="b"/>
              <a:pathLst>
                <a:path w="14393427" h="13737979">
                  <a:moveTo>
                    <a:pt x="7196714" y="10990"/>
                  </a:moveTo>
                  <a:cubicBezTo>
                    <a:pt x="4739280" y="0"/>
                    <a:pt x="2463801" y="1304719"/>
                    <a:pt x="1231900" y="3431106"/>
                  </a:cubicBezTo>
                  <a:cubicBezTo>
                    <a:pt x="0" y="5557493"/>
                    <a:pt x="0" y="8180487"/>
                    <a:pt x="1231900" y="10306874"/>
                  </a:cubicBezTo>
                  <a:cubicBezTo>
                    <a:pt x="2463801" y="12433261"/>
                    <a:pt x="4739280" y="13737980"/>
                    <a:pt x="7196714" y="13726990"/>
                  </a:cubicBezTo>
                  <a:cubicBezTo>
                    <a:pt x="9654147" y="13737980"/>
                    <a:pt x="11929626" y="12433261"/>
                    <a:pt x="13161527" y="10306874"/>
                  </a:cubicBezTo>
                  <a:cubicBezTo>
                    <a:pt x="14393427" y="8180487"/>
                    <a:pt x="14393427" y="5557493"/>
                    <a:pt x="13161527" y="3431106"/>
                  </a:cubicBezTo>
                  <a:cubicBezTo>
                    <a:pt x="11929626" y="1304719"/>
                    <a:pt x="9654147" y="0"/>
                    <a:pt x="7196714" y="10990"/>
                  </a:cubicBezTo>
                  <a:close/>
                </a:path>
              </a:pathLst>
            </a:custGeom>
            <a:blipFill>
              <a:blip r:embed="rId4"/>
              <a:stretch>
                <a:fillRect l="223" r="223"/>
              </a:stretch>
            </a:blipFill>
          </p:spPr>
          <p:txBody>
            <a:bodyPr/>
            <a:lstStyle/>
            <a:p>
              <a:endParaRPr lang="en-IN"/>
            </a:p>
          </p:txBody>
        </p:sp>
      </p:grpSp>
      <p:sp>
        <p:nvSpPr>
          <p:cNvPr id="23" name="Slide Number Placeholder 22">
            <a:extLst>
              <a:ext uri="{FF2B5EF4-FFF2-40B4-BE49-F238E27FC236}">
                <a16:creationId xmlns:a16="http://schemas.microsoft.com/office/drawing/2014/main" id="{DFC42B08-3410-40BB-4069-22FC5710900B}"/>
              </a:ext>
            </a:extLst>
          </p:cNvPr>
          <p:cNvSpPr>
            <a:spLocks noGrp="1"/>
          </p:cNvSpPr>
          <p:nvPr>
            <p:ph type="sldNum" sz="quarter" idx="12"/>
          </p:nvPr>
        </p:nvSpPr>
        <p:spPr/>
        <p:txBody>
          <a:bodyPr/>
          <a:lstStyle/>
          <a:p>
            <a:fld id="{B6F15528-21DE-4FAA-801E-634DDDAF4B2B}" type="slidenum">
              <a:rPr lang="en-US" smtClean="0"/>
              <a:pPr/>
              <a:t>36</a:t>
            </a:fld>
            <a:endParaRPr lang="en-GB"/>
          </a:p>
        </p:txBody>
      </p:sp>
    </p:spTree>
    <p:extLst>
      <p:ext uri="{BB962C8B-B14F-4D97-AF65-F5344CB8AC3E}">
        <p14:creationId xmlns:p14="http://schemas.microsoft.com/office/powerpoint/2010/main" val="173849991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5590FB-906B-C272-A8F3-C826CC363930}"/>
            </a:ext>
          </a:extLst>
        </p:cNvPr>
        <p:cNvGrpSpPr/>
        <p:nvPr/>
      </p:nvGrpSpPr>
      <p:grpSpPr>
        <a:xfrm>
          <a:off x="0" y="0"/>
          <a:ext cx="0" cy="0"/>
          <a:chOff x="0" y="0"/>
          <a:chExt cx="0" cy="0"/>
        </a:xfrm>
      </p:grpSpPr>
      <p:grpSp>
        <p:nvGrpSpPr>
          <p:cNvPr id="4" name="Group 4">
            <a:extLst>
              <a:ext uri="{FF2B5EF4-FFF2-40B4-BE49-F238E27FC236}">
                <a16:creationId xmlns:a16="http://schemas.microsoft.com/office/drawing/2014/main" id="{14509FAF-D209-90B8-7D07-F8EC1151F972}"/>
              </a:ext>
            </a:extLst>
          </p:cNvPr>
          <p:cNvGrpSpPr/>
          <p:nvPr/>
        </p:nvGrpSpPr>
        <p:grpSpPr>
          <a:xfrm>
            <a:off x="325711" y="602153"/>
            <a:ext cx="13147359" cy="8048998"/>
            <a:chOff x="-574870" y="-1706213"/>
            <a:chExt cx="15155455" cy="10731995"/>
          </a:xfrm>
        </p:grpSpPr>
        <p:sp>
          <p:nvSpPr>
            <p:cNvPr id="5" name="TextBox 5">
              <a:extLst>
                <a:ext uri="{FF2B5EF4-FFF2-40B4-BE49-F238E27FC236}">
                  <a16:creationId xmlns:a16="http://schemas.microsoft.com/office/drawing/2014/main" id="{0C70B133-CF67-BF49-96E5-5CB047417AB6}"/>
                </a:ext>
              </a:extLst>
            </p:cNvPr>
            <p:cNvSpPr txBox="1"/>
            <p:nvPr/>
          </p:nvSpPr>
          <p:spPr>
            <a:xfrm>
              <a:off x="0" y="1208429"/>
              <a:ext cx="12224445" cy="619125"/>
            </a:xfrm>
            <a:prstGeom prst="rect">
              <a:avLst/>
            </a:prstGeom>
          </p:spPr>
          <p:txBody>
            <a:bodyPr lIns="0" tIns="0" rIns="0" bIns="0" rtlCol="0" anchor="t">
              <a:spAutoFit/>
            </a:bodyPr>
            <a:lstStyle/>
            <a:p>
              <a:pPr marL="323850" lvl="1">
                <a:lnSpc>
                  <a:spcPts val="3600"/>
                </a:lnSpc>
              </a:pPr>
              <a:endParaRPr lang="en-US" sz="3000">
                <a:solidFill>
                  <a:srgbClr val="33123B"/>
                </a:solidFill>
                <a:latin typeface="Assistant Regular"/>
                <a:ea typeface="Assistant Regular"/>
                <a:cs typeface="Assistant Regular"/>
              </a:endParaRPr>
            </a:p>
          </p:txBody>
        </p:sp>
        <p:sp>
          <p:nvSpPr>
            <p:cNvPr id="6" name="TextBox 6">
              <a:extLst>
                <a:ext uri="{FF2B5EF4-FFF2-40B4-BE49-F238E27FC236}">
                  <a16:creationId xmlns:a16="http://schemas.microsoft.com/office/drawing/2014/main" id="{1E78E71E-6381-EFFE-5D9B-DC3EC075E3B7}"/>
                </a:ext>
              </a:extLst>
            </p:cNvPr>
            <p:cNvSpPr txBox="1"/>
            <p:nvPr/>
          </p:nvSpPr>
          <p:spPr>
            <a:xfrm>
              <a:off x="0" y="2211729"/>
              <a:ext cx="13631736" cy="615553"/>
            </a:xfrm>
            <a:prstGeom prst="rect">
              <a:avLst/>
            </a:prstGeom>
          </p:spPr>
          <p:txBody>
            <a:bodyPr lIns="0" tIns="0" rIns="0" bIns="0" rtlCol="0" anchor="t">
              <a:spAutoFit/>
            </a:bodyPr>
            <a:lstStyle/>
            <a:p>
              <a:pPr marL="647700" lvl="1" indent="-323850">
                <a:lnSpc>
                  <a:spcPts val="3600"/>
                </a:lnSpc>
                <a:buFont typeface="Arial"/>
                <a:buChar char="•"/>
              </a:pPr>
              <a:endParaRPr lang="en-US" sz="3000">
                <a:solidFill>
                  <a:srgbClr val="33123B"/>
                </a:solidFill>
                <a:latin typeface="Assistant Regular"/>
                <a:ea typeface="Assistant Regular"/>
                <a:cs typeface="Assistant Regular"/>
              </a:endParaRPr>
            </a:p>
          </p:txBody>
        </p:sp>
        <p:sp>
          <p:nvSpPr>
            <p:cNvPr id="7" name="TextBox 7">
              <a:extLst>
                <a:ext uri="{FF2B5EF4-FFF2-40B4-BE49-F238E27FC236}">
                  <a16:creationId xmlns:a16="http://schemas.microsoft.com/office/drawing/2014/main" id="{ED8AF36A-60F3-9447-69F1-07C357BB207E}"/>
                </a:ext>
              </a:extLst>
            </p:cNvPr>
            <p:cNvSpPr txBox="1"/>
            <p:nvPr/>
          </p:nvSpPr>
          <p:spPr>
            <a:xfrm>
              <a:off x="0" y="688706"/>
              <a:ext cx="13250213" cy="1846660"/>
            </a:xfrm>
            <a:prstGeom prst="rect">
              <a:avLst/>
            </a:prstGeom>
          </p:spPr>
          <p:txBody>
            <a:bodyPr wrap="square" lIns="0" tIns="0" rIns="0" bIns="0" rtlCol="0" anchor="t">
              <a:spAutoFit/>
            </a:bodyPr>
            <a:lstStyle/>
            <a:p>
              <a:pPr marL="838200" lvl="1" indent="-514350">
                <a:lnSpc>
                  <a:spcPts val="3600"/>
                </a:lnSpc>
                <a:buAutoNum type="arabicPeriod"/>
              </a:pPr>
              <a:endParaRPr lang="en-US" sz="3000" dirty="0">
                <a:solidFill>
                  <a:srgbClr val="33123B"/>
                </a:solidFill>
                <a:latin typeface="Calibri"/>
                <a:ea typeface="Assistant Regular"/>
                <a:cs typeface="Assistant Regular"/>
              </a:endParaRPr>
            </a:p>
            <a:p>
              <a:pPr marL="323850" lvl="1">
                <a:lnSpc>
                  <a:spcPts val="3600"/>
                </a:lnSpc>
              </a:pPr>
              <a:endParaRPr lang="en-US" sz="3000" dirty="0">
                <a:solidFill>
                  <a:srgbClr val="33123B"/>
                </a:solidFill>
                <a:latin typeface="Calibri"/>
                <a:ea typeface="Assistant Regular"/>
                <a:cs typeface="Assistant Regular"/>
              </a:endParaRPr>
            </a:p>
            <a:p>
              <a:pPr marL="647700" lvl="1" indent="-323850">
                <a:lnSpc>
                  <a:spcPts val="3600"/>
                </a:lnSpc>
                <a:buAutoNum type="arabicPeriod"/>
              </a:pPr>
              <a:endParaRPr lang="en-US" sz="3000" dirty="0">
                <a:solidFill>
                  <a:srgbClr val="33123B"/>
                </a:solidFill>
                <a:latin typeface="Assistant Regular"/>
                <a:ea typeface="Assistant Regular"/>
                <a:cs typeface="Assistant Regular"/>
              </a:endParaRPr>
            </a:p>
          </p:txBody>
        </p:sp>
        <p:sp>
          <p:nvSpPr>
            <p:cNvPr id="8" name="TextBox 8">
              <a:extLst>
                <a:ext uri="{FF2B5EF4-FFF2-40B4-BE49-F238E27FC236}">
                  <a16:creationId xmlns:a16="http://schemas.microsoft.com/office/drawing/2014/main" id="{6E29CC68-703A-D56D-5802-37DCEE897D21}"/>
                </a:ext>
              </a:extLst>
            </p:cNvPr>
            <p:cNvSpPr txBox="1"/>
            <p:nvPr/>
          </p:nvSpPr>
          <p:spPr>
            <a:xfrm>
              <a:off x="-574870" y="-1706213"/>
              <a:ext cx="15155455" cy="10731995"/>
            </a:xfrm>
            <a:prstGeom prst="rect">
              <a:avLst/>
            </a:prstGeom>
          </p:spPr>
          <p:txBody>
            <a:bodyPr wrap="square" lIns="0" tIns="0" rIns="0" bIns="0" rtlCol="0" anchor="t">
              <a:spAutoFit/>
            </a:bodyPr>
            <a:lstStyle/>
            <a:p>
              <a:pPr>
                <a:lnSpc>
                  <a:spcPct val="150000"/>
                </a:lnSpc>
              </a:pPr>
              <a:r>
                <a:rPr lang="en-GB" sz="3200" b="1" dirty="0">
                  <a:solidFill>
                    <a:srgbClr val="33123B"/>
                  </a:solidFill>
                  <a:ea typeface="Calibri"/>
                  <a:cs typeface="Calibri"/>
                </a:rPr>
                <a:t>Output Format :</a:t>
              </a:r>
            </a:p>
            <a:p>
              <a:pPr>
                <a:lnSpc>
                  <a:spcPct val="150000"/>
                </a:lnSpc>
              </a:pPr>
              <a:endParaRPr lang="en-GB" sz="3200" b="1" dirty="0">
                <a:solidFill>
                  <a:srgbClr val="33123B"/>
                </a:solidFill>
                <a:ea typeface="Calibri"/>
                <a:cs typeface="Calibri"/>
              </a:endParaRPr>
            </a:p>
            <a:p>
              <a:pPr>
                <a:lnSpc>
                  <a:spcPct val="150000"/>
                </a:lnSpc>
              </a:pPr>
              <a:endParaRPr lang="en-GB" sz="3200" b="1" dirty="0">
                <a:solidFill>
                  <a:srgbClr val="33123B"/>
                </a:solidFill>
                <a:ea typeface="Calibri"/>
                <a:cs typeface="Calibri"/>
              </a:endParaRPr>
            </a:p>
            <a:p>
              <a:pPr>
                <a:lnSpc>
                  <a:spcPct val="150000"/>
                </a:lnSpc>
              </a:pPr>
              <a:endParaRPr lang="en-GB" sz="3200" b="1" dirty="0">
                <a:solidFill>
                  <a:srgbClr val="33123B"/>
                </a:solidFill>
                <a:ea typeface="Calibri"/>
                <a:cs typeface="Calibri"/>
              </a:endParaRPr>
            </a:p>
            <a:p>
              <a:pPr>
                <a:lnSpc>
                  <a:spcPct val="150000"/>
                </a:lnSpc>
              </a:pPr>
              <a:endParaRPr lang="en-GB" sz="3200" b="1" dirty="0">
                <a:solidFill>
                  <a:srgbClr val="33123B"/>
                </a:solidFill>
                <a:ea typeface="Calibri"/>
                <a:cs typeface="Calibri"/>
              </a:endParaRPr>
            </a:p>
            <a:p>
              <a:pPr>
                <a:lnSpc>
                  <a:spcPct val="150000"/>
                </a:lnSpc>
              </a:pPr>
              <a:endParaRPr lang="en-GB" sz="3200" b="1" dirty="0">
                <a:solidFill>
                  <a:srgbClr val="33123B"/>
                </a:solidFill>
                <a:ea typeface="Calibri"/>
                <a:cs typeface="Calibri"/>
              </a:endParaRPr>
            </a:p>
            <a:p>
              <a:pPr>
                <a:lnSpc>
                  <a:spcPct val="150000"/>
                </a:lnSpc>
              </a:pPr>
              <a:endParaRPr lang="en-GB" sz="3200" b="1" dirty="0">
                <a:solidFill>
                  <a:srgbClr val="33123B"/>
                </a:solidFill>
                <a:ea typeface="Calibri"/>
                <a:cs typeface="Calibri"/>
              </a:endParaRPr>
            </a:p>
            <a:p>
              <a:pPr>
                <a:lnSpc>
                  <a:spcPct val="150000"/>
                </a:lnSpc>
              </a:pPr>
              <a:endParaRPr lang="en-GB" sz="3200" b="1" dirty="0">
                <a:solidFill>
                  <a:srgbClr val="33123B"/>
                </a:solidFill>
                <a:ea typeface="Calibri"/>
                <a:cs typeface="Calibri"/>
              </a:endParaRPr>
            </a:p>
            <a:p>
              <a:pPr>
                <a:lnSpc>
                  <a:spcPct val="150000"/>
                </a:lnSpc>
              </a:pPr>
              <a:endParaRPr lang="en-GB" sz="3200" b="1" dirty="0">
                <a:solidFill>
                  <a:srgbClr val="33123B"/>
                </a:solidFill>
                <a:ea typeface="Calibri"/>
                <a:cs typeface="Calibri"/>
              </a:endParaRPr>
            </a:p>
            <a:p>
              <a:pPr>
                <a:lnSpc>
                  <a:spcPct val="150000"/>
                </a:lnSpc>
              </a:pPr>
              <a:endParaRPr lang="en-GB" sz="3200" b="1" dirty="0">
                <a:solidFill>
                  <a:srgbClr val="33123B"/>
                </a:solidFill>
                <a:ea typeface="Calibri"/>
                <a:cs typeface="Calibri"/>
              </a:endParaRPr>
            </a:p>
            <a:p>
              <a:pPr>
                <a:lnSpc>
                  <a:spcPct val="150000"/>
                </a:lnSpc>
              </a:pPr>
              <a:endParaRPr lang="en-GB" sz="3200" b="1" dirty="0">
                <a:solidFill>
                  <a:srgbClr val="33123B"/>
                </a:solidFill>
                <a:ea typeface="Calibri"/>
                <a:cs typeface="Calibri"/>
              </a:endParaRPr>
            </a:p>
          </p:txBody>
        </p:sp>
      </p:grpSp>
      <p:sp>
        <p:nvSpPr>
          <p:cNvPr id="15" name="TextBox 15">
            <a:extLst>
              <a:ext uri="{FF2B5EF4-FFF2-40B4-BE49-F238E27FC236}">
                <a16:creationId xmlns:a16="http://schemas.microsoft.com/office/drawing/2014/main" id="{ADF9BCA2-0902-D9AF-B888-5690E8E7E744}"/>
              </a:ext>
            </a:extLst>
          </p:cNvPr>
          <p:cNvSpPr txBox="1"/>
          <p:nvPr/>
        </p:nvSpPr>
        <p:spPr>
          <a:xfrm>
            <a:off x="7839979" y="312471"/>
            <a:ext cx="9619725" cy="1154162"/>
          </a:xfrm>
          <a:prstGeom prst="rect">
            <a:avLst/>
          </a:prstGeom>
        </p:spPr>
        <p:txBody>
          <a:bodyPr wrap="square" lIns="0" tIns="0" rIns="0" bIns="0" rtlCol="0" anchor="t">
            <a:spAutoFit/>
          </a:bodyPr>
          <a:lstStyle/>
          <a:p>
            <a:pPr algn="r">
              <a:lnSpc>
                <a:spcPts val="8800"/>
              </a:lnSpc>
            </a:pPr>
            <a:r>
              <a:rPr lang="en-US" sz="8000" b="1">
                <a:solidFill>
                  <a:srgbClr val="8D0A75"/>
                </a:solidFill>
                <a:latin typeface="Heebo Black"/>
                <a:ea typeface="Heebo Black"/>
                <a:cs typeface="Heebo Black"/>
                <a:sym typeface="Heebo Black"/>
              </a:rPr>
              <a:t>Assignment </a:t>
            </a:r>
          </a:p>
        </p:txBody>
      </p:sp>
      <p:grpSp>
        <p:nvGrpSpPr>
          <p:cNvPr id="16" name="Group 16">
            <a:extLst>
              <a:ext uri="{FF2B5EF4-FFF2-40B4-BE49-F238E27FC236}">
                <a16:creationId xmlns:a16="http://schemas.microsoft.com/office/drawing/2014/main" id="{34AF0716-1B88-79A9-B62D-9413DFECAA6A}"/>
              </a:ext>
            </a:extLst>
          </p:cNvPr>
          <p:cNvGrpSpPr>
            <a:grpSpLocks noChangeAspect="1"/>
          </p:cNvGrpSpPr>
          <p:nvPr/>
        </p:nvGrpSpPr>
        <p:grpSpPr>
          <a:xfrm>
            <a:off x="13741677" y="4631549"/>
            <a:ext cx="6110870" cy="6110870"/>
            <a:chOff x="0" y="0"/>
            <a:chExt cx="14840029" cy="14840029"/>
          </a:xfrm>
        </p:grpSpPr>
        <p:sp>
          <p:nvSpPr>
            <p:cNvPr id="17" name="Freeform 17">
              <a:extLst>
                <a:ext uri="{FF2B5EF4-FFF2-40B4-BE49-F238E27FC236}">
                  <a16:creationId xmlns:a16="http://schemas.microsoft.com/office/drawing/2014/main" id="{96927C09-E3C9-CB47-2B22-87D3BD81BA94}"/>
                </a:ext>
              </a:extLst>
            </p:cNvPr>
            <p:cNvSpPr/>
            <p:nvPr/>
          </p:nvSpPr>
          <p:spPr>
            <a:xfrm>
              <a:off x="-366471" y="-11891"/>
              <a:ext cx="15572971" cy="14863810"/>
            </a:xfrm>
            <a:custGeom>
              <a:avLst/>
              <a:gdLst/>
              <a:ahLst/>
              <a:cxnLst/>
              <a:rect l="l" t="t" r="r" b="b"/>
              <a:pathLst>
                <a:path w="15572971" h="14863810">
                  <a:moveTo>
                    <a:pt x="7786486" y="11891"/>
                  </a:moveTo>
                  <a:cubicBezTo>
                    <a:pt x="5127664" y="0"/>
                    <a:pt x="2665709" y="1411641"/>
                    <a:pt x="1332855" y="3712286"/>
                  </a:cubicBezTo>
                  <a:cubicBezTo>
                    <a:pt x="0" y="6012931"/>
                    <a:pt x="0" y="8850880"/>
                    <a:pt x="1332855" y="11151525"/>
                  </a:cubicBezTo>
                  <a:cubicBezTo>
                    <a:pt x="2665709" y="13452170"/>
                    <a:pt x="5127664" y="14863811"/>
                    <a:pt x="7786486" y="14851920"/>
                  </a:cubicBezTo>
                  <a:cubicBezTo>
                    <a:pt x="10445306" y="14863811"/>
                    <a:pt x="12907262" y="13452170"/>
                    <a:pt x="14240117" y="11151525"/>
                  </a:cubicBezTo>
                  <a:cubicBezTo>
                    <a:pt x="15572971" y="8850880"/>
                    <a:pt x="15572971" y="6012931"/>
                    <a:pt x="14240117" y="3712286"/>
                  </a:cubicBezTo>
                  <a:cubicBezTo>
                    <a:pt x="12907262" y="1411641"/>
                    <a:pt x="10445306" y="0"/>
                    <a:pt x="7786486" y="11891"/>
                  </a:cubicBezTo>
                  <a:close/>
                </a:path>
              </a:pathLst>
            </a:custGeom>
            <a:solidFill>
              <a:srgbClr val="769EBE"/>
            </a:solidFill>
          </p:spPr>
          <p:txBody>
            <a:bodyPr/>
            <a:lstStyle/>
            <a:p>
              <a:endParaRPr lang="en-IN"/>
            </a:p>
          </p:txBody>
        </p:sp>
        <p:sp>
          <p:nvSpPr>
            <p:cNvPr id="18" name="Freeform 18">
              <a:extLst>
                <a:ext uri="{FF2B5EF4-FFF2-40B4-BE49-F238E27FC236}">
                  <a16:creationId xmlns:a16="http://schemas.microsoft.com/office/drawing/2014/main" id="{4A23DC4D-38FE-753D-C7AF-FE89D3E21982}"/>
                </a:ext>
              </a:extLst>
            </p:cNvPr>
            <p:cNvSpPr/>
            <p:nvPr/>
          </p:nvSpPr>
          <p:spPr>
            <a:xfrm>
              <a:off x="-156193" y="188812"/>
              <a:ext cx="15152415" cy="14462405"/>
            </a:xfrm>
            <a:custGeom>
              <a:avLst/>
              <a:gdLst/>
              <a:ahLst/>
              <a:cxnLst/>
              <a:rect l="l" t="t" r="r" b="b"/>
              <a:pathLst>
                <a:path w="15152415" h="14462405">
                  <a:moveTo>
                    <a:pt x="7576208" y="11570"/>
                  </a:moveTo>
                  <a:cubicBezTo>
                    <a:pt x="4989189" y="0"/>
                    <a:pt x="2593721" y="1373519"/>
                    <a:pt x="1296860" y="3612034"/>
                  </a:cubicBezTo>
                  <a:cubicBezTo>
                    <a:pt x="0" y="5850548"/>
                    <a:pt x="0" y="8611857"/>
                    <a:pt x="1296860" y="10850372"/>
                  </a:cubicBezTo>
                  <a:cubicBezTo>
                    <a:pt x="2593721" y="13088886"/>
                    <a:pt x="4989189" y="14462405"/>
                    <a:pt x="7576208" y="14450835"/>
                  </a:cubicBezTo>
                  <a:cubicBezTo>
                    <a:pt x="10163226" y="14462405"/>
                    <a:pt x="12558694" y="13088886"/>
                    <a:pt x="13855555" y="10850372"/>
                  </a:cubicBezTo>
                  <a:cubicBezTo>
                    <a:pt x="15152416" y="8611857"/>
                    <a:pt x="15152416" y="5850548"/>
                    <a:pt x="13855555" y="3612034"/>
                  </a:cubicBezTo>
                  <a:cubicBezTo>
                    <a:pt x="12558694" y="1373519"/>
                    <a:pt x="10163226" y="0"/>
                    <a:pt x="7576208" y="11570"/>
                  </a:cubicBezTo>
                  <a:close/>
                </a:path>
              </a:pathLst>
            </a:custGeom>
            <a:solidFill>
              <a:srgbClr val="3A5677"/>
            </a:solidFill>
          </p:spPr>
          <p:txBody>
            <a:bodyPr/>
            <a:lstStyle/>
            <a:p>
              <a:endParaRPr lang="en-IN"/>
            </a:p>
          </p:txBody>
        </p:sp>
        <p:sp>
          <p:nvSpPr>
            <p:cNvPr id="19" name="Freeform 19">
              <a:extLst>
                <a:ext uri="{FF2B5EF4-FFF2-40B4-BE49-F238E27FC236}">
                  <a16:creationId xmlns:a16="http://schemas.microsoft.com/office/drawing/2014/main" id="{7002E161-46F7-C972-EE0B-BE146C8DDBB9}"/>
                </a:ext>
              </a:extLst>
            </p:cNvPr>
            <p:cNvSpPr/>
            <p:nvPr/>
          </p:nvSpPr>
          <p:spPr>
            <a:xfrm>
              <a:off x="223301" y="551024"/>
              <a:ext cx="14393427" cy="13737979"/>
            </a:xfrm>
            <a:custGeom>
              <a:avLst/>
              <a:gdLst/>
              <a:ahLst/>
              <a:cxnLst/>
              <a:rect l="l" t="t" r="r" b="b"/>
              <a:pathLst>
                <a:path w="14393427" h="13737979">
                  <a:moveTo>
                    <a:pt x="7196714" y="10990"/>
                  </a:moveTo>
                  <a:cubicBezTo>
                    <a:pt x="4739280" y="0"/>
                    <a:pt x="2463801" y="1304719"/>
                    <a:pt x="1231900" y="3431106"/>
                  </a:cubicBezTo>
                  <a:cubicBezTo>
                    <a:pt x="0" y="5557493"/>
                    <a:pt x="0" y="8180487"/>
                    <a:pt x="1231900" y="10306874"/>
                  </a:cubicBezTo>
                  <a:cubicBezTo>
                    <a:pt x="2463801" y="12433261"/>
                    <a:pt x="4739280" y="13737980"/>
                    <a:pt x="7196714" y="13726990"/>
                  </a:cubicBezTo>
                  <a:cubicBezTo>
                    <a:pt x="9654147" y="13737980"/>
                    <a:pt x="11929626" y="12433261"/>
                    <a:pt x="13161527" y="10306874"/>
                  </a:cubicBezTo>
                  <a:cubicBezTo>
                    <a:pt x="14393427" y="8180487"/>
                    <a:pt x="14393427" y="5557493"/>
                    <a:pt x="13161527" y="3431106"/>
                  </a:cubicBezTo>
                  <a:cubicBezTo>
                    <a:pt x="11929626" y="1304719"/>
                    <a:pt x="9654147" y="0"/>
                    <a:pt x="7196714" y="10990"/>
                  </a:cubicBezTo>
                  <a:close/>
                </a:path>
              </a:pathLst>
            </a:custGeom>
            <a:blipFill>
              <a:blip r:embed="rId2"/>
              <a:stretch>
                <a:fillRect l="223" r="223"/>
              </a:stretch>
            </a:blipFill>
          </p:spPr>
          <p:txBody>
            <a:bodyPr/>
            <a:lstStyle/>
            <a:p>
              <a:endParaRPr lang="en-IN"/>
            </a:p>
          </p:txBody>
        </p:sp>
      </p:grpSp>
      <p:sp>
        <p:nvSpPr>
          <p:cNvPr id="23" name="Slide Number Placeholder 22">
            <a:extLst>
              <a:ext uri="{FF2B5EF4-FFF2-40B4-BE49-F238E27FC236}">
                <a16:creationId xmlns:a16="http://schemas.microsoft.com/office/drawing/2014/main" id="{790D00FE-EAF6-BF2E-A732-875BF238C66D}"/>
              </a:ext>
            </a:extLst>
          </p:cNvPr>
          <p:cNvSpPr>
            <a:spLocks noGrp="1"/>
          </p:cNvSpPr>
          <p:nvPr>
            <p:ph type="sldNum" sz="quarter" idx="12"/>
          </p:nvPr>
        </p:nvSpPr>
        <p:spPr/>
        <p:txBody>
          <a:bodyPr/>
          <a:lstStyle/>
          <a:p>
            <a:fld id="{B6F15528-21DE-4FAA-801E-634DDDAF4B2B}" type="slidenum">
              <a:rPr lang="en-US" smtClean="0"/>
              <a:pPr/>
              <a:t>37</a:t>
            </a:fld>
            <a:endParaRPr lang="en-GB"/>
          </a:p>
        </p:txBody>
      </p:sp>
      <p:pic>
        <p:nvPicPr>
          <p:cNvPr id="2" name="Picture 1">
            <a:extLst>
              <a:ext uri="{FF2B5EF4-FFF2-40B4-BE49-F238E27FC236}">
                <a16:creationId xmlns:a16="http://schemas.microsoft.com/office/drawing/2014/main" id="{71994499-7366-1D55-A9FB-5E2093C5F0E1}"/>
              </a:ext>
            </a:extLst>
          </p:cNvPr>
          <p:cNvPicPr>
            <a:picLocks noChangeAspect="1"/>
          </p:cNvPicPr>
          <p:nvPr/>
        </p:nvPicPr>
        <p:blipFill>
          <a:blip r:embed="rId3"/>
          <a:stretch>
            <a:fillRect/>
          </a:stretch>
        </p:blipFill>
        <p:spPr>
          <a:xfrm>
            <a:off x="2936080" y="1130968"/>
            <a:ext cx="9539162" cy="9107906"/>
          </a:xfrm>
          <a:prstGeom prst="rect">
            <a:avLst/>
          </a:prstGeom>
        </p:spPr>
      </p:pic>
    </p:spTree>
    <p:extLst>
      <p:ext uri="{BB962C8B-B14F-4D97-AF65-F5344CB8AC3E}">
        <p14:creationId xmlns:p14="http://schemas.microsoft.com/office/powerpoint/2010/main" val="94605544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F43F06-FF2D-59F2-C5E5-9F1DCCE079AA}"/>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97FD0F61-23DF-1ADB-0CB5-3BD3E78BC864}"/>
              </a:ext>
            </a:extLst>
          </p:cNvPr>
          <p:cNvSpPr/>
          <p:nvPr/>
        </p:nvSpPr>
        <p:spPr>
          <a:xfrm>
            <a:off x="-241610" y="-771884"/>
            <a:ext cx="2459432" cy="2287272"/>
          </a:xfrm>
          <a:custGeom>
            <a:avLst/>
            <a:gdLst/>
            <a:ahLst/>
            <a:cxnLst/>
            <a:rect l="l" t="t" r="r" b="b"/>
            <a:pathLst>
              <a:path w="2459432" h="2287272">
                <a:moveTo>
                  <a:pt x="0" y="0"/>
                </a:moveTo>
                <a:lnTo>
                  <a:pt x="2459432" y="0"/>
                </a:lnTo>
                <a:lnTo>
                  <a:pt x="2459432" y="2287272"/>
                </a:lnTo>
                <a:lnTo>
                  <a:pt x="0" y="228727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4" name="Group 4">
            <a:extLst>
              <a:ext uri="{FF2B5EF4-FFF2-40B4-BE49-F238E27FC236}">
                <a16:creationId xmlns:a16="http://schemas.microsoft.com/office/drawing/2014/main" id="{035E7568-2688-01CB-A221-D08119131D60}"/>
              </a:ext>
            </a:extLst>
          </p:cNvPr>
          <p:cNvGrpSpPr/>
          <p:nvPr/>
        </p:nvGrpSpPr>
        <p:grpSpPr>
          <a:xfrm>
            <a:off x="988106" y="1922228"/>
            <a:ext cx="13381264" cy="7310335"/>
            <a:chOff x="0" y="-5751"/>
            <a:chExt cx="15425086" cy="9747113"/>
          </a:xfrm>
        </p:grpSpPr>
        <p:sp>
          <p:nvSpPr>
            <p:cNvPr id="5" name="TextBox 5">
              <a:extLst>
                <a:ext uri="{FF2B5EF4-FFF2-40B4-BE49-F238E27FC236}">
                  <a16:creationId xmlns:a16="http://schemas.microsoft.com/office/drawing/2014/main" id="{341FA116-8C20-D1E8-53C7-87E3014CDF17}"/>
                </a:ext>
              </a:extLst>
            </p:cNvPr>
            <p:cNvSpPr txBox="1"/>
            <p:nvPr/>
          </p:nvSpPr>
          <p:spPr>
            <a:xfrm>
              <a:off x="0" y="1208429"/>
              <a:ext cx="12224445" cy="619125"/>
            </a:xfrm>
            <a:prstGeom prst="rect">
              <a:avLst/>
            </a:prstGeom>
          </p:spPr>
          <p:txBody>
            <a:bodyPr lIns="0" tIns="0" rIns="0" bIns="0" rtlCol="0" anchor="t">
              <a:spAutoFit/>
            </a:bodyPr>
            <a:lstStyle/>
            <a:p>
              <a:pPr marL="323850" lvl="1">
                <a:lnSpc>
                  <a:spcPts val="3600"/>
                </a:lnSpc>
              </a:pPr>
              <a:endParaRPr lang="en-US" sz="3000">
                <a:solidFill>
                  <a:srgbClr val="33123B"/>
                </a:solidFill>
                <a:latin typeface="Assistant Regular"/>
                <a:ea typeface="Assistant Regular"/>
                <a:cs typeface="Assistant Regular"/>
              </a:endParaRPr>
            </a:p>
          </p:txBody>
        </p:sp>
        <p:sp>
          <p:nvSpPr>
            <p:cNvPr id="6" name="TextBox 6">
              <a:extLst>
                <a:ext uri="{FF2B5EF4-FFF2-40B4-BE49-F238E27FC236}">
                  <a16:creationId xmlns:a16="http://schemas.microsoft.com/office/drawing/2014/main" id="{BF21F480-22F9-11AE-D35F-0FE761C6F278}"/>
                </a:ext>
              </a:extLst>
            </p:cNvPr>
            <p:cNvSpPr txBox="1"/>
            <p:nvPr/>
          </p:nvSpPr>
          <p:spPr>
            <a:xfrm>
              <a:off x="0" y="2211729"/>
              <a:ext cx="13631736" cy="615553"/>
            </a:xfrm>
            <a:prstGeom prst="rect">
              <a:avLst/>
            </a:prstGeom>
          </p:spPr>
          <p:txBody>
            <a:bodyPr lIns="0" tIns="0" rIns="0" bIns="0" rtlCol="0" anchor="t">
              <a:spAutoFit/>
            </a:bodyPr>
            <a:lstStyle/>
            <a:p>
              <a:pPr marL="647700" lvl="1" indent="-323850">
                <a:lnSpc>
                  <a:spcPts val="3600"/>
                </a:lnSpc>
                <a:buFont typeface="Arial"/>
                <a:buChar char="•"/>
              </a:pPr>
              <a:endParaRPr lang="en-US" sz="3000">
                <a:solidFill>
                  <a:srgbClr val="33123B"/>
                </a:solidFill>
                <a:latin typeface="Assistant Regular"/>
                <a:ea typeface="Assistant Regular"/>
                <a:cs typeface="Assistant Regular"/>
              </a:endParaRPr>
            </a:p>
          </p:txBody>
        </p:sp>
        <p:sp>
          <p:nvSpPr>
            <p:cNvPr id="7" name="TextBox 7">
              <a:extLst>
                <a:ext uri="{FF2B5EF4-FFF2-40B4-BE49-F238E27FC236}">
                  <a16:creationId xmlns:a16="http://schemas.microsoft.com/office/drawing/2014/main" id="{8C61DB9E-5765-7AB6-2867-5A780CED2693}"/>
                </a:ext>
              </a:extLst>
            </p:cNvPr>
            <p:cNvSpPr txBox="1"/>
            <p:nvPr/>
          </p:nvSpPr>
          <p:spPr>
            <a:xfrm>
              <a:off x="0" y="688706"/>
              <a:ext cx="13250213" cy="1846660"/>
            </a:xfrm>
            <a:prstGeom prst="rect">
              <a:avLst/>
            </a:prstGeom>
          </p:spPr>
          <p:txBody>
            <a:bodyPr wrap="square" lIns="0" tIns="0" rIns="0" bIns="0" rtlCol="0" anchor="t">
              <a:spAutoFit/>
            </a:bodyPr>
            <a:lstStyle/>
            <a:p>
              <a:pPr marL="838200" lvl="1" indent="-514350">
                <a:lnSpc>
                  <a:spcPts val="3600"/>
                </a:lnSpc>
                <a:buAutoNum type="arabicPeriod"/>
              </a:pPr>
              <a:endParaRPr lang="en-US" sz="3000" dirty="0">
                <a:solidFill>
                  <a:srgbClr val="33123B"/>
                </a:solidFill>
                <a:latin typeface="Calibri"/>
                <a:ea typeface="Assistant Regular"/>
                <a:cs typeface="Assistant Regular"/>
              </a:endParaRPr>
            </a:p>
            <a:p>
              <a:pPr marL="323850" lvl="1">
                <a:lnSpc>
                  <a:spcPts val="3600"/>
                </a:lnSpc>
              </a:pPr>
              <a:endParaRPr lang="en-US" sz="3000" dirty="0">
                <a:solidFill>
                  <a:srgbClr val="33123B"/>
                </a:solidFill>
                <a:latin typeface="Calibri"/>
                <a:ea typeface="Assistant Regular"/>
                <a:cs typeface="Assistant Regular"/>
              </a:endParaRPr>
            </a:p>
            <a:p>
              <a:pPr marL="647700" lvl="1" indent="-323850">
                <a:lnSpc>
                  <a:spcPts val="3600"/>
                </a:lnSpc>
                <a:buAutoNum type="arabicPeriod"/>
              </a:pPr>
              <a:endParaRPr lang="en-US" sz="3000" dirty="0">
                <a:solidFill>
                  <a:srgbClr val="33123B"/>
                </a:solidFill>
                <a:latin typeface="Assistant Regular"/>
                <a:ea typeface="Assistant Regular"/>
                <a:cs typeface="Assistant Regular"/>
              </a:endParaRPr>
            </a:p>
          </p:txBody>
        </p:sp>
        <p:sp>
          <p:nvSpPr>
            <p:cNvPr id="8" name="TextBox 8">
              <a:extLst>
                <a:ext uri="{FF2B5EF4-FFF2-40B4-BE49-F238E27FC236}">
                  <a16:creationId xmlns:a16="http://schemas.microsoft.com/office/drawing/2014/main" id="{1E0E1376-F2DB-9F31-164D-7034675CEB1A}"/>
                </a:ext>
              </a:extLst>
            </p:cNvPr>
            <p:cNvSpPr txBox="1"/>
            <p:nvPr/>
          </p:nvSpPr>
          <p:spPr>
            <a:xfrm>
              <a:off x="269631" y="-5751"/>
              <a:ext cx="15155455" cy="9747113"/>
            </a:xfrm>
            <a:prstGeom prst="rect">
              <a:avLst/>
            </a:prstGeom>
          </p:spPr>
          <p:txBody>
            <a:bodyPr wrap="square" lIns="0" tIns="0" rIns="0" bIns="0" rtlCol="0" anchor="t">
              <a:spAutoFit/>
            </a:bodyPr>
            <a:lstStyle/>
            <a:p>
              <a:r>
                <a:rPr lang="en-IN" sz="3200" b="1" dirty="0"/>
                <a:t>3)LINQ – Advanced Student Analytics</a:t>
              </a:r>
            </a:p>
            <a:p>
              <a:r>
                <a:rPr lang="en-IN" sz="3200" dirty="0"/>
                <a:t>🎯 </a:t>
              </a:r>
              <a:r>
                <a:rPr lang="en-IN" sz="3200" b="1" dirty="0"/>
                <a:t>Objective</a:t>
              </a:r>
              <a:r>
                <a:rPr lang="en-IN" sz="3200" dirty="0"/>
                <a:t>: Perform advanced LINQ queries on student data.</a:t>
              </a:r>
            </a:p>
            <a:p>
              <a:r>
                <a:rPr lang="en-IN" sz="3200" dirty="0"/>
                <a:t>🔧 </a:t>
              </a:r>
              <a:r>
                <a:rPr lang="en-IN" sz="3200" b="1" dirty="0"/>
                <a:t>Tasks</a:t>
              </a:r>
              <a:r>
                <a:rPr lang="en-IN" sz="3200" dirty="0"/>
                <a:t>:</a:t>
              </a:r>
            </a:p>
            <a:p>
              <a:pPr marL="514350" indent="-514350">
                <a:lnSpc>
                  <a:spcPct val="150000"/>
                </a:lnSpc>
                <a:buFont typeface="+mj-lt"/>
                <a:buAutoNum type="arabicPeriod"/>
              </a:pPr>
              <a:r>
                <a:rPr lang="en-IN" sz="3200" dirty="0"/>
                <a:t>Create a student class :</a:t>
              </a:r>
            </a:p>
            <a:p>
              <a:pPr marL="914400" lvl="1" indent="-457200">
                <a:lnSpc>
                  <a:spcPct val="150000"/>
                </a:lnSpc>
                <a:buFont typeface="Arial" panose="020B0604020202020204" pitchFamily="34" charset="0"/>
                <a:buChar char="•"/>
              </a:pPr>
              <a:r>
                <a:rPr lang="en-IN" sz="3200" dirty="0"/>
                <a:t>Name, RollNumber,Marks (Dictionary&lt;string,int&gt; </a:t>
              </a:r>
              <a:r>
                <a:rPr lang="en-IN" sz="3200" dirty="0">
                  <a:sym typeface="Wingdings" panose="05000000000000000000" pitchFamily="2" charset="2"/>
                </a:rPr>
                <a:t>subject, mark)</a:t>
              </a:r>
            </a:p>
            <a:p>
              <a:pPr marL="514350" indent="-514350">
                <a:lnSpc>
                  <a:spcPct val="150000"/>
                </a:lnSpc>
                <a:buFont typeface="+mj-lt"/>
                <a:buAutoNum type="arabicPeriod"/>
              </a:pPr>
              <a:r>
                <a:rPr lang="en-IN" sz="3200" dirty="0">
                  <a:sym typeface="Wingdings" panose="05000000000000000000" pitchFamily="2" charset="2"/>
                </a:rPr>
                <a:t>In Main() :</a:t>
              </a:r>
            </a:p>
            <a:p>
              <a:pPr marL="914400" lvl="1" indent="-457200">
                <a:lnSpc>
                  <a:spcPct val="150000"/>
                </a:lnSpc>
                <a:buFont typeface="Arial" panose="020B0604020202020204" pitchFamily="34" charset="0"/>
                <a:buChar char="•"/>
              </a:pPr>
              <a:r>
                <a:rPr lang="en-IN" sz="3200" dirty="0">
                  <a:sym typeface="Wingdings" panose="05000000000000000000" pitchFamily="2" charset="2"/>
                </a:rPr>
                <a:t>Add 5 students with marks for 32 subjects.</a:t>
              </a:r>
            </a:p>
            <a:p>
              <a:pPr marL="914400" lvl="1" indent="-457200">
                <a:lnSpc>
                  <a:spcPct val="150000"/>
                </a:lnSpc>
                <a:buFont typeface="Arial" panose="020B0604020202020204" pitchFamily="34" charset="0"/>
                <a:buChar char="•"/>
              </a:pPr>
              <a:r>
                <a:rPr lang="en-IN" sz="3200" dirty="0">
                  <a:sym typeface="Wingdings" panose="05000000000000000000" pitchFamily="2" charset="2"/>
                </a:rPr>
                <a:t>Use LINQ to :</a:t>
              </a:r>
            </a:p>
            <a:p>
              <a:pPr marL="1828800" lvl="3" indent="-457200">
                <a:lnSpc>
                  <a:spcPct val="150000"/>
                </a:lnSpc>
                <a:buFont typeface="Courier New" panose="02070309020205020404" pitchFamily="49" charset="0"/>
                <a:buChar char="o"/>
              </a:pPr>
              <a:r>
                <a:rPr lang="en-IN" sz="3200" dirty="0">
                  <a:sym typeface="Wingdings" panose="05000000000000000000" pitchFamily="2" charset="2"/>
                </a:rPr>
                <a:t>Find students scoring above 85 in all subjects.</a:t>
              </a:r>
            </a:p>
            <a:p>
              <a:pPr marL="1828800" lvl="3" indent="-457200">
                <a:lnSpc>
                  <a:spcPct val="150000"/>
                </a:lnSpc>
                <a:buFont typeface="Courier New" panose="02070309020205020404" pitchFamily="49" charset="0"/>
                <a:buChar char="o"/>
              </a:pPr>
              <a:r>
                <a:rPr lang="en-IN" sz="3200" dirty="0">
                  <a:sym typeface="Wingdings" panose="05000000000000000000" pitchFamily="2" charset="2"/>
                </a:rPr>
                <a:t>Find the average mark per subject across all students.</a:t>
              </a:r>
            </a:p>
            <a:p>
              <a:pPr marL="1828800" lvl="3" indent="-457200">
                <a:lnSpc>
                  <a:spcPct val="150000"/>
                </a:lnSpc>
                <a:buFont typeface="Courier New" panose="02070309020205020404" pitchFamily="49" charset="0"/>
                <a:buChar char="o"/>
              </a:pPr>
              <a:r>
                <a:rPr lang="en-IN" sz="3200" dirty="0">
                  <a:sym typeface="Wingdings" panose="05000000000000000000" pitchFamily="2" charset="2"/>
                </a:rPr>
                <a:t>Get the top scorer per subject.</a:t>
              </a:r>
            </a:p>
          </p:txBody>
        </p:sp>
      </p:grpSp>
      <p:sp>
        <p:nvSpPr>
          <p:cNvPr id="15" name="TextBox 15">
            <a:extLst>
              <a:ext uri="{FF2B5EF4-FFF2-40B4-BE49-F238E27FC236}">
                <a16:creationId xmlns:a16="http://schemas.microsoft.com/office/drawing/2014/main" id="{B8DA80F4-8678-6A66-1FFC-06CF5741B303}"/>
              </a:ext>
            </a:extLst>
          </p:cNvPr>
          <p:cNvSpPr txBox="1"/>
          <p:nvPr/>
        </p:nvSpPr>
        <p:spPr>
          <a:xfrm>
            <a:off x="7839979" y="312471"/>
            <a:ext cx="9619725" cy="1154162"/>
          </a:xfrm>
          <a:prstGeom prst="rect">
            <a:avLst/>
          </a:prstGeom>
        </p:spPr>
        <p:txBody>
          <a:bodyPr wrap="square" lIns="0" tIns="0" rIns="0" bIns="0" rtlCol="0" anchor="t">
            <a:spAutoFit/>
          </a:bodyPr>
          <a:lstStyle/>
          <a:p>
            <a:pPr algn="r">
              <a:lnSpc>
                <a:spcPts val="8800"/>
              </a:lnSpc>
            </a:pPr>
            <a:r>
              <a:rPr lang="en-US" sz="8000" b="1">
                <a:solidFill>
                  <a:srgbClr val="8D0A75"/>
                </a:solidFill>
                <a:latin typeface="Heebo Black"/>
                <a:ea typeface="Heebo Black"/>
                <a:cs typeface="Heebo Black"/>
                <a:sym typeface="Heebo Black"/>
              </a:rPr>
              <a:t>Assignment </a:t>
            </a:r>
          </a:p>
        </p:txBody>
      </p:sp>
      <p:grpSp>
        <p:nvGrpSpPr>
          <p:cNvPr id="16" name="Group 16">
            <a:extLst>
              <a:ext uri="{FF2B5EF4-FFF2-40B4-BE49-F238E27FC236}">
                <a16:creationId xmlns:a16="http://schemas.microsoft.com/office/drawing/2014/main" id="{20A4F99B-E0DC-54F2-8E1F-C1A25CA2534E}"/>
              </a:ext>
            </a:extLst>
          </p:cNvPr>
          <p:cNvGrpSpPr>
            <a:grpSpLocks noChangeAspect="1"/>
          </p:cNvGrpSpPr>
          <p:nvPr/>
        </p:nvGrpSpPr>
        <p:grpSpPr>
          <a:xfrm>
            <a:off x="13741677" y="4631549"/>
            <a:ext cx="6110870" cy="6110870"/>
            <a:chOff x="0" y="0"/>
            <a:chExt cx="14840029" cy="14840029"/>
          </a:xfrm>
        </p:grpSpPr>
        <p:sp>
          <p:nvSpPr>
            <p:cNvPr id="17" name="Freeform 17">
              <a:extLst>
                <a:ext uri="{FF2B5EF4-FFF2-40B4-BE49-F238E27FC236}">
                  <a16:creationId xmlns:a16="http://schemas.microsoft.com/office/drawing/2014/main" id="{AB33AB5D-64CA-0124-5100-4FD89C29A6FC}"/>
                </a:ext>
              </a:extLst>
            </p:cNvPr>
            <p:cNvSpPr/>
            <p:nvPr/>
          </p:nvSpPr>
          <p:spPr>
            <a:xfrm>
              <a:off x="-366471" y="-11891"/>
              <a:ext cx="15572971" cy="14863810"/>
            </a:xfrm>
            <a:custGeom>
              <a:avLst/>
              <a:gdLst/>
              <a:ahLst/>
              <a:cxnLst/>
              <a:rect l="l" t="t" r="r" b="b"/>
              <a:pathLst>
                <a:path w="15572971" h="14863810">
                  <a:moveTo>
                    <a:pt x="7786486" y="11891"/>
                  </a:moveTo>
                  <a:cubicBezTo>
                    <a:pt x="5127664" y="0"/>
                    <a:pt x="2665709" y="1411641"/>
                    <a:pt x="1332855" y="3712286"/>
                  </a:cubicBezTo>
                  <a:cubicBezTo>
                    <a:pt x="0" y="6012931"/>
                    <a:pt x="0" y="8850880"/>
                    <a:pt x="1332855" y="11151525"/>
                  </a:cubicBezTo>
                  <a:cubicBezTo>
                    <a:pt x="2665709" y="13452170"/>
                    <a:pt x="5127664" y="14863811"/>
                    <a:pt x="7786486" y="14851920"/>
                  </a:cubicBezTo>
                  <a:cubicBezTo>
                    <a:pt x="10445306" y="14863811"/>
                    <a:pt x="12907262" y="13452170"/>
                    <a:pt x="14240117" y="11151525"/>
                  </a:cubicBezTo>
                  <a:cubicBezTo>
                    <a:pt x="15572971" y="8850880"/>
                    <a:pt x="15572971" y="6012931"/>
                    <a:pt x="14240117" y="3712286"/>
                  </a:cubicBezTo>
                  <a:cubicBezTo>
                    <a:pt x="12907262" y="1411641"/>
                    <a:pt x="10445306" y="0"/>
                    <a:pt x="7786486" y="11891"/>
                  </a:cubicBezTo>
                  <a:close/>
                </a:path>
              </a:pathLst>
            </a:custGeom>
            <a:solidFill>
              <a:srgbClr val="769EBE"/>
            </a:solidFill>
          </p:spPr>
          <p:txBody>
            <a:bodyPr/>
            <a:lstStyle/>
            <a:p>
              <a:endParaRPr lang="en-IN"/>
            </a:p>
          </p:txBody>
        </p:sp>
        <p:sp>
          <p:nvSpPr>
            <p:cNvPr id="18" name="Freeform 18">
              <a:extLst>
                <a:ext uri="{FF2B5EF4-FFF2-40B4-BE49-F238E27FC236}">
                  <a16:creationId xmlns:a16="http://schemas.microsoft.com/office/drawing/2014/main" id="{D6E4027C-7EDF-5F51-B348-9403E4C3D7C7}"/>
                </a:ext>
              </a:extLst>
            </p:cNvPr>
            <p:cNvSpPr/>
            <p:nvPr/>
          </p:nvSpPr>
          <p:spPr>
            <a:xfrm>
              <a:off x="-156193" y="188812"/>
              <a:ext cx="15152415" cy="14462405"/>
            </a:xfrm>
            <a:custGeom>
              <a:avLst/>
              <a:gdLst/>
              <a:ahLst/>
              <a:cxnLst/>
              <a:rect l="l" t="t" r="r" b="b"/>
              <a:pathLst>
                <a:path w="15152415" h="14462405">
                  <a:moveTo>
                    <a:pt x="7576208" y="11570"/>
                  </a:moveTo>
                  <a:cubicBezTo>
                    <a:pt x="4989189" y="0"/>
                    <a:pt x="2593721" y="1373519"/>
                    <a:pt x="1296860" y="3612034"/>
                  </a:cubicBezTo>
                  <a:cubicBezTo>
                    <a:pt x="0" y="5850548"/>
                    <a:pt x="0" y="8611857"/>
                    <a:pt x="1296860" y="10850372"/>
                  </a:cubicBezTo>
                  <a:cubicBezTo>
                    <a:pt x="2593721" y="13088886"/>
                    <a:pt x="4989189" y="14462405"/>
                    <a:pt x="7576208" y="14450835"/>
                  </a:cubicBezTo>
                  <a:cubicBezTo>
                    <a:pt x="10163226" y="14462405"/>
                    <a:pt x="12558694" y="13088886"/>
                    <a:pt x="13855555" y="10850372"/>
                  </a:cubicBezTo>
                  <a:cubicBezTo>
                    <a:pt x="15152416" y="8611857"/>
                    <a:pt x="15152416" y="5850548"/>
                    <a:pt x="13855555" y="3612034"/>
                  </a:cubicBezTo>
                  <a:cubicBezTo>
                    <a:pt x="12558694" y="1373519"/>
                    <a:pt x="10163226" y="0"/>
                    <a:pt x="7576208" y="11570"/>
                  </a:cubicBezTo>
                  <a:close/>
                </a:path>
              </a:pathLst>
            </a:custGeom>
            <a:solidFill>
              <a:srgbClr val="3A5677"/>
            </a:solidFill>
          </p:spPr>
          <p:txBody>
            <a:bodyPr/>
            <a:lstStyle/>
            <a:p>
              <a:endParaRPr lang="en-IN"/>
            </a:p>
          </p:txBody>
        </p:sp>
        <p:sp>
          <p:nvSpPr>
            <p:cNvPr id="19" name="Freeform 19">
              <a:extLst>
                <a:ext uri="{FF2B5EF4-FFF2-40B4-BE49-F238E27FC236}">
                  <a16:creationId xmlns:a16="http://schemas.microsoft.com/office/drawing/2014/main" id="{88399051-DBEC-E1EB-C351-02D7086E6DBB}"/>
                </a:ext>
              </a:extLst>
            </p:cNvPr>
            <p:cNvSpPr/>
            <p:nvPr/>
          </p:nvSpPr>
          <p:spPr>
            <a:xfrm>
              <a:off x="223301" y="551024"/>
              <a:ext cx="14393427" cy="13737979"/>
            </a:xfrm>
            <a:custGeom>
              <a:avLst/>
              <a:gdLst/>
              <a:ahLst/>
              <a:cxnLst/>
              <a:rect l="l" t="t" r="r" b="b"/>
              <a:pathLst>
                <a:path w="14393427" h="13737979">
                  <a:moveTo>
                    <a:pt x="7196714" y="10990"/>
                  </a:moveTo>
                  <a:cubicBezTo>
                    <a:pt x="4739280" y="0"/>
                    <a:pt x="2463801" y="1304719"/>
                    <a:pt x="1231900" y="3431106"/>
                  </a:cubicBezTo>
                  <a:cubicBezTo>
                    <a:pt x="0" y="5557493"/>
                    <a:pt x="0" y="8180487"/>
                    <a:pt x="1231900" y="10306874"/>
                  </a:cubicBezTo>
                  <a:cubicBezTo>
                    <a:pt x="2463801" y="12433261"/>
                    <a:pt x="4739280" y="13737980"/>
                    <a:pt x="7196714" y="13726990"/>
                  </a:cubicBezTo>
                  <a:cubicBezTo>
                    <a:pt x="9654147" y="13737980"/>
                    <a:pt x="11929626" y="12433261"/>
                    <a:pt x="13161527" y="10306874"/>
                  </a:cubicBezTo>
                  <a:cubicBezTo>
                    <a:pt x="14393427" y="8180487"/>
                    <a:pt x="14393427" y="5557493"/>
                    <a:pt x="13161527" y="3431106"/>
                  </a:cubicBezTo>
                  <a:cubicBezTo>
                    <a:pt x="11929626" y="1304719"/>
                    <a:pt x="9654147" y="0"/>
                    <a:pt x="7196714" y="10990"/>
                  </a:cubicBezTo>
                  <a:close/>
                </a:path>
              </a:pathLst>
            </a:custGeom>
            <a:blipFill>
              <a:blip r:embed="rId4"/>
              <a:stretch>
                <a:fillRect l="223" r="223"/>
              </a:stretch>
            </a:blipFill>
          </p:spPr>
          <p:txBody>
            <a:bodyPr/>
            <a:lstStyle/>
            <a:p>
              <a:endParaRPr lang="en-IN"/>
            </a:p>
          </p:txBody>
        </p:sp>
      </p:grpSp>
      <p:sp>
        <p:nvSpPr>
          <p:cNvPr id="23" name="Slide Number Placeholder 22">
            <a:extLst>
              <a:ext uri="{FF2B5EF4-FFF2-40B4-BE49-F238E27FC236}">
                <a16:creationId xmlns:a16="http://schemas.microsoft.com/office/drawing/2014/main" id="{E1DCB626-D9A2-70AD-7B6E-359A9F924717}"/>
              </a:ext>
            </a:extLst>
          </p:cNvPr>
          <p:cNvSpPr>
            <a:spLocks noGrp="1"/>
          </p:cNvSpPr>
          <p:nvPr>
            <p:ph type="sldNum" sz="quarter" idx="12"/>
          </p:nvPr>
        </p:nvSpPr>
        <p:spPr/>
        <p:txBody>
          <a:bodyPr/>
          <a:lstStyle/>
          <a:p>
            <a:fld id="{B6F15528-21DE-4FAA-801E-634DDDAF4B2B}" type="slidenum">
              <a:rPr lang="en-US" smtClean="0"/>
              <a:pPr/>
              <a:t>38</a:t>
            </a:fld>
            <a:endParaRPr lang="en-GB"/>
          </a:p>
        </p:txBody>
      </p:sp>
    </p:spTree>
    <p:extLst>
      <p:ext uri="{BB962C8B-B14F-4D97-AF65-F5344CB8AC3E}">
        <p14:creationId xmlns:p14="http://schemas.microsoft.com/office/powerpoint/2010/main" val="54878963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30E510-EA31-8DE3-FDF3-1CC1375DF3DC}"/>
            </a:ext>
          </a:extLst>
        </p:cNvPr>
        <p:cNvGrpSpPr/>
        <p:nvPr/>
      </p:nvGrpSpPr>
      <p:grpSpPr>
        <a:xfrm>
          <a:off x="0" y="0"/>
          <a:ext cx="0" cy="0"/>
          <a:chOff x="0" y="0"/>
          <a:chExt cx="0" cy="0"/>
        </a:xfrm>
      </p:grpSpPr>
      <p:grpSp>
        <p:nvGrpSpPr>
          <p:cNvPr id="4" name="Group 4">
            <a:extLst>
              <a:ext uri="{FF2B5EF4-FFF2-40B4-BE49-F238E27FC236}">
                <a16:creationId xmlns:a16="http://schemas.microsoft.com/office/drawing/2014/main" id="{91889A93-9C33-C1F5-79B7-DEE776ECA2A0}"/>
              </a:ext>
            </a:extLst>
          </p:cNvPr>
          <p:cNvGrpSpPr/>
          <p:nvPr/>
        </p:nvGrpSpPr>
        <p:grpSpPr>
          <a:xfrm>
            <a:off x="325711" y="602153"/>
            <a:ext cx="13147359" cy="8048998"/>
            <a:chOff x="-574870" y="-1706213"/>
            <a:chExt cx="15155455" cy="10731995"/>
          </a:xfrm>
        </p:grpSpPr>
        <p:sp>
          <p:nvSpPr>
            <p:cNvPr id="5" name="TextBox 5">
              <a:extLst>
                <a:ext uri="{FF2B5EF4-FFF2-40B4-BE49-F238E27FC236}">
                  <a16:creationId xmlns:a16="http://schemas.microsoft.com/office/drawing/2014/main" id="{992FA2B8-93F0-C57B-3F0D-58F4989071A5}"/>
                </a:ext>
              </a:extLst>
            </p:cNvPr>
            <p:cNvSpPr txBox="1"/>
            <p:nvPr/>
          </p:nvSpPr>
          <p:spPr>
            <a:xfrm>
              <a:off x="0" y="1208429"/>
              <a:ext cx="12224445" cy="619125"/>
            </a:xfrm>
            <a:prstGeom prst="rect">
              <a:avLst/>
            </a:prstGeom>
          </p:spPr>
          <p:txBody>
            <a:bodyPr lIns="0" tIns="0" rIns="0" bIns="0" rtlCol="0" anchor="t">
              <a:spAutoFit/>
            </a:bodyPr>
            <a:lstStyle/>
            <a:p>
              <a:pPr marL="323850" lvl="1">
                <a:lnSpc>
                  <a:spcPts val="3600"/>
                </a:lnSpc>
              </a:pPr>
              <a:endParaRPr lang="en-US" sz="3000">
                <a:solidFill>
                  <a:srgbClr val="33123B"/>
                </a:solidFill>
                <a:latin typeface="Assistant Regular"/>
                <a:ea typeface="Assistant Regular"/>
                <a:cs typeface="Assistant Regular"/>
              </a:endParaRPr>
            </a:p>
          </p:txBody>
        </p:sp>
        <p:sp>
          <p:nvSpPr>
            <p:cNvPr id="6" name="TextBox 6">
              <a:extLst>
                <a:ext uri="{FF2B5EF4-FFF2-40B4-BE49-F238E27FC236}">
                  <a16:creationId xmlns:a16="http://schemas.microsoft.com/office/drawing/2014/main" id="{36BEB820-07B5-0C4B-D213-4C65DE1963B3}"/>
                </a:ext>
              </a:extLst>
            </p:cNvPr>
            <p:cNvSpPr txBox="1"/>
            <p:nvPr/>
          </p:nvSpPr>
          <p:spPr>
            <a:xfrm>
              <a:off x="0" y="2211729"/>
              <a:ext cx="13631736" cy="615553"/>
            </a:xfrm>
            <a:prstGeom prst="rect">
              <a:avLst/>
            </a:prstGeom>
          </p:spPr>
          <p:txBody>
            <a:bodyPr lIns="0" tIns="0" rIns="0" bIns="0" rtlCol="0" anchor="t">
              <a:spAutoFit/>
            </a:bodyPr>
            <a:lstStyle/>
            <a:p>
              <a:pPr marL="647700" lvl="1" indent="-323850">
                <a:lnSpc>
                  <a:spcPts val="3600"/>
                </a:lnSpc>
                <a:buFont typeface="Arial"/>
                <a:buChar char="•"/>
              </a:pPr>
              <a:endParaRPr lang="en-US" sz="3000">
                <a:solidFill>
                  <a:srgbClr val="33123B"/>
                </a:solidFill>
                <a:latin typeface="Assistant Regular"/>
                <a:ea typeface="Assistant Regular"/>
                <a:cs typeface="Assistant Regular"/>
              </a:endParaRPr>
            </a:p>
          </p:txBody>
        </p:sp>
        <p:sp>
          <p:nvSpPr>
            <p:cNvPr id="7" name="TextBox 7">
              <a:extLst>
                <a:ext uri="{FF2B5EF4-FFF2-40B4-BE49-F238E27FC236}">
                  <a16:creationId xmlns:a16="http://schemas.microsoft.com/office/drawing/2014/main" id="{506059DC-B4F2-7FE5-1E12-642EE25F0A19}"/>
                </a:ext>
              </a:extLst>
            </p:cNvPr>
            <p:cNvSpPr txBox="1"/>
            <p:nvPr/>
          </p:nvSpPr>
          <p:spPr>
            <a:xfrm>
              <a:off x="0" y="688706"/>
              <a:ext cx="13250213" cy="1846660"/>
            </a:xfrm>
            <a:prstGeom prst="rect">
              <a:avLst/>
            </a:prstGeom>
          </p:spPr>
          <p:txBody>
            <a:bodyPr wrap="square" lIns="0" tIns="0" rIns="0" bIns="0" rtlCol="0" anchor="t">
              <a:spAutoFit/>
            </a:bodyPr>
            <a:lstStyle/>
            <a:p>
              <a:pPr marL="838200" lvl="1" indent="-514350">
                <a:lnSpc>
                  <a:spcPts val="3600"/>
                </a:lnSpc>
                <a:buAutoNum type="arabicPeriod"/>
              </a:pPr>
              <a:endParaRPr lang="en-US" sz="3000" dirty="0">
                <a:solidFill>
                  <a:srgbClr val="33123B"/>
                </a:solidFill>
                <a:latin typeface="Calibri"/>
                <a:ea typeface="Assistant Regular"/>
                <a:cs typeface="Assistant Regular"/>
              </a:endParaRPr>
            </a:p>
            <a:p>
              <a:pPr marL="323850" lvl="1">
                <a:lnSpc>
                  <a:spcPts val="3600"/>
                </a:lnSpc>
              </a:pPr>
              <a:endParaRPr lang="en-US" sz="3000" dirty="0">
                <a:solidFill>
                  <a:srgbClr val="33123B"/>
                </a:solidFill>
                <a:latin typeface="Calibri"/>
                <a:ea typeface="Assistant Regular"/>
                <a:cs typeface="Assistant Regular"/>
              </a:endParaRPr>
            </a:p>
            <a:p>
              <a:pPr marL="647700" lvl="1" indent="-323850">
                <a:lnSpc>
                  <a:spcPts val="3600"/>
                </a:lnSpc>
                <a:buAutoNum type="arabicPeriod"/>
              </a:pPr>
              <a:endParaRPr lang="en-US" sz="3000" dirty="0">
                <a:solidFill>
                  <a:srgbClr val="33123B"/>
                </a:solidFill>
                <a:latin typeface="Assistant Regular"/>
                <a:ea typeface="Assistant Regular"/>
                <a:cs typeface="Assistant Regular"/>
              </a:endParaRPr>
            </a:p>
          </p:txBody>
        </p:sp>
        <p:sp>
          <p:nvSpPr>
            <p:cNvPr id="8" name="TextBox 8">
              <a:extLst>
                <a:ext uri="{FF2B5EF4-FFF2-40B4-BE49-F238E27FC236}">
                  <a16:creationId xmlns:a16="http://schemas.microsoft.com/office/drawing/2014/main" id="{73BF1B2D-BA21-5DB1-B3EA-7BEC3499AABD}"/>
                </a:ext>
              </a:extLst>
            </p:cNvPr>
            <p:cNvSpPr txBox="1"/>
            <p:nvPr/>
          </p:nvSpPr>
          <p:spPr>
            <a:xfrm>
              <a:off x="-574870" y="-1706213"/>
              <a:ext cx="15155455" cy="10731995"/>
            </a:xfrm>
            <a:prstGeom prst="rect">
              <a:avLst/>
            </a:prstGeom>
          </p:spPr>
          <p:txBody>
            <a:bodyPr wrap="square" lIns="0" tIns="0" rIns="0" bIns="0" rtlCol="0" anchor="t">
              <a:spAutoFit/>
            </a:bodyPr>
            <a:lstStyle/>
            <a:p>
              <a:pPr>
                <a:lnSpc>
                  <a:spcPct val="150000"/>
                </a:lnSpc>
              </a:pPr>
              <a:r>
                <a:rPr lang="en-GB" sz="3200" b="1" dirty="0">
                  <a:solidFill>
                    <a:srgbClr val="33123B"/>
                  </a:solidFill>
                  <a:ea typeface="Calibri"/>
                  <a:cs typeface="Calibri"/>
                </a:rPr>
                <a:t>Output Format :</a:t>
              </a:r>
            </a:p>
            <a:p>
              <a:pPr>
                <a:lnSpc>
                  <a:spcPct val="150000"/>
                </a:lnSpc>
              </a:pPr>
              <a:endParaRPr lang="en-GB" sz="3200" b="1" dirty="0">
                <a:solidFill>
                  <a:srgbClr val="33123B"/>
                </a:solidFill>
                <a:ea typeface="Calibri"/>
                <a:cs typeface="Calibri"/>
              </a:endParaRPr>
            </a:p>
            <a:p>
              <a:pPr>
                <a:lnSpc>
                  <a:spcPct val="150000"/>
                </a:lnSpc>
              </a:pPr>
              <a:endParaRPr lang="en-GB" sz="3200" b="1" dirty="0">
                <a:solidFill>
                  <a:srgbClr val="33123B"/>
                </a:solidFill>
                <a:ea typeface="Calibri"/>
                <a:cs typeface="Calibri"/>
              </a:endParaRPr>
            </a:p>
            <a:p>
              <a:pPr>
                <a:lnSpc>
                  <a:spcPct val="150000"/>
                </a:lnSpc>
              </a:pPr>
              <a:endParaRPr lang="en-GB" sz="3200" b="1" dirty="0">
                <a:solidFill>
                  <a:srgbClr val="33123B"/>
                </a:solidFill>
                <a:ea typeface="Calibri"/>
                <a:cs typeface="Calibri"/>
              </a:endParaRPr>
            </a:p>
            <a:p>
              <a:pPr>
                <a:lnSpc>
                  <a:spcPct val="150000"/>
                </a:lnSpc>
              </a:pPr>
              <a:endParaRPr lang="en-GB" sz="3200" b="1" dirty="0">
                <a:solidFill>
                  <a:srgbClr val="33123B"/>
                </a:solidFill>
                <a:ea typeface="Calibri"/>
                <a:cs typeface="Calibri"/>
              </a:endParaRPr>
            </a:p>
            <a:p>
              <a:pPr>
                <a:lnSpc>
                  <a:spcPct val="150000"/>
                </a:lnSpc>
              </a:pPr>
              <a:endParaRPr lang="en-GB" sz="3200" b="1" dirty="0">
                <a:solidFill>
                  <a:srgbClr val="33123B"/>
                </a:solidFill>
                <a:ea typeface="Calibri"/>
                <a:cs typeface="Calibri"/>
              </a:endParaRPr>
            </a:p>
            <a:p>
              <a:pPr>
                <a:lnSpc>
                  <a:spcPct val="150000"/>
                </a:lnSpc>
              </a:pPr>
              <a:endParaRPr lang="en-GB" sz="3200" b="1" dirty="0">
                <a:solidFill>
                  <a:srgbClr val="33123B"/>
                </a:solidFill>
                <a:ea typeface="Calibri"/>
                <a:cs typeface="Calibri"/>
              </a:endParaRPr>
            </a:p>
            <a:p>
              <a:pPr>
                <a:lnSpc>
                  <a:spcPct val="150000"/>
                </a:lnSpc>
              </a:pPr>
              <a:endParaRPr lang="en-GB" sz="3200" b="1" dirty="0">
                <a:solidFill>
                  <a:srgbClr val="33123B"/>
                </a:solidFill>
                <a:ea typeface="Calibri"/>
                <a:cs typeface="Calibri"/>
              </a:endParaRPr>
            </a:p>
            <a:p>
              <a:pPr>
                <a:lnSpc>
                  <a:spcPct val="150000"/>
                </a:lnSpc>
              </a:pPr>
              <a:endParaRPr lang="en-GB" sz="3200" b="1" dirty="0">
                <a:solidFill>
                  <a:srgbClr val="33123B"/>
                </a:solidFill>
                <a:ea typeface="Calibri"/>
                <a:cs typeface="Calibri"/>
              </a:endParaRPr>
            </a:p>
            <a:p>
              <a:pPr>
                <a:lnSpc>
                  <a:spcPct val="150000"/>
                </a:lnSpc>
              </a:pPr>
              <a:endParaRPr lang="en-GB" sz="3200" b="1" dirty="0">
                <a:solidFill>
                  <a:srgbClr val="33123B"/>
                </a:solidFill>
                <a:ea typeface="Calibri"/>
                <a:cs typeface="Calibri"/>
              </a:endParaRPr>
            </a:p>
            <a:p>
              <a:pPr>
                <a:lnSpc>
                  <a:spcPct val="150000"/>
                </a:lnSpc>
              </a:pPr>
              <a:endParaRPr lang="en-GB" sz="3200" b="1" dirty="0">
                <a:solidFill>
                  <a:srgbClr val="33123B"/>
                </a:solidFill>
                <a:ea typeface="Calibri"/>
                <a:cs typeface="Calibri"/>
              </a:endParaRPr>
            </a:p>
          </p:txBody>
        </p:sp>
      </p:grpSp>
      <p:sp>
        <p:nvSpPr>
          <p:cNvPr id="15" name="TextBox 15">
            <a:extLst>
              <a:ext uri="{FF2B5EF4-FFF2-40B4-BE49-F238E27FC236}">
                <a16:creationId xmlns:a16="http://schemas.microsoft.com/office/drawing/2014/main" id="{5F3FC7A0-D0F7-AE0D-93AF-4E8C89F5AECD}"/>
              </a:ext>
            </a:extLst>
          </p:cNvPr>
          <p:cNvSpPr txBox="1"/>
          <p:nvPr/>
        </p:nvSpPr>
        <p:spPr>
          <a:xfrm>
            <a:off x="7839979" y="312471"/>
            <a:ext cx="9619725" cy="1154162"/>
          </a:xfrm>
          <a:prstGeom prst="rect">
            <a:avLst/>
          </a:prstGeom>
        </p:spPr>
        <p:txBody>
          <a:bodyPr wrap="square" lIns="0" tIns="0" rIns="0" bIns="0" rtlCol="0" anchor="t">
            <a:spAutoFit/>
          </a:bodyPr>
          <a:lstStyle/>
          <a:p>
            <a:pPr algn="r">
              <a:lnSpc>
                <a:spcPts val="8800"/>
              </a:lnSpc>
            </a:pPr>
            <a:r>
              <a:rPr lang="en-US" sz="8000" b="1">
                <a:solidFill>
                  <a:srgbClr val="8D0A75"/>
                </a:solidFill>
                <a:latin typeface="Heebo Black"/>
                <a:ea typeface="Heebo Black"/>
                <a:cs typeface="Heebo Black"/>
                <a:sym typeface="Heebo Black"/>
              </a:rPr>
              <a:t>Assignment </a:t>
            </a:r>
          </a:p>
        </p:txBody>
      </p:sp>
      <p:grpSp>
        <p:nvGrpSpPr>
          <p:cNvPr id="16" name="Group 16">
            <a:extLst>
              <a:ext uri="{FF2B5EF4-FFF2-40B4-BE49-F238E27FC236}">
                <a16:creationId xmlns:a16="http://schemas.microsoft.com/office/drawing/2014/main" id="{C04F4F31-5E39-0418-533B-03BE48E18DED}"/>
              </a:ext>
            </a:extLst>
          </p:cNvPr>
          <p:cNvGrpSpPr>
            <a:grpSpLocks noChangeAspect="1"/>
          </p:cNvGrpSpPr>
          <p:nvPr/>
        </p:nvGrpSpPr>
        <p:grpSpPr>
          <a:xfrm>
            <a:off x="13741677" y="4631549"/>
            <a:ext cx="6110870" cy="6110870"/>
            <a:chOff x="0" y="0"/>
            <a:chExt cx="14840029" cy="14840029"/>
          </a:xfrm>
        </p:grpSpPr>
        <p:sp>
          <p:nvSpPr>
            <p:cNvPr id="17" name="Freeform 17">
              <a:extLst>
                <a:ext uri="{FF2B5EF4-FFF2-40B4-BE49-F238E27FC236}">
                  <a16:creationId xmlns:a16="http://schemas.microsoft.com/office/drawing/2014/main" id="{9F805E5D-686D-20F0-7F2E-92129A4F699E}"/>
                </a:ext>
              </a:extLst>
            </p:cNvPr>
            <p:cNvSpPr/>
            <p:nvPr/>
          </p:nvSpPr>
          <p:spPr>
            <a:xfrm>
              <a:off x="-366471" y="-11891"/>
              <a:ext cx="15572971" cy="14863810"/>
            </a:xfrm>
            <a:custGeom>
              <a:avLst/>
              <a:gdLst/>
              <a:ahLst/>
              <a:cxnLst/>
              <a:rect l="l" t="t" r="r" b="b"/>
              <a:pathLst>
                <a:path w="15572971" h="14863810">
                  <a:moveTo>
                    <a:pt x="7786486" y="11891"/>
                  </a:moveTo>
                  <a:cubicBezTo>
                    <a:pt x="5127664" y="0"/>
                    <a:pt x="2665709" y="1411641"/>
                    <a:pt x="1332855" y="3712286"/>
                  </a:cubicBezTo>
                  <a:cubicBezTo>
                    <a:pt x="0" y="6012931"/>
                    <a:pt x="0" y="8850880"/>
                    <a:pt x="1332855" y="11151525"/>
                  </a:cubicBezTo>
                  <a:cubicBezTo>
                    <a:pt x="2665709" y="13452170"/>
                    <a:pt x="5127664" y="14863811"/>
                    <a:pt x="7786486" y="14851920"/>
                  </a:cubicBezTo>
                  <a:cubicBezTo>
                    <a:pt x="10445306" y="14863811"/>
                    <a:pt x="12907262" y="13452170"/>
                    <a:pt x="14240117" y="11151525"/>
                  </a:cubicBezTo>
                  <a:cubicBezTo>
                    <a:pt x="15572971" y="8850880"/>
                    <a:pt x="15572971" y="6012931"/>
                    <a:pt x="14240117" y="3712286"/>
                  </a:cubicBezTo>
                  <a:cubicBezTo>
                    <a:pt x="12907262" y="1411641"/>
                    <a:pt x="10445306" y="0"/>
                    <a:pt x="7786486" y="11891"/>
                  </a:cubicBezTo>
                  <a:close/>
                </a:path>
              </a:pathLst>
            </a:custGeom>
            <a:solidFill>
              <a:srgbClr val="769EBE"/>
            </a:solidFill>
          </p:spPr>
          <p:txBody>
            <a:bodyPr/>
            <a:lstStyle/>
            <a:p>
              <a:endParaRPr lang="en-IN"/>
            </a:p>
          </p:txBody>
        </p:sp>
        <p:sp>
          <p:nvSpPr>
            <p:cNvPr id="18" name="Freeform 18">
              <a:extLst>
                <a:ext uri="{FF2B5EF4-FFF2-40B4-BE49-F238E27FC236}">
                  <a16:creationId xmlns:a16="http://schemas.microsoft.com/office/drawing/2014/main" id="{BEE1C094-74D9-EBB8-7A95-B0D15C0288F3}"/>
                </a:ext>
              </a:extLst>
            </p:cNvPr>
            <p:cNvSpPr/>
            <p:nvPr/>
          </p:nvSpPr>
          <p:spPr>
            <a:xfrm>
              <a:off x="-156193" y="188812"/>
              <a:ext cx="15152415" cy="14462405"/>
            </a:xfrm>
            <a:custGeom>
              <a:avLst/>
              <a:gdLst/>
              <a:ahLst/>
              <a:cxnLst/>
              <a:rect l="l" t="t" r="r" b="b"/>
              <a:pathLst>
                <a:path w="15152415" h="14462405">
                  <a:moveTo>
                    <a:pt x="7576208" y="11570"/>
                  </a:moveTo>
                  <a:cubicBezTo>
                    <a:pt x="4989189" y="0"/>
                    <a:pt x="2593721" y="1373519"/>
                    <a:pt x="1296860" y="3612034"/>
                  </a:cubicBezTo>
                  <a:cubicBezTo>
                    <a:pt x="0" y="5850548"/>
                    <a:pt x="0" y="8611857"/>
                    <a:pt x="1296860" y="10850372"/>
                  </a:cubicBezTo>
                  <a:cubicBezTo>
                    <a:pt x="2593721" y="13088886"/>
                    <a:pt x="4989189" y="14462405"/>
                    <a:pt x="7576208" y="14450835"/>
                  </a:cubicBezTo>
                  <a:cubicBezTo>
                    <a:pt x="10163226" y="14462405"/>
                    <a:pt x="12558694" y="13088886"/>
                    <a:pt x="13855555" y="10850372"/>
                  </a:cubicBezTo>
                  <a:cubicBezTo>
                    <a:pt x="15152416" y="8611857"/>
                    <a:pt x="15152416" y="5850548"/>
                    <a:pt x="13855555" y="3612034"/>
                  </a:cubicBezTo>
                  <a:cubicBezTo>
                    <a:pt x="12558694" y="1373519"/>
                    <a:pt x="10163226" y="0"/>
                    <a:pt x="7576208" y="11570"/>
                  </a:cubicBezTo>
                  <a:close/>
                </a:path>
              </a:pathLst>
            </a:custGeom>
            <a:solidFill>
              <a:srgbClr val="3A5677"/>
            </a:solidFill>
          </p:spPr>
          <p:txBody>
            <a:bodyPr/>
            <a:lstStyle/>
            <a:p>
              <a:endParaRPr lang="en-IN"/>
            </a:p>
          </p:txBody>
        </p:sp>
        <p:sp>
          <p:nvSpPr>
            <p:cNvPr id="19" name="Freeform 19">
              <a:extLst>
                <a:ext uri="{FF2B5EF4-FFF2-40B4-BE49-F238E27FC236}">
                  <a16:creationId xmlns:a16="http://schemas.microsoft.com/office/drawing/2014/main" id="{34490ABE-CF3E-67C5-4932-7DF2C1316724}"/>
                </a:ext>
              </a:extLst>
            </p:cNvPr>
            <p:cNvSpPr/>
            <p:nvPr/>
          </p:nvSpPr>
          <p:spPr>
            <a:xfrm>
              <a:off x="223301" y="551024"/>
              <a:ext cx="14393427" cy="13737979"/>
            </a:xfrm>
            <a:custGeom>
              <a:avLst/>
              <a:gdLst/>
              <a:ahLst/>
              <a:cxnLst/>
              <a:rect l="l" t="t" r="r" b="b"/>
              <a:pathLst>
                <a:path w="14393427" h="13737979">
                  <a:moveTo>
                    <a:pt x="7196714" y="10990"/>
                  </a:moveTo>
                  <a:cubicBezTo>
                    <a:pt x="4739280" y="0"/>
                    <a:pt x="2463801" y="1304719"/>
                    <a:pt x="1231900" y="3431106"/>
                  </a:cubicBezTo>
                  <a:cubicBezTo>
                    <a:pt x="0" y="5557493"/>
                    <a:pt x="0" y="8180487"/>
                    <a:pt x="1231900" y="10306874"/>
                  </a:cubicBezTo>
                  <a:cubicBezTo>
                    <a:pt x="2463801" y="12433261"/>
                    <a:pt x="4739280" y="13737980"/>
                    <a:pt x="7196714" y="13726990"/>
                  </a:cubicBezTo>
                  <a:cubicBezTo>
                    <a:pt x="9654147" y="13737980"/>
                    <a:pt x="11929626" y="12433261"/>
                    <a:pt x="13161527" y="10306874"/>
                  </a:cubicBezTo>
                  <a:cubicBezTo>
                    <a:pt x="14393427" y="8180487"/>
                    <a:pt x="14393427" y="5557493"/>
                    <a:pt x="13161527" y="3431106"/>
                  </a:cubicBezTo>
                  <a:cubicBezTo>
                    <a:pt x="11929626" y="1304719"/>
                    <a:pt x="9654147" y="0"/>
                    <a:pt x="7196714" y="10990"/>
                  </a:cubicBezTo>
                  <a:close/>
                </a:path>
              </a:pathLst>
            </a:custGeom>
            <a:blipFill>
              <a:blip r:embed="rId2"/>
              <a:stretch>
                <a:fillRect l="223" r="223"/>
              </a:stretch>
            </a:blipFill>
          </p:spPr>
          <p:txBody>
            <a:bodyPr/>
            <a:lstStyle/>
            <a:p>
              <a:endParaRPr lang="en-IN"/>
            </a:p>
          </p:txBody>
        </p:sp>
      </p:grpSp>
      <p:sp>
        <p:nvSpPr>
          <p:cNvPr id="23" name="Slide Number Placeholder 22">
            <a:extLst>
              <a:ext uri="{FF2B5EF4-FFF2-40B4-BE49-F238E27FC236}">
                <a16:creationId xmlns:a16="http://schemas.microsoft.com/office/drawing/2014/main" id="{2CB374C4-E89B-9CDC-C44A-BD463B326AF0}"/>
              </a:ext>
            </a:extLst>
          </p:cNvPr>
          <p:cNvSpPr>
            <a:spLocks noGrp="1"/>
          </p:cNvSpPr>
          <p:nvPr>
            <p:ph type="sldNum" sz="quarter" idx="12"/>
          </p:nvPr>
        </p:nvSpPr>
        <p:spPr/>
        <p:txBody>
          <a:bodyPr/>
          <a:lstStyle/>
          <a:p>
            <a:fld id="{B6F15528-21DE-4FAA-801E-634DDDAF4B2B}" type="slidenum">
              <a:rPr lang="en-US" smtClean="0"/>
              <a:pPr/>
              <a:t>39</a:t>
            </a:fld>
            <a:endParaRPr lang="en-GB"/>
          </a:p>
        </p:txBody>
      </p:sp>
      <p:pic>
        <p:nvPicPr>
          <p:cNvPr id="2" name="Picture 1">
            <a:extLst>
              <a:ext uri="{FF2B5EF4-FFF2-40B4-BE49-F238E27FC236}">
                <a16:creationId xmlns:a16="http://schemas.microsoft.com/office/drawing/2014/main" id="{B08437F0-9CAA-EBA3-9095-58A5250D97C9}"/>
              </a:ext>
            </a:extLst>
          </p:cNvPr>
          <p:cNvPicPr>
            <a:picLocks noChangeAspect="1"/>
          </p:cNvPicPr>
          <p:nvPr/>
        </p:nvPicPr>
        <p:blipFill>
          <a:blip r:embed="rId3"/>
          <a:stretch>
            <a:fillRect/>
          </a:stretch>
        </p:blipFill>
        <p:spPr>
          <a:xfrm>
            <a:off x="3097411" y="905355"/>
            <a:ext cx="7603958" cy="9381645"/>
          </a:xfrm>
          <a:prstGeom prst="rect">
            <a:avLst/>
          </a:prstGeom>
        </p:spPr>
      </p:pic>
    </p:spTree>
    <p:extLst>
      <p:ext uri="{BB962C8B-B14F-4D97-AF65-F5344CB8AC3E}">
        <p14:creationId xmlns:p14="http://schemas.microsoft.com/office/powerpoint/2010/main" val="47292691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E40D7C-6644-C810-FE79-B3332AC6BD6A}"/>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11931FE1-FD56-A57E-196D-A5D7BA89F5E8}"/>
              </a:ext>
            </a:extLst>
          </p:cNvPr>
          <p:cNvSpPr/>
          <p:nvPr/>
        </p:nvSpPr>
        <p:spPr>
          <a:xfrm>
            <a:off x="-1229716" y="8707900"/>
            <a:ext cx="2459432" cy="2287272"/>
          </a:xfrm>
          <a:custGeom>
            <a:avLst/>
            <a:gdLst/>
            <a:ahLst/>
            <a:cxnLst/>
            <a:rect l="l" t="t" r="r" b="b"/>
            <a:pathLst>
              <a:path w="2459432" h="2287272">
                <a:moveTo>
                  <a:pt x="0" y="0"/>
                </a:moveTo>
                <a:lnTo>
                  <a:pt x="2459432" y="0"/>
                </a:lnTo>
                <a:lnTo>
                  <a:pt x="2459432" y="2287272"/>
                </a:lnTo>
                <a:lnTo>
                  <a:pt x="0" y="228727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4" name="Group 4">
            <a:extLst>
              <a:ext uri="{FF2B5EF4-FFF2-40B4-BE49-F238E27FC236}">
                <a16:creationId xmlns:a16="http://schemas.microsoft.com/office/drawing/2014/main" id="{4418A66F-7396-4E84-BBD9-B5DBCFACEA7E}"/>
              </a:ext>
            </a:extLst>
          </p:cNvPr>
          <p:cNvGrpSpPr/>
          <p:nvPr/>
        </p:nvGrpSpPr>
        <p:grpSpPr>
          <a:xfrm>
            <a:off x="828296" y="0"/>
            <a:ext cx="16328735" cy="10264990"/>
            <a:chOff x="-619733" y="-1414783"/>
            <a:chExt cx="18822746" cy="13686650"/>
          </a:xfrm>
        </p:grpSpPr>
        <p:sp>
          <p:nvSpPr>
            <p:cNvPr id="5" name="TextBox 5">
              <a:extLst>
                <a:ext uri="{FF2B5EF4-FFF2-40B4-BE49-F238E27FC236}">
                  <a16:creationId xmlns:a16="http://schemas.microsoft.com/office/drawing/2014/main" id="{D35562FE-52E5-5B15-422D-DF7585A251A3}"/>
                </a:ext>
              </a:extLst>
            </p:cNvPr>
            <p:cNvSpPr txBox="1"/>
            <p:nvPr/>
          </p:nvSpPr>
          <p:spPr>
            <a:xfrm>
              <a:off x="0" y="1208429"/>
              <a:ext cx="12224445" cy="619125"/>
            </a:xfrm>
            <a:prstGeom prst="rect">
              <a:avLst/>
            </a:prstGeom>
          </p:spPr>
          <p:txBody>
            <a:bodyPr lIns="0" tIns="0" rIns="0" bIns="0" rtlCol="0" anchor="t">
              <a:spAutoFit/>
            </a:bodyPr>
            <a:lstStyle/>
            <a:p>
              <a:pPr marL="323850" lvl="1">
                <a:lnSpc>
                  <a:spcPts val="3600"/>
                </a:lnSpc>
              </a:pPr>
              <a:endParaRPr lang="en-US" sz="3000">
                <a:solidFill>
                  <a:srgbClr val="33123B"/>
                </a:solidFill>
                <a:latin typeface="Assistant Regular"/>
                <a:ea typeface="Assistant Regular"/>
                <a:cs typeface="Assistant Regular"/>
              </a:endParaRPr>
            </a:p>
          </p:txBody>
        </p:sp>
        <p:sp>
          <p:nvSpPr>
            <p:cNvPr id="6" name="TextBox 6">
              <a:extLst>
                <a:ext uri="{FF2B5EF4-FFF2-40B4-BE49-F238E27FC236}">
                  <a16:creationId xmlns:a16="http://schemas.microsoft.com/office/drawing/2014/main" id="{5728C662-1023-26ED-B579-C3CF4A869E04}"/>
                </a:ext>
              </a:extLst>
            </p:cNvPr>
            <p:cNvSpPr txBox="1"/>
            <p:nvPr/>
          </p:nvSpPr>
          <p:spPr>
            <a:xfrm>
              <a:off x="0" y="2211729"/>
              <a:ext cx="13631736" cy="615553"/>
            </a:xfrm>
            <a:prstGeom prst="rect">
              <a:avLst/>
            </a:prstGeom>
          </p:spPr>
          <p:txBody>
            <a:bodyPr lIns="0" tIns="0" rIns="0" bIns="0" rtlCol="0" anchor="t">
              <a:spAutoFit/>
            </a:bodyPr>
            <a:lstStyle/>
            <a:p>
              <a:pPr marL="647700" lvl="1" indent="-323850">
                <a:lnSpc>
                  <a:spcPts val="3600"/>
                </a:lnSpc>
                <a:buFont typeface="Arial"/>
                <a:buChar char="•"/>
              </a:pPr>
              <a:endParaRPr lang="en-US" sz="3000">
                <a:solidFill>
                  <a:srgbClr val="33123B"/>
                </a:solidFill>
                <a:latin typeface="Assistant Regular"/>
                <a:ea typeface="Assistant Regular"/>
                <a:cs typeface="Assistant Regular"/>
              </a:endParaRPr>
            </a:p>
          </p:txBody>
        </p:sp>
        <p:sp>
          <p:nvSpPr>
            <p:cNvPr id="7" name="TextBox 7">
              <a:extLst>
                <a:ext uri="{FF2B5EF4-FFF2-40B4-BE49-F238E27FC236}">
                  <a16:creationId xmlns:a16="http://schemas.microsoft.com/office/drawing/2014/main" id="{E8457176-92AE-86E1-C071-7D0C0A83E0B1}"/>
                </a:ext>
              </a:extLst>
            </p:cNvPr>
            <p:cNvSpPr txBox="1"/>
            <p:nvPr/>
          </p:nvSpPr>
          <p:spPr>
            <a:xfrm>
              <a:off x="0" y="688706"/>
              <a:ext cx="13250213" cy="1846660"/>
            </a:xfrm>
            <a:prstGeom prst="rect">
              <a:avLst/>
            </a:prstGeom>
          </p:spPr>
          <p:txBody>
            <a:bodyPr wrap="square" lIns="0" tIns="0" rIns="0" bIns="0" rtlCol="0" anchor="t">
              <a:spAutoFit/>
            </a:bodyPr>
            <a:lstStyle/>
            <a:p>
              <a:pPr marL="838200" lvl="1" indent="-514350">
                <a:lnSpc>
                  <a:spcPts val="3600"/>
                </a:lnSpc>
                <a:buAutoNum type="arabicPeriod"/>
              </a:pPr>
              <a:endParaRPr lang="en-US" sz="3000" dirty="0">
                <a:solidFill>
                  <a:srgbClr val="33123B"/>
                </a:solidFill>
                <a:latin typeface="Calibri"/>
                <a:ea typeface="Assistant Regular"/>
                <a:cs typeface="Assistant Regular"/>
              </a:endParaRPr>
            </a:p>
            <a:p>
              <a:pPr marL="323850" lvl="1">
                <a:lnSpc>
                  <a:spcPts val="3600"/>
                </a:lnSpc>
              </a:pPr>
              <a:endParaRPr lang="en-US" sz="3000" dirty="0">
                <a:solidFill>
                  <a:srgbClr val="33123B"/>
                </a:solidFill>
                <a:latin typeface="Calibri"/>
                <a:ea typeface="Assistant Regular"/>
                <a:cs typeface="Assistant Regular"/>
              </a:endParaRPr>
            </a:p>
            <a:p>
              <a:pPr marL="647700" lvl="1" indent="-323850">
                <a:lnSpc>
                  <a:spcPts val="3600"/>
                </a:lnSpc>
                <a:buAutoNum type="arabicPeriod"/>
              </a:pPr>
              <a:endParaRPr lang="en-US" sz="3000" dirty="0">
                <a:solidFill>
                  <a:srgbClr val="33123B"/>
                </a:solidFill>
                <a:latin typeface="Assistant Regular"/>
                <a:ea typeface="Assistant Regular"/>
                <a:cs typeface="Assistant Regular"/>
              </a:endParaRPr>
            </a:p>
          </p:txBody>
        </p:sp>
        <p:sp>
          <p:nvSpPr>
            <p:cNvPr id="8" name="TextBox 8">
              <a:extLst>
                <a:ext uri="{FF2B5EF4-FFF2-40B4-BE49-F238E27FC236}">
                  <a16:creationId xmlns:a16="http://schemas.microsoft.com/office/drawing/2014/main" id="{A0099E87-F8B7-5959-CDA7-2B5837C0FD0F}"/>
                </a:ext>
              </a:extLst>
            </p:cNvPr>
            <p:cNvSpPr txBox="1"/>
            <p:nvPr/>
          </p:nvSpPr>
          <p:spPr>
            <a:xfrm>
              <a:off x="-619733" y="-1414783"/>
              <a:ext cx="18822746" cy="13686650"/>
            </a:xfrm>
            <a:prstGeom prst="rect">
              <a:avLst/>
            </a:prstGeom>
          </p:spPr>
          <p:txBody>
            <a:bodyPr wrap="square" lIns="0" tIns="0" rIns="0" bIns="0" rtlCol="0" anchor="t">
              <a:spAutoFit/>
            </a:bodyPr>
            <a:lstStyle/>
            <a:p>
              <a:pPr>
                <a:lnSpc>
                  <a:spcPct val="150000"/>
                </a:lnSpc>
              </a:pPr>
              <a:r>
                <a:rPr lang="en-IN" sz="3200" b="1" dirty="0"/>
                <a:t>4.) LINQ – Employee Department Join</a:t>
              </a:r>
              <a:endParaRPr lang="en-IN" sz="3200" dirty="0"/>
            </a:p>
            <a:p>
              <a:pPr>
                <a:lnSpc>
                  <a:spcPct val="150000"/>
                </a:lnSpc>
              </a:pPr>
              <a:r>
                <a:rPr lang="en-IN" sz="3200" dirty="0"/>
                <a:t>🎯 </a:t>
              </a:r>
              <a:r>
                <a:rPr lang="en-IN" sz="3200" b="1" dirty="0"/>
                <a:t>Objective</a:t>
              </a:r>
              <a:r>
                <a:rPr lang="en-IN" sz="3200" dirty="0"/>
                <a:t>: Use join, group join and aggregate queries.</a:t>
              </a:r>
            </a:p>
            <a:p>
              <a:pPr>
                <a:lnSpc>
                  <a:spcPct val="150000"/>
                </a:lnSpc>
              </a:pPr>
              <a:r>
                <a:rPr lang="en-IN" sz="3200" dirty="0"/>
                <a:t>🔧 </a:t>
              </a:r>
              <a:r>
                <a:rPr lang="en-IN" sz="3200" b="1" dirty="0"/>
                <a:t>Tasks</a:t>
              </a:r>
              <a:r>
                <a:rPr lang="en-IN" sz="3200" dirty="0"/>
                <a:t>:</a:t>
              </a:r>
            </a:p>
            <a:p>
              <a:pPr marL="514350" indent="-514350">
                <a:lnSpc>
                  <a:spcPct val="150000"/>
                </a:lnSpc>
                <a:buFont typeface="+mj-lt"/>
                <a:buAutoNum type="arabicPeriod"/>
              </a:pPr>
              <a:r>
                <a:rPr lang="en-GB" sz="3200" dirty="0">
                  <a:solidFill>
                    <a:srgbClr val="33123B"/>
                  </a:solidFill>
                  <a:ea typeface="Calibri"/>
                  <a:cs typeface="Calibri"/>
                </a:rPr>
                <a:t>Create a student class with :</a:t>
              </a:r>
            </a:p>
            <a:p>
              <a:pPr marL="1371600" lvl="2" indent="-457200">
                <a:lnSpc>
                  <a:spcPct val="150000"/>
                </a:lnSpc>
                <a:buFont typeface="Arial" panose="020B0604020202020204" pitchFamily="34" charset="0"/>
                <a:buChar char="•"/>
              </a:pPr>
              <a:r>
                <a:rPr lang="en-GB" sz="3200" dirty="0">
                  <a:solidFill>
                    <a:srgbClr val="33123B"/>
                  </a:solidFill>
                  <a:ea typeface="Calibri"/>
                  <a:cs typeface="Calibri"/>
                </a:rPr>
                <a:t> Employee Class : Id,Name,Department ,Salary</a:t>
              </a:r>
            </a:p>
            <a:p>
              <a:pPr marL="1371600" lvl="2" indent="-457200">
                <a:lnSpc>
                  <a:spcPct val="150000"/>
                </a:lnSpc>
                <a:buFont typeface="Arial" panose="020B0604020202020204" pitchFamily="34" charset="0"/>
                <a:buChar char="•"/>
              </a:pPr>
              <a:r>
                <a:rPr lang="en-GB" sz="3200" dirty="0">
                  <a:solidFill>
                    <a:srgbClr val="33123B"/>
                  </a:solidFill>
                  <a:ea typeface="Calibri"/>
                  <a:cs typeface="Calibri"/>
                </a:rPr>
                <a:t>Department class :Id, DeptName</a:t>
              </a:r>
            </a:p>
            <a:p>
              <a:pPr marL="514350" indent="-514350">
                <a:lnSpc>
                  <a:spcPct val="150000"/>
                </a:lnSpc>
                <a:buFont typeface="+mj-lt"/>
                <a:buAutoNum type="arabicPeriod"/>
              </a:pPr>
              <a:r>
                <a:rPr lang="en-GB" sz="3200" dirty="0">
                  <a:solidFill>
                    <a:srgbClr val="33123B"/>
                  </a:solidFill>
                  <a:ea typeface="Calibri"/>
                  <a:cs typeface="Calibri"/>
                </a:rPr>
                <a:t>In Main():</a:t>
              </a:r>
              <a:endParaRPr lang="en-IN" sz="3200" dirty="0"/>
            </a:p>
            <a:p>
              <a:pPr marL="914400" lvl="1" indent="-457200">
                <a:lnSpc>
                  <a:spcPct val="150000"/>
                </a:lnSpc>
                <a:buFont typeface="Arial" panose="020B0604020202020204" pitchFamily="34" charset="0"/>
                <a:buChar char="•"/>
              </a:pPr>
              <a:r>
                <a:rPr lang="en-IN" sz="3200" dirty="0"/>
                <a:t>Add sample employees and departments.</a:t>
              </a:r>
            </a:p>
            <a:p>
              <a:pPr marL="914400" lvl="1" indent="-457200">
                <a:lnSpc>
                  <a:spcPct val="150000"/>
                </a:lnSpc>
                <a:buFont typeface="Arial" panose="020B0604020202020204" pitchFamily="34" charset="0"/>
                <a:buChar char="•"/>
              </a:pPr>
              <a:r>
                <a:rPr lang="en-IN" sz="3200" dirty="0"/>
                <a:t>Use LINQ to: </a:t>
              </a:r>
            </a:p>
            <a:p>
              <a:pPr marL="1428750" lvl="2" indent="-514350">
                <a:lnSpc>
                  <a:spcPct val="150000"/>
                </a:lnSpc>
                <a:buFont typeface="+mj-lt"/>
                <a:buAutoNum type="alphaLcParenR"/>
              </a:pPr>
              <a:r>
                <a:rPr lang="en-IN" sz="3200" dirty="0"/>
                <a:t>Join employees with their department names.</a:t>
              </a:r>
            </a:p>
            <a:p>
              <a:pPr marL="1428750" lvl="2" indent="-514350">
                <a:lnSpc>
                  <a:spcPct val="150000"/>
                </a:lnSpc>
                <a:buFont typeface="+mj-lt"/>
                <a:buAutoNum type="alphaLcParenR"/>
              </a:pPr>
              <a:r>
                <a:rPr lang="en-IN" sz="3200" dirty="0"/>
                <a:t>Group employees by department and calculate: </a:t>
              </a:r>
            </a:p>
            <a:p>
              <a:pPr marL="1828800" lvl="3" indent="-457200">
                <a:lnSpc>
                  <a:spcPct val="150000"/>
                </a:lnSpc>
                <a:buFont typeface="Arial" panose="020B0604020202020204" pitchFamily="34" charset="0"/>
                <a:buChar char="•"/>
              </a:pPr>
              <a:r>
                <a:rPr lang="en-IN" sz="3200" dirty="0"/>
                <a:t>Average salary</a:t>
              </a:r>
            </a:p>
            <a:p>
              <a:pPr marL="1828800" lvl="3" indent="-457200">
                <a:lnSpc>
                  <a:spcPct val="150000"/>
                </a:lnSpc>
                <a:buFont typeface="Arial" panose="020B0604020202020204" pitchFamily="34" charset="0"/>
                <a:buChar char="•"/>
              </a:pPr>
              <a:r>
                <a:rPr lang="en-IN" sz="3200" dirty="0"/>
                <a:t>Count of employees per department</a:t>
              </a:r>
            </a:p>
            <a:p>
              <a:pPr marL="1428750" lvl="2" indent="-514350">
                <a:lnSpc>
                  <a:spcPct val="150000"/>
                </a:lnSpc>
                <a:buFont typeface="+mj-lt"/>
                <a:buAutoNum type="alphaLcParenR"/>
              </a:pPr>
              <a:r>
                <a:rPr lang="en-IN" sz="3200" dirty="0"/>
                <a:t>Find department(s) with the highest average salary.</a:t>
              </a:r>
              <a:endParaRPr lang="en-GB" sz="3200" dirty="0">
                <a:solidFill>
                  <a:srgbClr val="33123B"/>
                </a:solidFill>
                <a:ea typeface="Calibri"/>
                <a:cs typeface="Calibri"/>
              </a:endParaRPr>
            </a:p>
          </p:txBody>
        </p:sp>
      </p:grpSp>
      <p:sp>
        <p:nvSpPr>
          <p:cNvPr id="15" name="TextBox 15">
            <a:extLst>
              <a:ext uri="{FF2B5EF4-FFF2-40B4-BE49-F238E27FC236}">
                <a16:creationId xmlns:a16="http://schemas.microsoft.com/office/drawing/2014/main" id="{38116263-C210-5B45-D8BC-6C459517EE8E}"/>
              </a:ext>
            </a:extLst>
          </p:cNvPr>
          <p:cNvSpPr txBox="1"/>
          <p:nvPr/>
        </p:nvSpPr>
        <p:spPr>
          <a:xfrm>
            <a:off x="7839979" y="312471"/>
            <a:ext cx="9619725" cy="1154162"/>
          </a:xfrm>
          <a:prstGeom prst="rect">
            <a:avLst/>
          </a:prstGeom>
        </p:spPr>
        <p:txBody>
          <a:bodyPr wrap="square" lIns="0" tIns="0" rIns="0" bIns="0" rtlCol="0" anchor="t">
            <a:spAutoFit/>
          </a:bodyPr>
          <a:lstStyle/>
          <a:p>
            <a:pPr algn="r">
              <a:lnSpc>
                <a:spcPts val="8800"/>
              </a:lnSpc>
            </a:pPr>
            <a:r>
              <a:rPr lang="en-US" sz="8000" b="1">
                <a:solidFill>
                  <a:srgbClr val="8D0A75"/>
                </a:solidFill>
                <a:latin typeface="Heebo Black"/>
                <a:ea typeface="Heebo Black"/>
                <a:cs typeface="Heebo Black"/>
                <a:sym typeface="Heebo Black"/>
              </a:rPr>
              <a:t>Assignment </a:t>
            </a:r>
          </a:p>
        </p:txBody>
      </p:sp>
      <p:grpSp>
        <p:nvGrpSpPr>
          <p:cNvPr id="16" name="Group 16">
            <a:extLst>
              <a:ext uri="{FF2B5EF4-FFF2-40B4-BE49-F238E27FC236}">
                <a16:creationId xmlns:a16="http://schemas.microsoft.com/office/drawing/2014/main" id="{B3FA848F-E966-533F-DA17-A8B81451F23F}"/>
              </a:ext>
            </a:extLst>
          </p:cNvPr>
          <p:cNvGrpSpPr>
            <a:grpSpLocks noChangeAspect="1"/>
          </p:cNvGrpSpPr>
          <p:nvPr/>
        </p:nvGrpSpPr>
        <p:grpSpPr>
          <a:xfrm>
            <a:off x="13741677" y="4631549"/>
            <a:ext cx="6110870" cy="6110870"/>
            <a:chOff x="0" y="0"/>
            <a:chExt cx="14840029" cy="14840029"/>
          </a:xfrm>
        </p:grpSpPr>
        <p:sp>
          <p:nvSpPr>
            <p:cNvPr id="17" name="Freeform 17">
              <a:extLst>
                <a:ext uri="{FF2B5EF4-FFF2-40B4-BE49-F238E27FC236}">
                  <a16:creationId xmlns:a16="http://schemas.microsoft.com/office/drawing/2014/main" id="{9CA7FD97-6E57-1D7C-1447-99F8CFC0850B}"/>
                </a:ext>
              </a:extLst>
            </p:cNvPr>
            <p:cNvSpPr/>
            <p:nvPr/>
          </p:nvSpPr>
          <p:spPr>
            <a:xfrm>
              <a:off x="-366471" y="-11891"/>
              <a:ext cx="15572971" cy="14863810"/>
            </a:xfrm>
            <a:custGeom>
              <a:avLst/>
              <a:gdLst/>
              <a:ahLst/>
              <a:cxnLst/>
              <a:rect l="l" t="t" r="r" b="b"/>
              <a:pathLst>
                <a:path w="15572971" h="14863810">
                  <a:moveTo>
                    <a:pt x="7786486" y="11891"/>
                  </a:moveTo>
                  <a:cubicBezTo>
                    <a:pt x="5127664" y="0"/>
                    <a:pt x="2665709" y="1411641"/>
                    <a:pt x="1332855" y="3712286"/>
                  </a:cubicBezTo>
                  <a:cubicBezTo>
                    <a:pt x="0" y="6012931"/>
                    <a:pt x="0" y="8850880"/>
                    <a:pt x="1332855" y="11151525"/>
                  </a:cubicBezTo>
                  <a:cubicBezTo>
                    <a:pt x="2665709" y="13452170"/>
                    <a:pt x="5127664" y="14863811"/>
                    <a:pt x="7786486" y="14851920"/>
                  </a:cubicBezTo>
                  <a:cubicBezTo>
                    <a:pt x="10445306" y="14863811"/>
                    <a:pt x="12907262" y="13452170"/>
                    <a:pt x="14240117" y="11151525"/>
                  </a:cubicBezTo>
                  <a:cubicBezTo>
                    <a:pt x="15572971" y="8850880"/>
                    <a:pt x="15572971" y="6012931"/>
                    <a:pt x="14240117" y="3712286"/>
                  </a:cubicBezTo>
                  <a:cubicBezTo>
                    <a:pt x="12907262" y="1411641"/>
                    <a:pt x="10445306" y="0"/>
                    <a:pt x="7786486" y="11891"/>
                  </a:cubicBezTo>
                  <a:close/>
                </a:path>
              </a:pathLst>
            </a:custGeom>
            <a:solidFill>
              <a:srgbClr val="769EBE"/>
            </a:solidFill>
          </p:spPr>
          <p:txBody>
            <a:bodyPr/>
            <a:lstStyle/>
            <a:p>
              <a:endParaRPr lang="en-IN"/>
            </a:p>
          </p:txBody>
        </p:sp>
        <p:sp>
          <p:nvSpPr>
            <p:cNvPr id="18" name="Freeform 18">
              <a:extLst>
                <a:ext uri="{FF2B5EF4-FFF2-40B4-BE49-F238E27FC236}">
                  <a16:creationId xmlns:a16="http://schemas.microsoft.com/office/drawing/2014/main" id="{E2E4D622-945A-8952-269E-AA9DCB035B64}"/>
                </a:ext>
              </a:extLst>
            </p:cNvPr>
            <p:cNvSpPr/>
            <p:nvPr/>
          </p:nvSpPr>
          <p:spPr>
            <a:xfrm>
              <a:off x="-156193" y="188812"/>
              <a:ext cx="15152415" cy="14462405"/>
            </a:xfrm>
            <a:custGeom>
              <a:avLst/>
              <a:gdLst/>
              <a:ahLst/>
              <a:cxnLst/>
              <a:rect l="l" t="t" r="r" b="b"/>
              <a:pathLst>
                <a:path w="15152415" h="14462405">
                  <a:moveTo>
                    <a:pt x="7576208" y="11570"/>
                  </a:moveTo>
                  <a:cubicBezTo>
                    <a:pt x="4989189" y="0"/>
                    <a:pt x="2593721" y="1373519"/>
                    <a:pt x="1296860" y="3612034"/>
                  </a:cubicBezTo>
                  <a:cubicBezTo>
                    <a:pt x="0" y="5850548"/>
                    <a:pt x="0" y="8611857"/>
                    <a:pt x="1296860" y="10850372"/>
                  </a:cubicBezTo>
                  <a:cubicBezTo>
                    <a:pt x="2593721" y="13088886"/>
                    <a:pt x="4989189" y="14462405"/>
                    <a:pt x="7576208" y="14450835"/>
                  </a:cubicBezTo>
                  <a:cubicBezTo>
                    <a:pt x="10163226" y="14462405"/>
                    <a:pt x="12558694" y="13088886"/>
                    <a:pt x="13855555" y="10850372"/>
                  </a:cubicBezTo>
                  <a:cubicBezTo>
                    <a:pt x="15152416" y="8611857"/>
                    <a:pt x="15152416" y="5850548"/>
                    <a:pt x="13855555" y="3612034"/>
                  </a:cubicBezTo>
                  <a:cubicBezTo>
                    <a:pt x="12558694" y="1373519"/>
                    <a:pt x="10163226" y="0"/>
                    <a:pt x="7576208" y="11570"/>
                  </a:cubicBezTo>
                  <a:close/>
                </a:path>
              </a:pathLst>
            </a:custGeom>
            <a:solidFill>
              <a:srgbClr val="3A5677"/>
            </a:solidFill>
          </p:spPr>
          <p:txBody>
            <a:bodyPr/>
            <a:lstStyle/>
            <a:p>
              <a:endParaRPr lang="en-IN"/>
            </a:p>
          </p:txBody>
        </p:sp>
        <p:sp>
          <p:nvSpPr>
            <p:cNvPr id="19" name="Freeform 19">
              <a:extLst>
                <a:ext uri="{FF2B5EF4-FFF2-40B4-BE49-F238E27FC236}">
                  <a16:creationId xmlns:a16="http://schemas.microsoft.com/office/drawing/2014/main" id="{2B583510-A19A-08F7-2411-9B5F8DAE8619}"/>
                </a:ext>
              </a:extLst>
            </p:cNvPr>
            <p:cNvSpPr/>
            <p:nvPr/>
          </p:nvSpPr>
          <p:spPr>
            <a:xfrm>
              <a:off x="223301" y="551024"/>
              <a:ext cx="14393427" cy="13737979"/>
            </a:xfrm>
            <a:custGeom>
              <a:avLst/>
              <a:gdLst/>
              <a:ahLst/>
              <a:cxnLst/>
              <a:rect l="l" t="t" r="r" b="b"/>
              <a:pathLst>
                <a:path w="14393427" h="13737979">
                  <a:moveTo>
                    <a:pt x="7196714" y="10990"/>
                  </a:moveTo>
                  <a:cubicBezTo>
                    <a:pt x="4739280" y="0"/>
                    <a:pt x="2463801" y="1304719"/>
                    <a:pt x="1231900" y="3431106"/>
                  </a:cubicBezTo>
                  <a:cubicBezTo>
                    <a:pt x="0" y="5557493"/>
                    <a:pt x="0" y="8180487"/>
                    <a:pt x="1231900" y="10306874"/>
                  </a:cubicBezTo>
                  <a:cubicBezTo>
                    <a:pt x="2463801" y="12433261"/>
                    <a:pt x="4739280" y="13737980"/>
                    <a:pt x="7196714" y="13726990"/>
                  </a:cubicBezTo>
                  <a:cubicBezTo>
                    <a:pt x="9654147" y="13737980"/>
                    <a:pt x="11929626" y="12433261"/>
                    <a:pt x="13161527" y="10306874"/>
                  </a:cubicBezTo>
                  <a:cubicBezTo>
                    <a:pt x="14393427" y="8180487"/>
                    <a:pt x="14393427" y="5557493"/>
                    <a:pt x="13161527" y="3431106"/>
                  </a:cubicBezTo>
                  <a:cubicBezTo>
                    <a:pt x="11929626" y="1304719"/>
                    <a:pt x="9654147" y="0"/>
                    <a:pt x="7196714" y="10990"/>
                  </a:cubicBezTo>
                  <a:close/>
                </a:path>
              </a:pathLst>
            </a:custGeom>
            <a:blipFill>
              <a:blip r:embed="rId4"/>
              <a:stretch>
                <a:fillRect l="223" r="223"/>
              </a:stretch>
            </a:blipFill>
          </p:spPr>
          <p:txBody>
            <a:bodyPr/>
            <a:lstStyle/>
            <a:p>
              <a:endParaRPr lang="en-IN"/>
            </a:p>
          </p:txBody>
        </p:sp>
      </p:grpSp>
      <p:sp>
        <p:nvSpPr>
          <p:cNvPr id="23" name="Slide Number Placeholder 22">
            <a:extLst>
              <a:ext uri="{FF2B5EF4-FFF2-40B4-BE49-F238E27FC236}">
                <a16:creationId xmlns:a16="http://schemas.microsoft.com/office/drawing/2014/main" id="{38080206-4B42-F4EE-3DC5-A117ED9F14C9}"/>
              </a:ext>
            </a:extLst>
          </p:cNvPr>
          <p:cNvSpPr>
            <a:spLocks noGrp="1"/>
          </p:cNvSpPr>
          <p:nvPr>
            <p:ph type="sldNum" sz="quarter" idx="12"/>
          </p:nvPr>
        </p:nvSpPr>
        <p:spPr/>
        <p:txBody>
          <a:bodyPr/>
          <a:lstStyle/>
          <a:p>
            <a:fld id="{B6F15528-21DE-4FAA-801E-634DDDAF4B2B}" type="slidenum">
              <a:rPr lang="en-US" smtClean="0"/>
              <a:pPr/>
              <a:t>40</a:t>
            </a:fld>
            <a:endParaRPr lang="en-GB"/>
          </a:p>
        </p:txBody>
      </p:sp>
    </p:spTree>
    <p:extLst>
      <p:ext uri="{BB962C8B-B14F-4D97-AF65-F5344CB8AC3E}">
        <p14:creationId xmlns:p14="http://schemas.microsoft.com/office/powerpoint/2010/main" val="142412752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45CC0C-B5B9-D51A-FA84-2572B5CC4421}"/>
            </a:ext>
          </a:extLst>
        </p:cNvPr>
        <p:cNvGrpSpPr/>
        <p:nvPr/>
      </p:nvGrpSpPr>
      <p:grpSpPr>
        <a:xfrm>
          <a:off x="0" y="0"/>
          <a:ext cx="0" cy="0"/>
          <a:chOff x="0" y="0"/>
          <a:chExt cx="0" cy="0"/>
        </a:xfrm>
      </p:grpSpPr>
      <p:grpSp>
        <p:nvGrpSpPr>
          <p:cNvPr id="4" name="Group 4">
            <a:extLst>
              <a:ext uri="{FF2B5EF4-FFF2-40B4-BE49-F238E27FC236}">
                <a16:creationId xmlns:a16="http://schemas.microsoft.com/office/drawing/2014/main" id="{DF7A75C6-02A7-398D-5D49-183CFEDB3F7E}"/>
              </a:ext>
            </a:extLst>
          </p:cNvPr>
          <p:cNvGrpSpPr/>
          <p:nvPr/>
        </p:nvGrpSpPr>
        <p:grpSpPr>
          <a:xfrm>
            <a:off x="325711" y="602153"/>
            <a:ext cx="13147359" cy="8048998"/>
            <a:chOff x="-574870" y="-1706213"/>
            <a:chExt cx="15155455" cy="10731995"/>
          </a:xfrm>
        </p:grpSpPr>
        <p:sp>
          <p:nvSpPr>
            <p:cNvPr id="5" name="TextBox 5">
              <a:extLst>
                <a:ext uri="{FF2B5EF4-FFF2-40B4-BE49-F238E27FC236}">
                  <a16:creationId xmlns:a16="http://schemas.microsoft.com/office/drawing/2014/main" id="{27D4CC88-563B-5FD4-2BA5-2377B7DD33E3}"/>
                </a:ext>
              </a:extLst>
            </p:cNvPr>
            <p:cNvSpPr txBox="1"/>
            <p:nvPr/>
          </p:nvSpPr>
          <p:spPr>
            <a:xfrm>
              <a:off x="0" y="1208429"/>
              <a:ext cx="12224445" cy="619125"/>
            </a:xfrm>
            <a:prstGeom prst="rect">
              <a:avLst/>
            </a:prstGeom>
          </p:spPr>
          <p:txBody>
            <a:bodyPr lIns="0" tIns="0" rIns="0" bIns="0" rtlCol="0" anchor="t">
              <a:spAutoFit/>
            </a:bodyPr>
            <a:lstStyle/>
            <a:p>
              <a:pPr marL="323850" lvl="1">
                <a:lnSpc>
                  <a:spcPts val="3600"/>
                </a:lnSpc>
              </a:pPr>
              <a:endParaRPr lang="en-US" sz="3000">
                <a:solidFill>
                  <a:srgbClr val="33123B"/>
                </a:solidFill>
                <a:latin typeface="Assistant Regular"/>
                <a:ea typeface="Assistant Regular"/>
                <a:cs typeface="Assistant Regular"/>
              </a:endParaRPr>
            </a:p>
          </p:txBody>
        </p:sp>
        <p:sp>
          <p:nvSpPr>
            <p:cNvPr id="6" name="TextBox 6">
              <a:extLst>
                <a:ext uri="{FF2B5EF4-FFF2-40B4-BE49-F238E27FC236}">
                  <a16:creationId xmlns:a16="http://schemas.microsoft.com/office/drawing/2014/main" id="{2BCF54CC-D0CE-6442-BF18-1FCBD6A69E79}"/>
                </a:ext>
              </a:extLst>
            </p:cNvPr>
            <p:cNvSpPr txBox="1"/>
            <p:nvPr/>
          </p:nvSpPr>
          <p:spPr>
            <a:xfrm>
              <a:off x="0" y="2211729"/>
              <a:ext cx="13631736" cy="615553"/>
            </a:xfrm>
            <a:prstGeom prst="rect">
              <a:avLst/>
            </a:prstGeom>
          </p:spPr>
          <p:txBody>
            <a:bodyPr lIns="0" tIns="0" rIns="0" bIns="0" rtlCol="0" anchor="t">
              <a:spAutoFit/>
            </a:bodyPr>
            <a:lstStyle/>
            <a:p>
              <a:pPr marL="647700" lvl="1" indent="-323850">
                <a:lnSpc>
                  <a:spcPts val="3600"/>
                </a:lnSpc>
                <a:buFont typeface="Arial"/>
                <a:buChar char="•"/>
              </a:pPr>
              <a:endParaRPr lang="en-US" sz="3000">
                <a:solidFill>
                  <a:srgbClr val="33123B"/>
                </a:solidFill>
                <a:latin typeface="Assistant Regular"/>
                <a:ea typeface="Assistant Regular"/>
                <a:cs typeface="Assistant Regular"/>
              </a:endParaRPr>
            </a:p>
          </p:txBody>
        </p:sp>
        <p:sp>
          <p:nvSpPr>
            <p:cNvPr id="7" name="TextBox 7">
              <a:extLst>
                <a:ext uri="{FF2B5EF4-FFF2-40B4-BE49-F238E27FC236}">
                  <a16:creationId xmlns:a16="http://schemas.microsoft.com/office/drawing/2014/main" id="{EE0FFCAF-6813-0F30-ABDD-2CD1C441F9AE}"/>
                </a:ext>
              </a:extLst>
            </p:cNvPr>
            <p:cNvSpPr txBox="1"/>
            <p:nvPr/>
          </p:nvSpPr>
          <p:spPr>
            <a:xfrm>
              <a:off x="0" y="688706"/>
              <a:ext cx="13250213" cy="1846660"/>
            </a:xfrm>
            <a:prstGeom prst="rect">
              <a:avLst/>
            </a:prstGeom>
          </p:spPr>
          <p:txBody>
            <a:bodyPr wrap="square" lIns="0" tIns="0" rIns="0" bIns="0" rtlCol="0" anchor="t">
              <a:spAutoFit/>
            </a:bodyPr>
            <a:lstStyle/>
            <a:p>
              <a:pPr marL="838200" lvl="1" indent="-514350">
                <a:lnSpc>
                  <a:spcPts val="3600"/>
                </a:lnSpc>
                <a:buAutoNum type="arabicPeriod"/>
              </a:pPr>
              <a:endParaRPr lang="en-US" sz="3000" dirty="0">
                <a:solidFill>
                  <a:srgbClr val="33123B"/>
                </a:solidFill>
                <a:latin typeface="Calibri"/>
                <a:ea typeface="Assistant Regular"/>
                <a:cs typeface="Assistant Regular"/>
              </a:endParaRPr>
            </a:p>
            <a:p>
              <a:pPr marL="323850" lvl="1">
                <a:lnSpc>
                  <a:spcPts val="3600"/>
                </a:lnSpc>
              </a:pPr>
              <a:endParaRPr lang="en-US" sz="3000" dirty="0">
                <a:solidFill>
                  <a:srgbClr val="33123B"/>
                </a:solidFill>
                <a:latin typeface="Calibri"/>
                <a:ea typeface="Assistant Regular"/>
                <a:cs typeface="Assistant Regular"/>
              </a:endParaRPr>
            </a:p>
            <a:p>
              <a:pPr marL="647700" lvl="1" indent="-323850">
                <a:lnSpc>
                  <a:spcPts val="3600"/>
                </a:lnSpc>
                <a:buAutoNum type="arabicPeriod"/>
              </a:pPr>
              <a:endParaRPr lang="en-US" sz="3000" dirty="0">
                <a:solidFill>
                  <a:srgbClr val="33123B"/>
                </a:solidFill>
                <a:latin typeface="Assistant Regular"/>
                <a:ea typeface="Assistant Regular"/>
                <a:cs typeface="Assistant Regular"/>
              </a:endParaRPr>
            </a:p>
          </p:txBody>
        </p:sp>
        <p:sp>
          <p:nvSpPr>
            <p:cNvPr id="8" name="TextBox 8">
              <a:extLst>
                <a:ext uri="{FF2B5EF4-FFF2-40B4-BE49-F238E27FC236}">
                  <a16:creationId xmlns:a16="http://schemas.microsoft.com/office/drawing/2014/main" id="{AAB6DFE3-5080-7017-28C0-1C39141038EA}"/>
                </a:ext>
              </a:extLst>
            </p:cNvPr>
            <p:cNvSpPr txBox="1"/>
            <p:nvPr/>
          </p:nvSpPr>
          <p:spPr>
            <a:xfrm>
              <a:off x="-574870" y="-1706213"/>
              <a:ext cx="15155455" cy="10731995"/>
            </a:xfrm>
            <a:prstGeom prst="rect">
              <a:avLst/>
            </a:prstGeom>
          </p:spPr>
          <p:txBody>
            <a:bodyPr wrap="square" lIns="0" tIns="0" rIns="0" bIns="0" rtlCol="0" anchor="t">
              <a:spAutoFit/>
            </a:bodyPr>
            <a:lstStyle/>
            <a:p>
              <a:pPr>
                <a:lnSpc>
                  <a:spcPct val="150000"/>
                </a:lnSpc>
              </a:pPr>
              <a:r>
                <a:rPr lang="en-GB" sz="3200" b="1" dirty="0">
                  <a:solidFill>
                    <a:srgbClr val="33123B"/>
                  </a:solidFill>
                  <a:ea typeface="Calibri"/>
                  <a:cs typeface="Calibri"/>
                </a:rPr>
                <a:t>Output Format :</a:t>
              </a:r>
            </a:p>
            <a:p>
              <a:pPr>
                <a:lnSpc>
                  <a:spcPct val="150000"/>
                </a:lnSpc>
              </a:pPr>
              <a:endParaRPr lang="en-GB" sz="3200" b="1" dirty="0">
                <a:solidFill>
                  <a:srgbClr val="33123B"/>
                </a:solidFill>
                <a:ea typeface="Calibri"/>
                <a:cs typeface="Calibri"/>
              </a:endParaRPr>
            </a:p>
            <a:p>
              <a:pPr>
                <a:lnSpc>
                  <a:spcPct val="150000"/>
                </a:lnSpc>
              </a:pPr>
              <a:endParaRPr lang="en-GB" sz="3200" b="1" dirty="0">
                <a:solidFill>
                  <a:srgbClr val="33123B"/>
                </a:solidFill>
                <a:ea typeface="Calibri"/>
                <a:cs typeface="Calibri"/>
              </a:endParaRPr>
            </a:p>
            <a:p>
              <a:pPr>
                <a:lnSpc>
                  <a:spcPct val="150000"/>
                </a:lnSpc>
              </a:pPr>
              <a:endParaRPr lang="en-GB" sz="3200" b="1" dirty="0">
                <a:solidFill>
                  <a:srgbClr val="33123B"/>
                </a:solidFill>
                <a:ea typeface="Calibri"/>
                <a:cs typeface="Calibri"/>
              </a:endParaRPr>
            </a:p>
            <a:p>
              <a:pPr>
                <a:lnSpc>
                  <a:spcPct val="150000"/>
                </a:lnSpc>
              </a:pPr>
              <a:endParaRPr lang="en-GB" sz="3200" b="1" dirty="0">
                <a:solidFill>
                  <a:srgbClr val="33123B"/>
                </a:solidFill>
                <a:ea typeface="Calibri"/>
                <a:cs typeface="Calibri"/>
              </a:endParaRPr>
            </a:p>
            <a:p>
              <a:pPr>
                <a:lnSpc>
                  <a:spcPct val="150000"/>
                </a:lnSpc>
              </a:pPr>
              <a:endParaRPr lang="en-GB" sz="3200" b="1" dirty="0">
                <a:solidFill>
                  <a:srgbClr val="33123B"/>
                </a:solidFill>
                <a:ea typeface="Calibri"/>
                <a:cs typeface="Calibri"/>
              </a:endParaRPr>
            </a:p>
            <a:p>
              <a:pPr>
                <a:lnSpc>
                  <a:spcPct val="150000"/>
                </a:lnSpc>
              </a:pPr>
              <a:endParaRPr lang="en-GB" sz="3200" b="1" dirty="0">
                <a:solidFill>
                  <a:srgbClr val="33123B"/>
                </a:solidFill>
                <a:ea typeface="Calibri"/>
                <a:cs typeface="Calibri"/>
              </a:endParaRPr>
            </a:p>
            <a:p>
              <a:pPr>
                <a:lnSpc>
                  <a:spcPct val="150000"/>
                </a:lnSpc>
              </a:pPr>
              <a:endParaRPr lang="en-GB" sz="3200" b="1" dirty="0">
                <a:solidFill>
                  <a:srgbClr val="33123B"/>
                </a:solidFill>
                <a:ea typeface="Calibri"/>
                <a:cs typeface="Calibri"/>
              </a:endParaRPr>
            </a:p>
            <a:p>
              <a:pPr>
                <a:lnSpc>
                  <a:spcPct val="150000"/>
                </a:lnSpc>
              </a:pPr>
              <a:endParaRPr lang="en-GB" sz="3200" b="1" dirty="0">
                <a:solidFill>
                  <a:srgbClr val="33123B"/>
                </a:solidFill>
                <a:ea typeface="Calibri"/>
                <a:cs typeface="Calibri"/>
              </a:endParaRPr>
            </a:p>
            <a:p>
              <a:pPr>
                <a:lnSpc>
                  <a:spcPct val="150000"/>
                </a:lnSpc>
              </a:pPr>
              <a:endParaRPr lang="en-GB" sz="3200" b="1" dirty="0">
                <a:solidFill>
                  <a:srgbClr val="33123B"/>
                </a:solidFill>
                <a:ea typeface="Calibri"/>
                <a:cs typeface="Calibri"/>
              </a:endParaRPr>
            </a:p>
            <a:p>
              <a:pPr>
                <a:lnSpc>
                  <a:spcPct val="150000"/>
                </a:lnSpc>
              </a:pPr>
              <a:endParaRPr lang="en-GB" sz="3200" b="1" dirty="0">
                <a:solidFill>
                  <a:srgbClr val="33123B"/>
                </a:solidFill>
                <a:ea typeface="Calibri"/>
                <a:cs typeface="Calibri"/>
              </a:endParaRPr>
            </a:p>
          </p:txBody>
        </p:sp>
      </p:grpSp>
      <p:sp>
        <p:nvSpPr>
          <p:cNvPr id="15" name="TextBox 15">
            <a:extLst>
              <a:ext uri="{FF2B5EF4-FFF2-40B4-BE49-F238E27FC236}">
                <a16:creationId xmlns:a16="http://schemas.microsoft.com/office/drawing/2014/main" id="{65F76181-C86D-77D6-F42F-26B55C095299}"/>
              </a:ext>
            </a:extLst>
          </p:cNvPr>
          <p:cNvSpPr txBox="1"/>
          <p:nvPr/>
        </p:nvSpPr>
        <p:spPr>
          <a:xfrm>
            <a:off x="7839979" y="312471"/>
            <a:ext cx="9619725" cy="1154162"/>
          </a:xfrm>
          <a:prstGeom prst="rect">
            <a:avLst/>
          </a:prstGeom>
        </p:spPr>
        <p:txBody>
          <a:bodyPr wrap="square" lIns="0" tIns="0" rIns="0" bIns="0" rtlCol="0" anchor="t">
            <a:spAutoFit/>
          </a:bodyPr>
          <a:lstStyle/>
          <a:p>
            <a:pPr algn="r">
              <a:lnSpc>
                <a:spcPts val="8800"/>
              </a:lnSpc>
            </a:pPr>
            <a:r>
              <a:rPr lang="en-US" sz="8000" b="1">
                <a:solidFill>
                  <a:srgbClr val="8D0A75"/>
                </a:solidFill>
                <a:latin typeface="Heebo Black"/>
                <a:ea typeface="Heebo Black"/>
                <a:cs typeface="Heebo Black"/>
                <a:sym typeface="Heebo Black"/>
              </a:rPr>
              <a:t>Assignment </a:t>
            </a:r>
          </a:p>
        </p:txBody>
      </p:sp>
      <p:grpSp>
        <p:nvGrpSpPr>
          <p:cNvPr id="16" name="Group 16">
            <a:extLst>
              <a:ext uri="{FF2B5EF4-FFF2-40B4-BE49-F238E27FC236}">
                <a16:creationId xmlns:a16="http://schemas.microsoft.com/office/drawing/2014/main" id="{62D32301-16F5-553E-881A-E60BC43FD4E7}"/>
              </a:ext>
            </a:extLst>
          </p:cNvPr>
          <p:cNvGrpSpPr>
            <a:grpSpLocks noChangeAspect="1"/>
          </p:cNvGrpSpPr>
          <p:nvPr/>
        </p:nvGrpSpPr>
        <p:grpSpPr>
          <a:xfrm>
            <a:off x="13741677" y="4631549"/>
            <a:ext cx="6110870" cy="6110870"/>
            <a:chOff x="0" y="0"/>
            <a:chExt cx="14840029" cy="14840029"/>
          </a:xfrm>
        </p:grpSpPr>
        <p:sp>
          <p:nvSpPr>
            <p:cNvPr id="17" name="Freeform 17">
              <a:extLst>
                <a:ext uri="{FF2B5EF4-FFF2-40B4-BE49-F238E27FC236}">
                  <a16:creationId xmlns:a16="http://schemas.microsoft.com/office/drawing/2014/main" id="{E78501A6-F1A1-A498-C23A-99E3D283D124}"/>
                </a:ext>
              </a:extLst>
            </p:cNvPr>
            <p:cNvSpPr/>
            <p:nvPr/>
          </p:nvSpPr>
          <p:spPr>
            <a:xfrm>
              <a:off x="-366471" y="-11891"/>
              <a:ext cx="15572971" cy="14863810"/>
            </a:xfrm>
            <a:custGeom>
              <a:avLst/>
              <a:gdLst/>
              <a:ahLst/>
              <a:cxnLst/>
              <a:rect l="l" t="t" r="r" b="b"/>
              <a:pathLst>
                <a:path w="15572971" h="14863810">
                  <a:moveTo>
                    <a:pt x="7786486" y="11891"/>
                  </a:moveTo>
                  <a:cubicBezTo>
                    <a:pt x="5127664" y="0"/>
                    <a:pt x="2665709" y="1411641"/>
                    <a:pt x="1332855" y="3712286"/>
                  </a:cubicBezTo>
                  <a:cubicBezTo>
                    <a:pt x="0" y="6012931"/>
                    <a:pt x="0" y="8850880"/>
                    <a:pt x="1332855" y="11151525"/>
                  </a:cubicBezTo>
                  <a:cubicBezTo>
                    <a:pt x="2665709" y="13452170"/>
                    <a:pt x="5127664" y="14863811"/>
                    <a:pt x="7786486" y="14851920"/>
                  </a:cubicBezTo>
                  <a:cubicBezTo>
                    <a:pt x="10445306" y="14863811"/>
                    <a:pt x="12907262" y="13452170"/>
                    <a:pt x="14240117" y="11151525"/>
                  </a:cubicBezTo>
                  <a:cubicBezTo>
                    <a:pt x="15572971" y="8850880"/>
                    <a:pt x="15572971" y="6012931"/>
                    <a:pt x="14240117" y="3712286"/>
                  </a:cubicBezTo>
                  <a:cubicBezTo>
                    <a:pt x="12907262" y="1411641"/>
                    <a:pt x="10445306" y="0"/>
                    <a:pt x="7786486" y="11891"/>
                  </a:cubicBezTo>
                  <a:close/>
                </a:path>
              </a:pathLst>
            </a:custGeom>
            <a:solidFill>
              <a:srgbClr val="769EBE"/>
            </a:solidFill>
          </p:spPr>
          <p:txBody>
            <a:bodyPr/>
            <a:lstStyle/>
            <a:p>
              <a:endParaRPr lang="en-IN"/>
            </a:p>
          </p:txBody>
        </p:sp>
        <p:sp>
          <p:nvSpPr>
            <p:cNvPr id="18" name="Freeform 18">
              <a:extLst>
                <a:ext uri="{FF2B5EF4-FFF2-40B4-BE49-F238E27FC236}">
                  <a16:creationId xmlns:a16="http://schemas.microsoft.com/office/drawing/2014/main" id="{769EE6AB-70E6-E44D-8BAF-99AD9626ADB4}"/>
                </a:ext>
              </a:extLst>
            </p:cNvPr>
            <p:cNvSpPr/>
            <p:nvPr/>
          </p:nvSpPr>
          <p:spPr>
            <a:xfrm>
              <a:off x="-156193" y="188812"/>
              <a:ext cx="15152415" cy="14462405"/>
            </a:xfrm>
            <a:custGeom>
              <a:avLst/>
              <a:gdLst/>
              <a:ahLst/>
              <a:cxnLst/>
              <a:rect l="l" t="t" r="r" b="b"/>
              <a:pathLst>
                <a:path w="15152415" h="14462405">
                  <a:moveTo>
                    <a:pt x="7576208" y="11570"/>
                  </a:moveTo>
                  <a:cubicBezTo>
                    <a:pt x="4989189" y="0"/>
                    <a:pt x="2593721" y="1373519"/>
                    <a:pt x="1296860" y="3612034"/>
                  </a:cubicBezTo>
                  <a:cubicBezTo>
                    <a:pt x="0" y="5850548"/>
                    <a:pt x="0" y="8611857"/>
                    <a:pt x="1296860" y="10850372"/>
                  </a:cubicBezTo>
                  <a:cubicBezTo>
                    <a:pt x="2593721" y="13088886"/>
                    <a:pt x="4989189" y="14462405"/>
                    <a:pt x="7576208" y="14450835"/>
                  </a:cubicBezTo>
                  <a:cubicBezTo>
                    <a:pt x="10163226" y="14462405"/>
                    <a:pt x="12558694" y="13088886"/>
                    <a:pt x="13855555" y="10850372"/>
                  </a:cubicBezTo>
                  <a:cubicBezTo>
                    <a:pt x="15152416" y="8611857"/>
                    <a:pt x="15152416" y="5850548"/>
                    <a:pt x="13855555" y="3612034"/>
                  </a:cubicBezTo>
                  <a:cubicBezTo>
                    <a:pt x="12558694" y="1373519"/>
                    <a:pt x="10163226" y="0"/>
                    <a:pt x="7576208" y="11570"/>
                  </a:cubicBezTo>
                  <a:close/>
                </a:path>
              </a:pathLst>
            </a:custGeom>
            <a:solidFill>
              <a:srgbClr val="3A5677"/>
            </a:solidFill>
          </p:spPr>
          <p:txBody>
            <a:bodyPr/>
            <a:lstStyle/>
            <a:p>
              <a:endParaRPr lang="en-IN"/>
            </a:p>
          </p:txBody>
        </p:sp>
        <p:sp>
          <p:nvSpPr>
            <p:cNvPr id="19" name="Freeform 19">
              <a:extLst>
                <a:ext uri="{FF2B5EF4-FFF2-40B4-BE49-F238E27FC236}">
                  <a16:creationId xmlns:a16="http://schemas.microsoft.com/office/drawing/2014/main" id="{57F09A04-326B-0879-2B2A-939A994BCDD8}"/>
                </a:ext>
              </a:extLst>
            </p:cNvPr>
            <p:cNvSpPr/>
            <p:nvPr/>
          </p:nvSpPr>
          <p:spPr>
            <a:xfrm>
              <a:off x="223301" y="551024"/>
              <a:ext cx="14393427" cy="13737979"/>
            </a:xfrm>
            <a:custGeom>
              <a:avLst/>
              <a:gdLst/>
              <a:ahLst/>
              <a:cxnLst/>
              <a:rect l="l" t="t" r="r" b="b"/>
              <a:pathLst>
                <a:path w="14393427" h="13737979">
                  <a:moveTo>
                    <a:pt x="7196714" y="10990"/>
                  </a:moveTo>
                  <a:cubicBezTo>
                    <a:pt x="4739280" y="0"/>
                    <a:pt x="2463801" y="1304719"/>
                    <a:pt x="1231900" y="3431106"/>
                  </a:cubicBezTo>
                  <a:cubicBezTo>
                    <a:pt x="0" y="5557493"/>
                    <a:pt x="0" y="8180487"/>
                    <a:pt x="1231900" y="10306874"/>
                  </a:cubicBezTo>
                  <a:cubicBezTo>
                    <a:pt x="2463801" y="12433261"/>
                    <a:pt x="4739280" y="13737980"/>
                    <a:pt x="7196714" y="13726990"/>
                  </a:cubicBezTo>
                  <a:cubicBezTo>
                    <a:pt x="9654147" y="13737980"/>
                    <a:pt x="11929626" y="12433261"/>
                    <a:pt x="13161527" y="10306874"/>
                  </a:cubicBezTo>
                  <a:cubicBezTo>
                    <a:pt x="14393427" y="8180487"/>
                    <a:pt x="14393427" y="5557493"/>
                    <a:pt x="13161527" y="3431106"/>
                  </a:cubicBezTo>
                  <a:cubicBezTo>
                    <a:pt x="11929626" y="1304719"/>
                    <a:pt x="9654147" y="0"/>
                    <a:pt x="7196714" y="10990"/>
                  </a:cubicBezTo>
                  <a:close/>
                </a:path>
              </a:pathLst>
            </a:custGeom>
            <a:blipFill>
              <a:blip r:embed="rId2"/>
              <a:stretch>
                <a:fillRect l="223" r="223"/>
              </a:stretch>
            </a:blipFill>
          </p:spPr>
          <p:txBody>
            <a:bodyPr/>
            <a:lstStyle/>
            <a:p>
              <a:endParaRPr lang="en-IN"/>
            </a:p>
          </p:txBody>
        </p:sp>
      </p:grpSp>
      <p:sp>
        <p:nvSpPr>
          <p:cNvPr id="23" name="Slide Number Placeholder 22">
            <a:extLst>
              <a:ext uri="{FF2B5EF4-FFF2-40B4-BE49-F238E27FC236}">
                <a16:creationId xmlns:a16="http://schemas.microsoft.com/office/drawing/2014/main" id="{22523DB6-D2A5-682D-0D78-02C15FED2D7B}"/>
              </a:ext>
            </a:extLst>
          </p:cNvPr>
          <p:cNvSpPr>
            <a:spLocks noGrp="1"/>
          </p:cNvSpPr>
          <p:nvPr>
            <p:ph type="sldNum" sz="quarter" idx="12"/>
          </p:nvPr>
        </p:nvSpPr>
        <p:spPr/>
        <p:txBody>
          <a:bodyPr/>
          <a:lstStyle/>
          <a:p>
            <a:fld id="{B6F15528-21DE-4FAA-801E-634DDDAF4B2B}" type="slidenum">
              <a:rPr lang="en-US" smtClean="0"/>
              <a:pPr/>
              <a:t>41</a:t>
            </a:fld>
            <a:endParaRPr lang="en-GB"/>
          </a:p>
        </p:txBody>
      </p:sp>
      <p:pic>
        <p:nvPicPr>
          <p:cNvPr id="2" name="Picture 1">
            <a:extLst>
              <a:ext uri="{FF2B5EF4-FFF2-40B4-BE49-F238E27FC236}">
                <a16:creationId xmlns:a16="http://schemas.microsoft.com/office/drawing/2014/main" id="{538994AA-B345-FE41-733F-1491EAC0F7DC}"/>
              </a:ext>
            </a:extLst>
          </p:cNvPr>
          <p:cNvPicPr>
            <a:picLocks noChangeAspect="1"/>
          </p:cNvPicPr>
          <p:nvPr/>
        </p:nvPicPr>
        <p:blipFill>
          <a:blip r:embed="rId3"/>
          <a:stretch>
            <a:fillRect/>
          </a:stretch>
        </p:blipFill>
        <p:spPr>
          <a:xfrm>
            <a:off x="325711" y="1176950"/>
            <a:ext cx="13351648" cy="8797579"/>
          </a:xfrm>
          <a:prstGeom prst="rect">
            <a:avLst/>
          </a:prstGeom>
        </p:spPr>
      </p:pic>
    </p:spTree>
    <p:extLst>
      <p:ext uri="{BB962C8B-B14F-4D97-AF65-F5344CB8AC3E}">
        <p14:creationId xmlns:p14="http://schemas.microsoft.com/office/powerpoint/2010/main" val="340700019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766888" y="1048926"/>
            <a:ext cx="2459432" cy="2287272"/>
          </a:xfrm>
          <a:custGeom>
            <a:avLst/>
            <a:gdLst/>
            <a:ahLst/>
            <a:cxnLst/>
            <a:rect l="l" t="t" r="r" b="b"/>
            <a:pathLst>
              <a:path w="2459432" h="2287272">
                <a:moveTo>
                  <a:pt x="0" y="0"/>
                </a:moveTo>
                <a:lnTo>
                  <a:pt x="2459432" y="0"/>
                </a:lnTo>
                <a:lnTo>
                  <a:pt x="2459432" y="2287271"/>
                </a:lnTo>
                <a:lnTo>
                  <a:pt x="0" y="228727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TextBox 3"/>
          <p:cNvSpPr txBox="1"/>
          <p:nvPr/>
        </p:nvSpPr>
        <p:spPr>
          <a:xfrm>
            <a:off x="11462747" y="533743"/>
            <a:ext cx="6368927" cy="2254250"/>
          </a:xfrm>
          <a:prstGeom prst="rect">
            <a:avLst/>
          </a:prstGeom>
        </p:spPr>
        <p:txBody>
          <a:bodyPr lIns="0" tIns="0" rIns="0" bIns="0" rtlCol="0" anchor="t">
            <a:spAutoFit/>
          </a:bodyPr>
          <a:lstStyle/>
          <a:p>
            <a:pPr algn="l">
              <a:lnSpc>
                <a:spcPts val="8799"/>
              </a:lnSpc>
            </a:pPr>
            <a:r>
              <a:rPr lang="en-US" sz="7999" b="1">
                <a:solidFill>
                  <a:srgbClr val="FFFFFF"/>
                </a:solidFill>
                <a:latin typeface="Heebo Black"/>
                <a:ea typeface="Heebo Black"/>
                <a:cs typeface="Heebo Black"/>
                <a:sym typeface="Heebo Black"/>
              </a:rPr>
              <a:t>Stretch Goals</a:t>
            </a:r>
          </a:p>
          <a:p>
            <a:pPr algn="l">
              <a:lnSpc>
                <a:spcPts val="8800"/>
              </a:lnSpc>
            </a:pPr>
            <a:endParaRPr lang="en-US" sz="7999" b="1">
              <a:solidFill>
                <a:srgbClr val="FFFFFF"/>
              </a:solidFill>
              <a:latin typeface="Heebo Black"/>
              <a:ea typeface="Heebo Black"/>
              <a:cs typeface="Heebo Black"/>
              <a:sym typeface="Heebo Black"/>
            </a:endParaRPr>
          </a:p>
        </p:txBody>
      </p:sp>
      <p:grpSp>
        <p:nvGrpSpPr>
          <p:cNvPr id="5" name="Group 5"/>
          <p:cNvGrpSpPr>
            <a:grpSpLocks noChangeAspect="1"/>
          </p:cNvGrpSpPr>
          <p:nvPr/>
        </p:nvGrpSpPr>
        <p:grpSpPr>
          <a:xfrm>
            <a:off x="-1305451" y="-607460"/>
            <a:ext cx="6064405" cy="6138747"/>
            <a:chOff x="0" y="0"/>
            <a:chExt cx="14840029" cy="14840029"/>
          </a:xfrm>
        </p:grpSpPr>
        <p:sp>
          <p:nvSpPr>
            <p:cNvPr id="6" name="Freeform 6"/>
            <p:cNvSpPr/>
            <p:nvPr/>
          </p:nvSpPr>
          <p:spPr>
            <a:xfrm>
              <a:off x="-366471" y="-11891"/>
              <a:ext cx="15572971" cy="14863810"/>
            </a:xfrm>
            <a:custGeom>
              <a:avLst/>
              <a:gdLst/>
              <a:ahLst/>
              <a:cxnLst/>
              <a:rect l="l" t="t" r="r" b="b"/>
              <a:pathLst>
                <a:path w="15572971" h="14863810">
                  <a:moveTo>
                    <a:pt x="7786486" y="11891"/>
                  </a:moveTo>
                  <a:cubicBezTo>
                    <a:pt x="5127664" y="0"/>
                    <a:pt x="2665709" y="1411641"/>
                    <a:pt x="1332855" y="3712286"/>
                  </a:cubicBezTo>
                  <a:cubicBezTo>
                    <a:pt x="0" y="6012931"/>
                    <a:pt x="0" y="8850880"/>
                    <a:pt x="1332855" y="11151525"/>
                  </a:cubicBezTo>
                  <a:cubicBezTo>
                    <a:pt x="2665709" y="13452170"/>
                    <a:pt x="5127664" y="14863811"/>
                    <a:pt x="7786486" y="14851920"/>
                  </a:cubicBezTo>
                  <a:cubicBezTo>
                    <a:pt x="10445306" y="14863811"/>
                    <a:pt x="12907262" y="13452170"/>
                    <a:pt x="14240117" y="11151525"/>
                  </a:cubicBezTo>
                  <a:cubicBezTo>
                    <a:pt x="15572971" y="8850880"/>
                    <a:pt x="15572971" y="6012931"/>
                    <a:pt x="14240117" y="3712286"/>
                  </a:cubicBezTo>
                  <a:cubicBezTo>
                    <a:pt x="12907262" y="1411641"/>
                    <a:pt x="10445306" y="0"/>
                    <a:pt x="7786486" y="11891"/>
                  </a:cubicBezTo>
                  <a:close/>
                </a:path>
              </a:pathLst>
            </a:custGeom>
            <a:solidFill>
              <a:srgbClr val="769EBE"/>
            </a:solidFill>
          </p:spPr>
          <p:txBody>
            <a:bodyPr/>
            <a:lstStyle/>
            <a:p>
              <a:endParaRPr lang="en-IN"/>
            </a:p>
          </p:txBody>
        </p:sp>
        <p:sp>
          <p:nvSpPr>
            <p:cNvPr id="7" name="Freeform 7"/>
            <p:cNvSpPr/>
            <p:nvPr/>
          </p:nvSpPr>
          <p:spPr>
            <a:xfrm>
              <a:off x="-156193" y="188812"/>
              <a:ext cx="15152415" cy="14462405"/>
            </a:xfrm>
            <a:custGeom>
              <a:avLst/>
              <a:gdLst/>
              <a:ahLst/>
              <a:cxnLst/>
              <a:rect l="l" t="t" r="r" b="b"/>
              <a:pathLst>
                <a:path w="15152415" h="14462405">
                  <a:moveTo>
                    <a:pt x="7576208" y="11570"/>
                  </a:moveTo>
                  <a:cubicBezTo>
                    <a:pt x="4989189" y="0"/>
                    <a:pt x="2593721" y="1373519"/>
                    <a:pt x="1296860" y="3612034"/>
                  </a:cubicBezTo>
                  <a:cubicBezTo>
                    <a:pt x="0" y="5850548"/>
                    <a:pt x="0" y="8611857"/>
                    <a:pt x="1296860" y="10850372"/>
                  </a:cubicBezTo>
                  <a:cubicBezTo>
                    <a:pt x="2593721" y="13088886"/>
                    <a:pt x="4989189" y="14462405"/>
                    <a:pt x="7576208" y="14450835"/>
                  </a:cubicBezTo>
                  <a:cubicBezTo>
                    <a:pt x="10163226" y="14462405"/>
                    <a:pt x="12558694" y="13088886"/>
                    <a:pt x="13855555" y="10850372"/>
                  </a:cubicBezTo>
                  <a:cubicBezTo>
                    <a:pt x="15152416" y="8611857"/>
                    <a:pt x="15152416" y="5850548"/>
                    <a:pt x="13855555" y="3612034"/>
                  </a:cubicBezTo>
                  <a:cubicBezTo>
                    <a:pt x="12558694" y="1373519"/>
                    <a:pt x="10163226" y="0"/>
                    <a:pt x="7576208" y="11570"/>
                  </a:cubicBezTo>
                  <a:close/>
                </a:path>
              </a:pathLst>
            </a:custGeom>
            <a:solidFill>
              <a:srgbClr val="3A5677"/>
            </a:solidFill>
          </p:spPr>
          <p:txBody>
            <a:bodyPr/>
            <a:lstStyle/>
            <a:p>
              <a:endParaRPr lang="en-IN"/>
            </a:p>
          </p:txBody>
        </p:sp>
        <p:sp>
          <p:nvSpPr>
            <p:cNvPr id="8" name="Freeform 8"/>
            <p:cNvSpPr/>
            <p:nvPr/>
          </p:nvSpPr>
          <p:spPr>
            <a:xfrm>
              <a:off x="223301" y="551024"/>
              <a:ext cx="14393427" cy="13737979"/>
            </a:xfrm>
            <a:custGeom>
              <a:avLst/>
              <a:gdLst/>
              <a:ahLst/>
              <a:cxnLst/>
              <a:rect l="l" t="t" r="r" b="b"/>
              <a:pathLst>
                <a:path w="14393427" h="13737979">
                  <a:moveTo>
                    <a:pt x="7196714" y="10990"/>
                  </a:moveTo>
                  <a:cubicBezTo>
                    <a:pt x="4739280" y="0"/>
                    <a:pt x="2463801" y="1304719"/>
                    <a:pt x="1231900" y="3431106"/>
                  </a:cubicBezTo>
                  <a:cubicBezTo>
                    <a:pt x="0" y="5557493"/>
                    <a:pt x="0" y="8180487"/>
                    <a:pt x="1231900" y="10306874"/>
                  </a:cubicBezTo>
                  <a:cubicBezTo>
                    <a:pt x="2463801" y="12433261"/>
                    <a:pt x="4739280" y="13737980"/>
                    <a:pt x="7196714" y="13726990"/>
                  </a:cubicBezTo>
                  <a:cubicBezTo>
                    <a:pt x="9654147" y="13737980"/>
                    <a:pt x="11929626" y="12433261"/>
                    <a:pt x="13161527" y="10306874"/>
                  </a:cubicBezTo>
                  <a:cubicBezTo>
                    <a:pt x="14393427" y="8180487"/>
                    <a:pt x="14393427" y="5557493"/>
                    <a:pt x="13161527" y="3431106"/>
                  </a:cubicBezTo>
                  <a:cubicBezTo>
                    <a:pt x="11929626" y="1304719"/>
                    <a:pt x="9654147" y="0"/>
                    <a:pt x="7196714" y="10990"/>
                  </a:cubicBezTo>
                  <a:close/>
                </a:path>
              </a:pathLst>
            </a:custGeom>
            <a:blipFill>
              <a:blip r:embed="rId4"/>
              <a:stretch>
                <a:fillRect l="223" r="223"/>
              </a:stretch>
            </a:blipFill>
          </p:spPr>
          <p:txBody>
            <a:bodyPr/>
            <a:lstStyle/>
            <a:p>
              <a:endParaRPr lang="en-IN"/>
            </a:p>
          </p:txBody>
        </p:sp>
      </p:grpSp>
      <p:grpSp>
        <p:nvGrpSpPr>
          <p:cNvPr id="9" name="Group 9"/>
          <p:cNvGrpSpPr/>
          <p:nvPr/>
        </p:nvGrpSpPr>
        <p:grpSpPr>
          <a:xfrm>
            <a:off x="5885020" y="434632"/>
            <a:ext cx="2025393" cy="1188136"/>
            <a:chOff x="0" y="0"/>
            <a:chExt cx="2700524" cy="1584181"/>
          </a:xfrm>
        </p:grpSpPr>
        <p:sp>
          <p:nvSpPr>
            <p:cNvPr id="10" name="TextBox 10"/>
            <p:cNvSpPr txBox="1"/>
            <p:nvPr/>
          </p:nvSpPr>
          <p:spPr>
            <a:xfrm>
              <a:off x="0" y="114300"/>
              <a:ext cx="2700524" cy="503474"/>
            </a:xfrm>
            <a:prstGeom prst="rect">
              <a:avLst/>
            </a:prstGeom>
          </p:spPr>
          <p:txBody>
            <a:bodyPr lIns="0" tIns="0" rIns="0" bIns="0" rtlCol="0" anchor="t">
              <a:spAutoFit/>
            </a:bodyPr>
            <a:lstStyle/>
            <a:p>
              <a:pPr algn="ctr">
                <a:lnSpc>
                  <a:spcPts val="2434"/>
                </a:lnSpc>
                <a:spcBef>
                  <a:spcPct val="0"/>
                </a:spcBef>
              </a:pPr>
              <a:r>
                <a:rPr lang="en-US" sz="3043" b="1">
                  <a:solidFill>
                    <a:srgbClr val="3168D8"/>
                  </a:solidFill>
                  <a:latin typeface="HK Modular"/>
                  <a:ea typeface="HK Modular"/>
                  <a:cs typeface="HK Modular"/>
                  <a:sym typeface="HK Modular"/>
                </a:rPr>
                <a:t>LEVEL</a:t>
              </a:r>
            </a:p>
          </p:txBody>
        </p:sp>
        <p:sp>
          <p:nvSpPr>
            <p:cNvPr id="11" name="TextBox 11"/>
            <p:cNvSpPr txBox="1"/>
            <p:nvPr/>
          </p:nvSpPr>
          <p:spPr>
            <a:xfrm>
              <a:off x="0" y="676639"/>
              <a:ext cx="2700524" cy="907542"/>
            </a:xfrm>
            <a:prstGeom prst="rect">
              <a:avLst/>
            </a:prstGeom>
          </p:spPr>
          <p:txBody>
            <a:bodyPr lIns="0" tIns="0" rIns="0" bIns="0" rtlCol="0" anchor="t">
              <a:spAutoFit/>
            </a:bodyPr>
            <a:lstStyle/>
            <a:p>
              <a:pPr algn="ctr">
                <a:lnSpc>
                  <a:spcPts val="4400"/>
                </a:lnSpc>
                <a:spcBef>
                  <a:spcPct val="0"/>
                </a:spcBef>
              </a:pPr>
              <a:r>
                <a:rPr lang="en-US" sz="5501" b="1">
                  <a:solidFill>
                    <a:srgbClr val="7900FF"/>
                  </a:solidFill>
                  <a:latin typeface="HK Modular"/>
                  <a:ea typeface="HK Modular"/>
                  <a:cs typeface="HK Modular"/>
                  <a:sym typeface="HK Modular"/>
                </a:rPr>
                <a:t>UP</a:t>
              </a:r>
            </a:p>
          </p:txBody>
        </p:sp>
      </p:grpSp>
      <p:sp>
        <p:nvSpPr>
          <p:cNvPr id="12" name="TextBox 12"/>
          <p:cNvSpPr txBox="1"/>
          <p:nvPr/>
        </p:nvSpPr>
        <p:spPr>
          <a:xfrm>
            <a:off x="7118607" y="143142"/>
            <a:ext cx="2025393" cy="627598"/>
          </a:xfrm>
          <a:prstGeom prst="rect">
            <a:avLst/>
          </a:prstGeom>
        </p:spPr>
        <p:txBody>
          <a:bodyPr lIns="0" tIns="0" rIns="0" bIns="0" rtlCol="0" anchor="t">
            <a:spAutoFit/>
          </a:bodyPr>
          <a:lstStyle/>
          <a:p>
            <a:pPr algn="ctr">
              <a:lnSpc>
                <a:spcPts val="4400"/>
              </a:lnSpc>
              <a:spcBef>
                <a:spcPct val="0"/>
              </a:spcBef>
            </a:pPr>
            <a:r>
              <a:rPr lang="en-US" sz="5501" b="1">
                <a:solidFill>
                  <a:srgbClr val="7900FF"/>
                </a:solidFill>
                <a:latin typeface="HK Modular"/>
                <a:ea typeface="HK Modular"/>
                <a:cs typeface="HK Modular"/>
                <a:sym typeface="HK Modular"/>
              </a:rPr>
              <a:t>+</a:t>
            </a:r>
          </a:p>
        </p:txBody>
      </p:sp>
      <p:sp>
        <p:nvSpPr>
          <p:cNvPr id="13" name="TextBox 13"/>
          <p:cNvSpPr txBox="1"/>
          <p:nvPr/>
        </p:nvSpPr>
        <p:spPr>
          <a:xfrm>
            <a:off x="6897716" y="1307003"/>
            <a:ext cx="2025393" cy="627598"/>
          </a:xfrm>
          <a:prstGeom prst="rect">
            <a:avLst/>
          </a:prstGeom>
        </p:spPr>
        <p:txBody>
          <a:bodyPr lIns="0" tIns="0" rIns="0" bIns="0" rtlCol="0" anchor="t">
            <a:spAutoFit/>
          </a:bodyPr>
          <a:lstStyle/>
          <a:p>
            <a:pPr algn="ctr">
              <a:lnSpc>
                <a:spcPts val="4400"/>
              </a:lnSpc>
              <a:spcBef>
                <a:spcPct val="0"/>
              </a:spcBef>
            </a:pPr>
            <a:r>
              <a:rPr lang="en-US" sz="5501" b="1">
                <a:solidFill>
                  <a:srgbClr val="7900FF"/>
                </a:solidFill>
                <a:latin typeface="HK Modular"/>
                <a:ea typeface="HK Modular"/>
                <a:cs typeface="HK Modular"/>
                <a:sym typeface="HK Modular"/>
              </a:rPr>
              <a:t>+</a:t>
            </a:r>
          </a:p>
        </p:txBody>
      </p:sp>
      <p:sp>
        <p:nvSpPr>
          <p:cNvPr id="14" name="TextBox 14"/>
          <p:cNvSpPr txBox="1"/>
          <p:nvPr/>
        </p:nvSpPr>
        <p:spPr>
          <a:xfrm>
            <a:off x="8131304" y="912703"/>
            <a:ext cx="1347513" cy="627598"/>
          </a:xfrm>
          <a:prstGeom prst="rect">
            <a:avLst/>
          </a:prstGeom>
        </p:spPr>
        <p:txBody>
          <a:bodyPr lIns="0" tIns="0" rIns="0" bIns="0" rtlCol="0" anchor="t">
            <a:spAutoFit/>
          </a:bodyPr>
          <a:lstStyle/>
          <a:p>
            <a:pPr algn="ctr">
              <a:lnSpc>
                <a:spcPts val="4400"/>
              </a:lnSpc>
              <a:spcBef>
                <a:spcPct val="0"/>
              </a:spcBef>
            </a:pPr>
            <a:r>
              <a:rPr lang="en-US" sz="5501" b="1">
                <a:solidFill>
                  <a:srgbClr val="7900FF"/>
                </a:solidFill>
                <a:latin typeface="HK Modular"/>
                <a:ea typeface="HK Modular"/>
                <a:cs typeface="HK Modular"/>
                <a:sym typeface="HK Modular"/>
              </a:rPr>
              <a:t>+</a:t>
            </a:r>
          </a:p>
        </p:txBody>
      </p:sp>
      <p:sp>
        <p:nvSpPr>
          <p:cNvPr id="15" name="TextBox 15"/>
          <p:cNvSpPr txBox="1"/>
          <p:nvPr/>
        </p:nvSpPr>
        <p:spPr>
          <a:xfrm>
            <a:off x="4337758" y="912703"/>
            <a:ext cx="2025393" cy="627598"/>
          </a:xfrm>
          <a:prstGeom prst="rect">
            <a:avLst/>
          </a:prstGeom>
        </p:spPr>
        <p:txBody>
          <a:bodyPr lIns="0" tIns="0" rIns="0" bIns="0" rtlCol="0" anchor="t">
            <a:spAutoFit/>
          </a:bodyPr>
          <a:lstStyle/>
          <a:p>
            <a:pPr algn="ctr">
              <a:lnSpc>
                <a:spcPts val="4400"/>
              </a:lnSpc>
              <a:spcBef>
                <a:spcPct val="0"/>
              </a:spcBef>
            </a:pPr>
            <a:r>
              <a:rPr lang="en-US" sz="5501" b="1">
                <a:solidFill>
                  <a:srgbClr val="7900FF"/>
                </a:solidFill>
                <a:latin typeface="HK Modular"/>
                <a:ea typeface="HK Modular"/>
                <a:cs typeface="HK Modular"/>
                <a:sym typeface="HK Modular"/>
              </a:rPr>
              <a:t>+</a:t>
            </a:r>
          </a:p>
        </p:txBody>
      </p:sp>
      <p:sp>
        <p:nvSpPr>
          <p:cNvPr id="16" name="TextBox 16"/>
          <p:cNvSpPr txBox="1"/>
          <p:nvPr/>
        </p:nvSpPr>
        <p:spPr>
          <a:xfrm>
            <a:off x="4872323" y="-17471"/>
            <a:ext cx="2025393" cy="627598"/>
          </a:xfrm>
          <a:prstGeom prst="rect">
            <a:avLst/>
          </a:prstGeom>
        </p:spPr>
        <p:txBody>
          <a:bodyPr lIns="0" tIns="0" rIns="0" bIns="0" rtlCol="0" anchor="t">
            <a:spAutoFit/>
          </a:bodyPr>
          <a:lstStyle/>
          <a:p>
            <a:pPr algn="ctr">
              <a:lnSpc>
                <a:spcPts val="4400"/>
              </a:lnSpc>
              <a:spcBef>
                <a:spcPct val="0"/>
              </a:spcBef>
            </a:pPr>
            <a:r>
              <a:rPr lang="en-US" sz="5501" b="1">
                <a:solidFill>
                  <a:srgbClr val="7900FF"/>
                </a:solidFill>
                <a:latin typeface="HK Modular"/>
                <a:ea typeface="HK Modular"/>
                <a:cs typeface="HK Modular"/>
                <a:sym typeface="HK Modular"/>
              </a:rPr>
              <a:t>+</a:t>
            </a:r>
          </a:p>
        </p:txBody>
      </p:sp>
      <p:sp>
        <p:nvSpPr>
          <p:cNvPr id="17" name="TextBox 17"/>
          <p:cNvSpPr txBox="1"/>
          <p:nvPr/>
        </p:nvSpPr>
        <p:spPr>
          <a:xfrm>
            <a:off x="3731819" y="421328"/>
            <a:ext cx="2025393" cy="627598"/>
          </a:xfrm>
          <a:prstGeom prst="rect">
            <a:avLst/>
          </a:prstGeom>
        </p:spPr>
        <p:txBody>
          <a:bodyPr lIns="0" tIns="0" rIns="0" bIns="0" rtlCol="0" anchor="t">
            <a:spAutoFit/>
          </a:bodyPr>
          <a:lstStyle/>
          <a:p>
            <a:pPr algn="ctr">
              <a:lnSpc>
                <a:spcPts val="4400"/>
              </a:lnSpc>
              <a:spcBef>
                <a:spcPct val="0"/>
              </a:spcBef>
            </a:pPr>
            <a:r>
              <a:rPr lang="en-US" sz="5501" b="1">
                <a:solidFill>
                  <a:srgbClr val="7900FF"/>
                </a:solidFill>
                <a:latin typeface="HK Modular"/>
                <a:ea typeface="HK Modular"/>
                <a:cs typeface="HK Modular"/>
                <a:sym typeface="HK Modular"/>
              </a:rPr>
              <a:t>+</a:t>
            </a:r>
          </a:p>
        </p:txBody>
      </p:sp>
      <p:sp>
        <p:nvSpPr>
          <p:cNvPr id="18" name="TextBox 18"/>
          <p:cNvSpPr txBox="1"/>
          <p:nvPr/>
        </p:nvSpPr>
        <p:spPr>
          <a:xfrm>
            <a:off x="9218279" y="143142"/>
            <a:ext cx="2025393" cy="627598"/>
          </a:xfrm>
          <a:prstGeom prst="rect">
            <a:avLst/>
          </a:prstGeom>
        </p:spPr>
        <p:txBody>
          <a:bodyPr lIns="0" tIns="0" rIns="0" bIns="0" rtlCol="0" anchor="t">
            <a:spAutoFit/>
          </a:bodyPr>
          <a:lstStyle/>
          <a:p>
            <a:pPr algn="ctr">
              <a:lnSpc>
                <a:spcPts val="4400"/>
              </a:lnSpc>
              <a:spcBef>
                <a:spcPct val="0"/>
              </a:spcBef>
            </a:pPr>
            <a:r>
              <a:rPr lang="en-US" sz="5501" b="1">
                <a:solidFill>
                  <a:srgbClr val="7900FF"/>
                </a:solidFill>
                <a:latin typeface="HK Modular"/>
                <a:ea typeface="HK Modular"/>
                <a:cs typeface="HK Modular"/>
                <a:sym typeface="HK Modular"/>
              </a:rPr>
              <a:t>+</a:t>
            </a:r>
          </a:p>
        </p:txBody>
      </p:sp>
      <p:sp>
        <p:nvSpPr>
          <p:cNvPr id="21" name="TextBox 21"/>
          <p:cNvSpPr txBox="1"/>
          <p:nvPr/>
        </p:nvSpPr>
        <p:spPr>
          <a:xfrm>
            <a:off x="4994642" y="2076564"/>
            <a:ext cx="12392605" cy="2265364"/>
          </a:xfrm>
          <a:prstGeom prst="rect">
            <a:avLst/>
          </a:prstGeom>
        </p:spPr>
        <p:txBody>
          <a:bodyPr wrap="square" lIns="0" tIns="0" rIns="0" bIns="0" rtlCol="0" anchor="t">
            <a:spAutoFit/>
          </a:bodyPr>
          <a:lstStyle/>
          <a:p>
            <a:pPr algn="just">
              <a:lnSpc>
                <a:spcPct val="150000"/>
              </a:lnSpc>
            </a:pPr>
            <a:endParaRPr lang="en-GB" sz="3200" dirty="0">
              <a:solidFill>
                <a:srgbClr val="FFFFFF"/>
              </a:solidFill>
              <a:ea typeface="+mn-lt"/>
              <a:cs typeface="+mn-lt"/>
            </a:endParaRPr>
          </a:p>
          <a:p>
            <a:pPr algn="just">
              <a:lnSpc>
                <a:spcPct val="150000"/>
              </a:lnSpc>
            </a:pPr>
            <a:endParaRPr lang="en-US" dirty="0"/>
          </a:p>
          <a:p>
            <a:pPr algn="just">
              <a:lnSpc>
                <a:spcPct val="150000"/>
              </a:lnSpc>
            </a:pPr>
            <a:endParaRPr lang="en-GB" sz="3200" dirty="0">
              <a:solidFill>
                <a:srgbClr val="FFFFFF"/>
              </a:solidFill>
              <a:ea typeface="+mn-lt"/>
              <a:cs typeface="+mn-lt"/>
            </a:endParaRPr>
          </a:p>
          <a:p>
            <a:pPr marL="323850" lvl="1" algn="just">
              <a:lnSpc>
                <a:spcPct val="150000"/>
              </a:lnSpc>
            </a:pPr>
            <a:endParaRPr lang="en-US" dirty="0">
              <a:ea typeface="Calibri"/>
              <a:cs typeface="Calibri"/>
            </a:endParaRPr>
          </a:p>
        </p:txBody>
      </p:sp>
      <p:sp>
        <p:nvSpPr>
          <p:cNvPr id="27" name="Slide Number Placeholder 26">
            <a:extLst>
              <a:ext uri="{FF2B5EF4-FFF2-40B4-BE49-F238E27FC236}">
                <a16:creationId xmlns:a16="http://schemas.microsoft.com/office/drawing/2014/main" id="{FD0538BD-B281-3C0B-F413-48312AD49C50}"/>
              </a:ext>
            </a:extLst>
          </p:cNvPr>
          <p:cNvSpPr>
            <a:spLocks noGrp="1"/>
          </p:cNvSpPr>
          <p:nvPr>
            <p:ph type="sldNum" sz="quarter" idx="12"/>
          </p:nvPr>
        </p:nvSpPr>
        <p:spPr>
          <a:xfrm>
            <a:off x="15253647" y="9388132"/>
            <a:ext cx="2133600" cy="365125"/>
          </a:xfrm>
        </p:spPr>
        <p:txBody>
          <a:bodyPr/>
          <a:lstStyle/>
          <a:p>
            <a:fld id="{B6F15528-21DE-4FAA-801E-634DDDAF4B2B}" type="slidenum">
              <a:rPr lang="en-US" smtClean="0"/>
              <a:pPr/>
              <a:t>42</a:t>
            </a:fld>
            <a:endParaRPr lang="en-GB" dirty="0"/>
          </a:p>
        </p:txBody>
      </p:sp>
      <p:sp>
        <p:nvSpPr>
          <p:cNvPr id="4" name="TextBox 3">
            <a:extLst>
              <a:ext uri="{FF2B5EF4-FFF2-40B4-BE49-F238E27FC236}">
                <a16:creationId xmlns:a16="http://schemas.microsoft.com/office/drawing/2014/main" id="{7D33DE3E-6F73-91AF-773B-08006A826341}"/>
              </a:ext>
            </a:extLst>
          </p:cNvPr>
          <p:cNvSpPr txBox="1"/>
          <p:nvPr/>
        </p:nvSpPr>
        <p:spPr>
          <a:xfrm>
            <a:off x="5757212" y="1660868"/>
            <a:ext cx="11849110" cy="7713429"/>
          </a:xfrm>
          <a:prstGeom prst="rect">
            <a:avLst/>
          </a:prstGeom>
          <a:noFill/>
        </p:spPr>
        <p:txBody>
          <a:bodyPr wrap="square" rtlCol="0">
            <a:spAutoFit/>
          </a:bodyPr>
          <a:lstStyle/>
          <a:p>
            <a:pPr>
              <a:lnSpc>
                <a:spcPct val="150000"/>
              </a:lnSpc>
            </a:pPr>
            <a:r>
              <a:rPr lang="en-IN" sz="3200" b="1" dirty="0"/>
              <a:t>LINQ – Product Sales Report</a:t>
            </a:r>
            <a:endParaRPr lang="en-IN" sz="3200" dirty="0"/>
          </a:p>
          <a:p>
            <a:pPr>
              <a:lnSpc>
                <a:spcPct val="150000"/>
              </a:lnSpc>
            </a:pPr>
            <a:r>
              <a:rPr lang="en-IN" sz="3200" dirty="0"/>
              <a:t> </a:t>
            </a:r>
            <a:r>
              <a:rPr lang="en-IN" sz="3200" b="1" dirty="0"/>
              <a:t>Objective</a:t>
            </a:r>
            <a:r>
              <a:rPr lang="en-IN" sz="3200" dirty="0"/>
              <a:t>: Combine filtering, ordering, and grouping with LINQ</a:t>
            </a:r>
          </a:p>
          <a:p>
            <a:pPr>
              <a:lnSpc>
                <a:spcPct val="150000"/>
              </a:lnSpc>
            </a:pPr>
            <a:r>
              <a:rPr lang="en-IN" sz="3200" dirty="0"/>
              <a:t> </a:t>
            </a:r>
            <a:r>
              <a:rPr lang="en-IN" sz="3200" b="1" dirty="0"/>
              <a:t>Tasks</a:t>
            </a:r>
            <a:r>
              <a:rPr lang="en-IN" sz="3200" dirty="0"/>
              <a:t>:</a:t>
            </a:r>
          </a:p>
          <a:p>
            <a:pPr marL="514350" lvl="0" indent="-514350">
              <a:buFont typeface="+mj-lt"/>
              <a:buAutoNum type="arabicPeriod"/>
            </a:pPr>
            <a:r>
              <a:rPr lang="en-IN" sz="3200" dirty="0"/>
              <a:t>Create a ProductSale class: </a:t>
            </a:r>
          </a:p>
          <a:p>
            <a:pPr lvl="1"/>
            <a:r>
              <a:rPr lang="en-IN" sz="3200" dirty="0"/>
              <a:t>	ProductName, Category, UnitsSold, UnitPrice</a:t>
            </a:r>
          </a:p>
          <a:p>
            <a:pPr marL="514350" lvl="0" indent="-514350">
              <a:buFont typeface="+mj-lt"/>
              <a:buAutoNum type="arabicPeriod"/>
            </a:pPr>
            <a:r>
              <a:rPr lang="en-IN" sz="3200" dirty="0"/>
              <a:t>In Main(): </a:t>
            </a:r>
          </a:p>
          <a:p>
            <a:pPr lvl="1"/>
            <a:r>
              <a:rPr lang="en-IN" sz="3200" dirty="0"/>
              <a:t>Add at least 10 product sales records across 3 categories.</a:t>
            </a:r>
          </a:p>
          <a:p>
            <a:pPr marL="514350" lvl="0" indent="-514350">
              <a:buFont typeface="+mj-lt"/>
              <a:buAutoNum type="arabicParenR" startAt="3"/>
            </a:pPr>
            <a:r>
              <a:rPr lang="en-IN" sz="3200" dirty="0"/>
              <a:t>Use LINQ to: </a:t>
            </a:r>
          </a:p>
          <a:p>
            <a:pPr marL="971550" lvl="1" indent="-514350">
              <a:buFont typeface="+mj-lt"/>
              <a:buAutoNum type="alphaLcParenR"/>
            </a:pPr>
            <a:r>
              <a:rPr lang="en-IN" sz="3200" dirty="0"/>
              <a:t> Group by category and find: </a:t>
            </a:r>
          </a:p>
          <a:p>
            <a:pPr marL="1828800" lvl="3" indent="-457200">
              <a:buFont typeface="Arial" panose="020B0604020202020204" pitchFamily="34" charset="0"/>
              <a:buChar char="•"/>
            </a:pPr>
            <a:r>
              <a:rPr lang="en-IN" sz="3200" dirty="0"/>
              <a:t>Total revenue per category</a:t>
            </a:r>
          </a:p>
          <a:p>
            <a:pPr marL="1828800" lvl="3" indent="-457200">
              <a:buFont typeface="Arial" panose="020B0604020202020204" pitchFamily="34" charset="0"/>
              <a:buChar char="•"/>
            </a:pPr>
            <a:r>
              <a:rPr lang="en-IN" sz="3200" dirty="0"/>
              <a:t>Best-selling product per category</a:t>
            </a:r>
          </a:p>
          <a:p>
            <a:pPr marL="971550" lvl="1" indent="-514350">
              <a:buFont typeface="+mj-lt"/>
              <a:buAutoNum type="alphaLcParenR"/>
            </a:pPr>
            <a:r>
              <a:rPr lang="en-IN" sz="3200" dirty="0"/>
              <a:t> List top 3 products by total revenue.</a:t>
            </a:r>
          </a:p>
          <a:p>
            <a:pPr marL="971550" lvl="1" indent="-514350">
              <a:buFont typeface="+mj-lt"/>
              <a:buAutoNum type="alphaLcParenR"/>
            </a:pPr>
            <a:r>
              <a:rPr lang="en-IN" sz="3200" dirty="0"/>
              <a:t> Filter products with revenue &gt; 1000 and order by revenue descending</a:t>
            </a:r>
            <a:endParaRPr lang="en-IN"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14C259-4AA3-1A67-9282-7296F3376231}"/>
            </a:ext>
          </a:extLst>
        </p:cNvPr>
        <p:cNvGrpSpPr/>
        <p:nvPr/>
      </p:nvGrpSpPr>
      <p:grpSpPr>
        <a:xfrm>
          <a:off x="0" y="0"/>
          <a:ext cx="0" cy="0"/>
          <a:chOff x="0" y="0"/>
          <a:chExt cx="0" cy="0"/>
        </a:xfrm>
      </p:grpSpPr>
      <p:grpSp>
        <p:nvGrpSpPr>
          <p:cNvPr id="4" name="Group 4">
            <a:extLst>
              <a:ext uri="{FF2B5EF4-FFF2-40B4-BE49-F238E27FC236}">
                <a16:creationId xmlns:a16="http://schemas.microsoft.com/office/drawing/2014/main" id="{1BD19E0D-39ED-1D6D-532A-C0723A010820}"/>
              </a:ext>
            </a:extLst>
          </p:cNvPr>
          <p:cNvGrpSpPr/>
          <p:nvPr/>
        </p:nvGrpSpPr>
        <p:grpSpPr>
          <a:xfrm>
            <a:off x="325711" y="602153"/>
            <a:ext cx="13147359" cy="8048998"/>
            <a:chOff x="-574870" y="-1706213"/>
            <a:chExt cx="15155455" cy="10731995"/>
          </a:xfrm>
        </p:grpSpPr>
        <p:sp>
          <p:nvSpPr>
            <p:cNvPr id="5" name="TextBox 5">
              <a:extLst>
                <a:ext uri="{FF2B5EF4-FFF2-40B4-BE49-F238E27FC236}">
                  <a16:creationId xmlns:a16="http://schemas.microsoft.com/office/drawing/2014/main" id="{C26E54B5-85D8-7F7F-1106-D302F0091602}"/>
                </a:ext>
              </a:extLst>
            </p:cNvPr>
            <p:cNvSpPr txBox="1"/>
            <p:nvPr/>
          </p:nvSpPr>
          <p:spPr>
            <a:xfrm>
              <a:off x="0" y="1208429"/>
              <a:ext cx="12224445" cy="619125"/>
            </a:xfrm>
            <a:prstGeom prst="rect">
              <a:avLst/>
            </a:prstGeom>
          </p:spPr>
          <p:txBody>
            <a:bodyPr lIns="0" tIns="0" rIns="0" bIns="0" rtlCol="0" anchor="t">
              <a:spAutoFit/>
            </a:bodyPr>
            <a:lstStyle/>
            <a:p>
              <a:pPr marL="323850" lvl="1">
                <a:lnSpc>
                  <a:spcPts val="3600"/>
                </a:lnSpc>
              </a:pPr>
              <a:endParaRPr lang="en-US" sz="3000">
                <a:solidFill>
                  <a:srgbClr val="33123B"/>
                </a:solidFill>
                <a:latin typeface="Assistant Regular"/>
                <a:ea typeface="Assistant Regular"/>
                <a:cs typeface="Assistant Regular"/>
              </a:endParaRPr>
            </a:p>
          </p:txBody>
        </p:sp>
        <p:sp>
          <p:nvSpPr>
            <p:cNvPr id="6" name="TextBox 6">
              <a:extLst>
                <a:ext uri="{FF2B5EF4-FFF2-40B4-BE49-F238E27FC236}">
                  <a16:creationId xmlns:a16="http://schemas.microsoft.com/office/drawing/2014/main" id="{38A98C30-BC6F-A2E3-40C1-B03929245FB3}"/>
                </a:ext>
              </a:extLst>
            </p:cNvPr>
            <p:cNvSpPr txBox="1"/>
            <p:nvPr/>
          </p:nvSpPr>
          <p:spPr>
            <a:xfrm>
              <a:off x="0" y="2211729"/>
              <a:ext cx="13631736" cy="615553"/>
            </a:xfrm>
            <a:prstGeom prst="rect">
              <a:avLst/>
            </a:prstGeom>
          </p:spPr>
          <p:txBody>
            <a:bodyPr lIns="0" tIns="0" rIns="0" bIns="0" rtlCol="0" anchor="t">
              <a:spAutoFit/>
            </a:bodyPr>
            <a:lstStyle/>
            <a:p>
              <a:pPr marL="647700" lvl="1" indent="-323850">
                <a:lnSpc>
                  <a:spcPts val="3600"/>
                </a:lnSpc>
                <a:buFont typeface="Arial"/>
                <a:buChar char="•"/>
              </a:pPr>
              <a:endParaRPr lang="en-US" sz="3000">
                <a:solidFill>
                  <a:srgbClr val="33123B"/>
                </a:solidFill>
                <a:latin typeface="Assistant Regular"/>
                <a:ea typeface="Assistant Regular"/>
                <a:cs typeface="Assistant Regular"/>
              </a:endParaRPr>
            </a:p>
          </p:txBody>
        </p:sp>
        <p:sp>
          <p:nvSpPr>
            <p:cNvPr id="7" name="TextBox 7">
              <a:extLst>
                <a:ext uri="{FF2B5EF4-FFF2-40B4-BE49-F238E27FC236}">
                  <a16:creationId xmlns:a16="http://schemas.microsoft.com/office/drawing/2014/main" id="{FCA2E676-140B-F8F1-D446-0FC9FA6B03D9}"/>
                </a:ext>
              </a:extLst>
            </p:cNvPr>
            <p:cNvSpPr txBox="1"/>
            <p:nvPr/>
          </p:nvSpPr>
          <p:spPr>
            <a:xfrm>
              <a:off x="0" y="688706"/>
              <a:ext cx="13250213" cy="1846660"/>
            </a:xfrm>
            <a:prstGeom prst="rect">
              <a:avLst/>
            </a:prstGeom>
          </p:spPr>
          <p:txBody>
            <a:bodyPr wrap="square" lIns="0" tIns="0" rIns="0" bIns="0" rtlCol="0" anchor="t">
              <a:spAutoFit/>
            </a:bodyPr>
            <a:lstStyle/>
            <a:p>
              <a:pPr marL="838200" lvl="1" indent="-514350">
                <a:lnSpc>
                  <a:spcPts val="3600"/>
                </a:lnSpc>
                <a:buAutoNum type="arabicPeriod"/>
              </a:pPr>
              <a:endParaRPr lang="en-US" sz="3000" dirty="0">
                <a:solidFill>
                  <a:srgbClr val="33123B"/>
                </a:solidFill>
                <a:latin typeface="Calibri"/>
                <a:ea typeface="Assistant Regular"/>
                <a:cs typeface="Assistant Regular"/>
              </a:endParaRPr>
            </a:p>
            <a:p>
              <a:pPr marL="323850" lvl="1">
                <a:lnSpc>
                  <a:spcPts val="3600"/>
                </a:lnSpc>
              </a:pPr>
              <a:endParaRPr lang="en-US" sz="3000" dirty="0">
                <a:solidFill>
                  <a:srgbClr val="33123B"/>
                </a:solidFill>
                <a:latin typeface="Calibri"/>
                <a:ea typeface="Assistant Regular"/>
                <a:cs typeface="Assistant Regular"/>
              </a:endParaRPr>
            </a:p>
            <a:p>
              <a:pPr marL="647700" lvl="1" indent="-323850">
                <a:lnSpc>
                  <a:spcPts val="3600"/>
                </a:lnSpc>
                <a:buAutoNum type="arabicPeriod"/>
              </a:pPr>
              <a:endParaRPr lang="en-US" sz="3000" dirty="0">
                <a:solidFill>
                  <a:srgbClr val="33123B"/>
                </a:solidFill>
                <a:latin typeface="Assistant Regular"/>
                <a:ea typeface="Assistant Regular"/>
                <a:cs typeface="Assistant Regular"/>
              </a:endParaRPr>
            </a:p>
          </p:txBody>
        </p:sp>
        <p:sp>
          <p:nvSpPr>
            <p:cNvPr id="8" name="TextBox 8">
              <a:extLst>
                <a:ext uri="{FF2B5EF4-FFF2-40B4-BE49-F238E27FC236}">
                  <a16:creationId xmlns:a16="http://schemas.microsoft.com/office/drawing/2014/main" id="{88DB854E-6D03-4165-B801-C343CFF32E36}"/>
                </a:ext>
              </a:extLst>
            </p:cNvPr>
            <p:cNvSpPr txBox="1"/>
            <p:nvPr/>
          </p:nvSpPr>
          <p:spPr>
            <a:xfrm>
              <a:off x="-574870" y="-1706213"/>
              <a:ext cx="15155455" cy="10731995"/>
            </a:xfrm>
            <a:prstGeom prst="rect">
              <a:avLst/>
            </a:prstGeom>
          </p:spPr>
          <p:txBody>
            <a:bodyPr wrap="square" lIns="0" tIns="0" rIns="0" bIns="0" rtlCol="0" anchor="t">
              <a:spAutoFit/>
            </a:bodyPr>
            <a:lstStyle/>
            <a:p>
              <a:pPr>
                <a:lnSpc>
                  <a:spcPct val="150000"/>
                </a:lnSpc>
              </a:pPr>
              <a:r>
                <a:rPr lang="en-GB" sz="3200" b="1" dirty="0">
                  <a:solidFill>
                    <a:srgbClr val="33123B"/>
                  </a:solidFill>
                  <a:ea typeface="Calibri"/>
                  <a:cs typeface="Calibri"/>
                </a:rPr>
                <a:t>Output Format :</a:t>
              </a:r>
            </a:p>
            <a:p>
              <a:pPr>
                <a:lnSpc>
                  <a:spcPct val="150000"/>
                </a:lnSpc>
              </a:pPr>
              <a:endParaRPr lang="en-GB" sz="3200" b="1" dirty="0">
                <a:solidFill>
                  <a:srgbClr val="33123B"/>
                </a:solidFill>
                <a:ea typeface="Calibri"/>
                <a:cs typeface="Calibri"/>
              </a:endParaRPr>
            </a:p>
            <a:p>
              <a:pPr>
                <a:lnSpc>
                  <a:spcPct val="150000"/>
                </a:lnSpc>
              </a:pPr>
              <a:endParaRPr lang="en-GB" sz="3200" b="1" dirty="0">
                <a:solidFill>
                  <a:srgbClr val="33123B"/>
                </a:solidFill>
                <a:ea typeface="Calibri"/>
                <a:cs typeface="Calibri"/>
              </a:endParaRPr>
            </a:p>
            <a:p>
              <a:pPr>
                <a:lnSpc>
                  <a:spcPct val="150000"/>
                </a:lnSpc>
              </a:pPr>
              <a:endParaRPr lang="en-GB" sz="3200" b="1" dirty="0">
                <a:solidFill>
                  <a:srgbClr val="33123B"/>
                </a:solidFill>
                <a:ea typeface="Calibri"/>
                <a:cs typeface="Calibri"/>
              </a:endParaRPr>
            </a:p>
            <a:p>
              <a:pPr>
                <a:lnSpc>
                  <a:spcPct val="150000"/>
                </a:lnSpc>
              </a:pPr>
              <a:endParaRPr lang="en-GB" sz="3200" b="1" dirty="0">
                <a:solidFill>
                  <a:srgbClr val="33123B"/>
                </a:solidFill>
                <a:ea typeface="Calibri"/>
                <a:cs typeface="Calibri"/>
              </a:endParaRPr>
            </a:p>
            <a:p>
              <a:pPr>
                <a:lnSpc>
                  <a:spcPct val="150000"/>
                </a:lnSpc>
              </a:pPr>
              <a:endParaRPr lang="en-GB" sz="3200" b="1" dirty="0">
                <a:solidFill>
                  <a:srgbClr val="33123B"/>
                </a:solidFill>
                <a:ea typeface="Calibri"/>
                <a:cs typeface="Calibri"/>
              </a:endParaRPr>
            </a:p>
            <a:p>
              <a:pPr>
                <a:lnSpc>
                  <a:spcPct val="150000"/>
                </a:lnSpc>
              </a:pPr>
              <a:endParaRPr lang="en-GB" sz="3200" b="1" dirty="0">
                <a:solidFill>
                  <a:srgbClr val="33123B"/>
                </a:solidFill>
                <a:ea typeface="Calibri"/>
                <a:cs typeface="Calibri"/>
              </a:endParaRPr>
            </a:p>
            <a:p>
              <a:pPr>
                <a:lnSpc>
                  <a:spcPct val="150000"/>
                </a:lnSpc>
              </a:pPr>
              <a:endParaRPr lang="en-GB" sz="3200" b="1" dirty="0">
                <a:solidFill>
                  <a:srgbClr val="33123B"/>
                </a:solidFill>
                <a:ea typeface="Calibri"/>
                <a:cs typeface="Calibri"/>
              </a:endParaRPr>
            </a:p>
            <a:p>
              <a:pPr>
                <a:lnSpc>
                  <a:spcPct val="150000"/>
                </a:lnSpc>
              </a:pPr>
              <a:endParaRPr lang="en-GB" sz="3200" b="1" dirty="0">
                <a:solidFill>
                  <a:srgbClr val="33123B"/>
                </a:solidFill>
                <a:ea typeface="Calibri"/>
                <a:cs typeface="Calibri"/>
              </a:endParaRPr>
            </a:p>
            <a:p>
              <a:pPr>
                <a:lnSpc>
                  <a:spcPct val="150000"/>
                </a:lnSpc>
              </a:pPr>
              <a:endParaRPr lang="en-GB" sz="3200" b="1" dirty="0">
                <a:solidFill>
                  <a:srgbClr val="33123B"/>
                </a:solidFill>
                <a:ea typeface="Calibri"/>
                <a:cs typeface="Calibri"/>
              </a:endParaRPr>
            </a:p>
            <a:p>
              <a:pPr>
                <a:lnSpc>
                  <a:spcPct val="150000"/>
                </a:lnSpc>
              </a:pPr>
              <a:endParaRPr lang="en-GB" sz="3200" b="1" dirty="0">
                <a:solidFill>
                  <a:srgbClr val="33123B"/>
                </a:solidFill>
                <a:ea typeface="Calibri"/>
                <a:cs typeface="Calibri"/>
              </a:endParaRPr>
            </a:p>
          </p:txBody>
        </p:sp>
      </p:grpSp>
      <p:sp>
        <p:nvSpPr>
          <p:cNvPr id="15" name="TextBox 15">
            <a:extLst>
              <a:ext uri="{FF2B5EF4-FFF2-40B4-BE49-F238E27FC236}">
                <a16:creationId xmlns:a16="http://schemas.microsoft.com/office/drawing/2014/main" id="{3AD877AC-EC2A-398B-39D6-16147A4360C1}"/>
              </a:ext>
            </a:extLst>
          </p:cNvPr>
          <p:cNvSpPr txBox="1"/>
          <p:nvPr/>
        </p:nvSpPr>
        <p:spPr>
          <a:xfrm>
            <a:off x="7839979" y="312471"/>
            <a:ext cx="9619725" cy="1154162"/>
          </a:xfrm>
          <a:prstGeom prst="rect">
            <a:avLst/>
          </a:prstGeom>
        </p:spPr>
        <p:txBody>
          <a:bodyPr wrap="square" lIns="0" tIns="0" rIns="0" bIns="0" rtlCol="0" anchor="t">
            <a:spAutoFit/>
          </a:bodyPr>
          <a:lstStyle/>
          <a:p>
            <a:pPr algn="r">
              <a:lnSpc>
                <a:spcPts val="8800"/>
              </a:lnSpc>
            </a:pPr>
            <a:r>
              <a:rPr lang="en-US" sz="8000" b="1">
                <a:solidFill>
                  <a:srgbClr val="8D0A75"/>
                </a:solidFill>
                <a:latin typeface="Heebo Black"/>
                <a:ea typeface="Heebo Black"/>
                <a:cs typeface="Heebo Black"/>
                <a:sym typeface="Heebo Black"/>
              </a:rPr>
              <a:t>Assignment </a:t>
            </a:r>
          </a:p>
        </p:txBody>
      </p:sp>
      <p:grpSp>
        <p:nvGrpSpPr>
          <p:cNvPr id="16" name="Group 16">
            <a:extLst>
              <a:ext uri="{FF2B5EF4-FFF2-40B4-BE49-F238E27FC236}">
                <a16:creationId xmlns:a16="http://schemas.microsoft.com/office/drawing/2014/main" id="{12634525-2A0B-BCF9-C5C3-7792028F9B50}"/>
              </a:ext>
            </a:extLst>
          </p:cNvPr>
          <p:cNvGrpSpPr>
            <a:grpSpLocks noChangeAspect="1"/>
          </p:cNvGrpSpPr>
          <p:nvPr/>
        </p:nvGrpSpPr>
        <p:grpSpPr>
          <a:xfrm>
            <a:off x="13741677" y="4631549"/>
            <a:ext cx="6110870" cy="6110870"/>
            <a:chOff x="0" y="0"/>
            <a:chExt cx="14840029" cy="14840029"/>
          </a:xfrm>
        </p:grpSpPr>
        <p:sp>
          <p:nvSpPr>
            <p:cNvPr id="17" name="Freeform 17">
              <a:extLst>
                <a:ext uri="{FF2B5EF4-FFF2-40B4-BE49-F238E27FC236}">
                  <a16:creationId xmlns:a16="http://schemas.microsoft.com/office/drawing/2014/main" id="{F53AC2D1-40EF-B582-9875-315725428F7E}"/>
                </a:ext>
              </a:extLst>
            </p:cNvPr>
            <p:cNvSpPr/>
            <p:nvPr/>
          </p:nvSpPr>
          <p:spPr>
            <a:xfrm>
              <a:off x="-366471" y="-11891"/>
              <a:ext cx="15572971" cy="14863810"/>
            </a:xfrm>
            <a:custGeom>
              <a:avLst/>
              <a:gdLst/>
              <a:ahLst/>
              <a:cxnLst/>
              <a:rect l="l" t="t" r="r" b="b"/>
              <a:pathLst>
                <a:path w="15572971" h="14863810">
                  <a:moveTo>
                    <a:pt x="7786486" y="11891"/>
                  </a:moveTo>
                  <a:cubicBezTo>
                    <a:pt x="5127664" y="0"/>
                    <a:pt x="2665709" y="1411641"/>
                    <a:pt x="1332855" y="3712286"/>
                  </a:cubicBezTo>
                  <a:cubicBezTo>
                    <a:pt x="0" y="6012931"/>
                    <a:pt x="0" y="8850880"/>
                    <a:pt x="1332855" y="11151525"/>
                  </a:cubicBezTo>
                  <a:cubicBezTo>
                    <a:pt x="2665709" y="13452170"/>
                    <a:pt x="5127664" y="14863811"/>
                    <a:pt x="7786486" y="14851920"/>
                  </a:cubicBezTo>
                  <a:cubicBezTo>
                    <a:pt x="10445306" y="14863811"/>
                    <a:pt x="12907262" y="13452170"/>
                    <a:pt x="14240117" y="11151525"/>
                  </a:cubicBezTo>
                  <a:cubicBezTo>
                    <a:pt x="15572971" y="8850880"/>
                    <a:pt x="15572971" y="6012931"/>
                    <a:pt x="14240117" y="3712286"/>
                  </a:cubicBezTo>
                  <a:cubicBezTo>
                    <a:pt x="12907262" y="1411641"/>
                    <a:pt x="10445306" y="0"/>
                    <a:pt x="7786486" y="11891"/>
                  </a:cubicBezTo>
                  <a:close/>
                </a:path>
              </a:pathLst>
            </a:custGeom>
            <a:solidFill>
              <a:srgbClr val="769EBE"/>
            </a:solidFill>
          </p:spPr>
          <p:txBody>
            <a:bodyPr/>
            <a:lstStyle/>
            <a:p>
              <a:endParaRPr lang="en-IN"/>
            </a:p>
          </p:txBody>
        </p:sp>
        <p:sp>
          <p:nvSpPr>
            <p:cNvPr id="18" name="Freeform 18">
              <a:extLst>
                <a:ext uri="{FF2B5EF4-FFF2-40B4-BE49-F238E27FC236}">
                  <a16:creationId xmlns:a16="http://schemas.microsoft.com/office/drawing/2014/main" id="{BDE8DBA7-08AA-22C6-E676-BFB751EF9D84}"/>
                </a:ext>
              </a:extLst>
            </p:cNvPr>
            <p:cNvSpPr/>
            <p:nvPr/>
          </p:nvSpPr>
          <p:spPr>
            <a:xfrm>
              <a:off x="-156193" y="188812"/>
              <a:ext cx="15152415" cy="14462405"/>
            </a:xfrm>
            <a:custGeom>
              <a:avLst/>
              <a:gdLst/>
              <a:ahLst/>
              <a:cxnLst/>
              <a:rect l="l" t="t" r="r" b="b"/>
              <a:pathLst>
                <a:path w="15152415" h="14462405">
                  <a:moveTo>
                    <a:pt x="7576208" y="11570"/>
                  </a:moveTo>
                  <a:cubicBezTo>
                    <a:pt x="4989189" y="0"/>
                    <a:pt x="2593721" y="1373519"/>
                    <a:pt x="1296860" y="3612034"/>
                  </a:cubicBezTo>
                  <a:cubicBezTo>
                    <a:pt x="0" y="5850548"/>
                    <a:pt x="0" y="8611857"/>
                    <a:pt x="1296860" y="10850372"/>
                  </a:cubicBezTo>
                  <a:cubicBezTo>
                    <a:pt x="2593721" y="13088886"/>
                    <a:pt x="4989189" y="14462405"/>
                    <a:pt x="7576208" y="14450835"/>
                  </a:cubicBezTo>
                  <a:cubicBezTo>
                    <a:pt x="10163226" y="14462405"/>
                    <a:pt x="12558694" y="13088886"/>
                    <a:pt x="13855555" y="10850372"/>
                  </a:cubicBezTo>
                  <a:cubicBezTo>
                    <a:pt x="15152416" y="8611857"/>
                    <a:pt x="15152416" y="5850548"/>
                    <a:pt x="13855555" y="3612034"/>
                  </a:cubicBezTo>
                  <a:cubicBezTo>
                    <a:pt x="12558694" y="1373519"/>
                    <a:pt x="10163226" y="0"/>
                    <a:pt x="7576208" y="11570"/>
                  </a:cubicBezTo>
                  <a:close/>
                </a:path>
              </a:pathLst>
            </a:custGeom>
            <a:solidFill>
              <a:srgbClr val="3A5677"/>
            </a:solidFill>
          </p:spPr>
          <p:txBody>
            <a:bodyPr/>
            <a:lstStyle/>
            <a:p>
              <a:endParaRPr lang="en-IN"/>
            </a:p>
          </p:txBody>
        </p:sp>
        <p:sp>
          <p:nvSpPr>
            <p:cNvPr id="19" name="Freeform 19">
              <a:extLst>
                <a:ext uri="{FF2B5EF4-FFF2-40B4-BE49-F238E27FC236}">
                  <a16:creationId xmlns:a16="http://schemas.microsoft.com/office/drawing/2014/main" id="{D7773E1C-47D6-30F3-3346-C47037CCA6E8}"/>
                </a:ext>
              </a:extLst>
            </p:cNvPr>
            <p:cNvSpPr/>
            <p:nvPr/>
          </p:nvSpPr>
          <p:spPr>
            <a:xfrm>
              <a:off x="223301" y="551024"/>
              <a:ext cx="14393427" cy="13737979"/>
            </a:xfrm>
            <a:custGeom>
              <a:avLst/>
              <a:gdLst/>
              <a:ahLst/>
              <a:cxnLst/>
              <a:rect l="l" t="t" r="r" b="b"/>
              <a:pathLst>
                <a:path w="14393427" h="13737979">
                  <a:moveTo>
                    <a:pt x="7196714" y="10990"/>
                  </a:moveTo>
                  <a:cubicBezTo>
                    <a:pt x="4739280" y="0"/>
                    <a:pt x="2463801" y="1304719"/>
                    <a:pt x="1231900" y="3431106"/>
                  </a:cubicBezTo>
                  <a:cubicBezTo>
                    <a:pt x="0" y="5557493"/>
                    <a:pt x="0" y="8180487"/>
                    <a:pt x="1231900" y="10306874"/>
                  </a:cubicBezTo>
                  <a:cubicBezTo>
                    <a:pt x="2463801" y="12433261"/>
                    <a:pt x="4739280" y="13737980"/>
                    <a:pt x="7196714" y="13726990"/>
                  </a:cubicBezTo>
                  <a:cubicBezTo>
                    <a:pt x="9654147" y="13737980"/>
                    <a:pt x="11929626" y="12433261"/>
                    <a:pt x="13161527" y="10306874"/>
                  </a:cubicBezTo>
                  <a:cubicBezTo>
                    <a:pt x="14393427" y="8180487"/>
                    <a:pt x="14393427" y="5557493"/>
                    <a:pt x="13161527" y="3431106"/>
                  </a:cubicBezTo>
                  <a:cubicBezTo>
                    <a:pt x="11929626" y="1304719"/>
                    <a:pt x="9654147" y="0"/>
                    <a:pt x="7196714" y="10990"/>
                  </a:cubicBezTo>
                  <a:close/>
                </a:path>
              </a:pathLst>
            </a:custGeom>
            <a:blipFill>
              <a:blip r:embed="rId2"/>
              <a:stretch>
                <a:fillRect l="223" r="223"/>
              </a:stretch>
            </a:blipFill>
          </p:spPr>
          <p:txBody>
            <a:bodyPr/>
            <a:lstStyle/>
            <a:p>
              <a:endParaRPr lang="en-IN"/>
            </a:p>
          </p:txBody>
        </p:sp>
      </p:grpSp>
      <p:sp>
        <p:nvSpPr>
          <p:cNvPr id="23" name="Slide Number Placeholder 22">
            <a:extLst>
              <a:ext uri="{FF2B5EF4-FFF2-40B4-BE49-F238E27FC236}">
                <a16:creationId xmlns:a16="http://schemas.microsoft.com/office/drawing/2014/main" id="{D951C4A9-DE07-E54B-5F9D-B7B8409D3467}"/>
              </a:ext>
            </a:extLst>
          </p:cNvPr>
          <p:cNvSpPr>
            <a:spLocks noGrp="1"/>
          </p:cNvSpPr>
          <p:nvPr>
            <p:ph type="sldNum" sz="quarter" idx="12"/>
          </p:nvPr>
        </p:nvSpPr>
        <p:spPr/>
        <p:txBody>
          <a:bodyPr/>
          <a:lstStyle/>
          <a:p>
            <a:fld id="{B6F15528-21DE-4FAA-801E-634DDDAF4B2B}" type="slidenum">
              <a:rPr lang="en-US" smtClean="0"/>
              <a:pPr/>
              <a:t>43</a:t>
            </a:fld>
            <a:endParaRPr lang="en-GB"/>
          </a:p>
        </p:txBody>
      </p:sp>
      <p:pic>
        <p:nvPicPr>
          <p:cNvPr id="2" name="Picture 1">
            <a:extLst>
              <a:ext uri="{FF2B5EF4-FFF2-40B4-BE49-F238E27FC236}">
                <a16:creationId xmlns:a16="http://schemas.microsoft.com/office/drawing/2014/main" id="{F44A13B6-0E45-E8B4-526D-033D3587267A}"/>
              </a:ext>
            </a:extLst>
          </p:cNvPr>
          <p:cNvPicPr>
            <a:picLocks noChangeAspect="1"/>
          </p:cNvPicPr>
          <p:nvPr/>
        </p:nvPicPr>
        <p:blipFill>
          <a:blip r:embed="rId3"/>
          <a:stretch>
            <a:fillRect/>
          </a:stretch>
        </p:blipFill>
        <p:spPr>
          <a:xfrm>
            <a:off x="493440" y="1240885"/>
            <a:ext cx="10304182" cy="8708930"/>
          </a:xfrm>
          <a:prstGeom prst="rect">
            <a:avLst/>
          </a:prstGeom>
        </p:spPr>
      </p:pic>
    </p:spTree>
    <p:extLst>
      <p:ext uri="{BB962C8B-B14F-4D97-AF65-F5344CB8AC3E}">
        <p14:creationId xmlns:p14="http://schemas.microsoft.com/office/powerpoint/2010/main" val="322925196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3338650" y="2344203"/>
            <a:ext cx="11352740" cy="1291970"/>
          </a:xfrm>
          <a:prstGeom prst="rect">
            <a:avLst/>
          </a:prstGeom>
        </p:spPr>
        <p:txBody>
          <a:bodyPr lIns="0" tIns="0" rIns="0" bIns="0" rtlCol="0" anchor="t">
            <a:spAutoFit/>
          </a:bodyPr>
          <a:lstStyle/>
          <a:p>
            <a:pPr algn="ctr">
              <a:lnSpc>
                <a:spcPts val="9900"/>
              </a:lnSpc>
            </a:pPr>
            <a:r>
              <a:rPr lang="en-US" sz="9000" b="1">
                <a:solidFill>
                  <a:srgbClr val="8D0A75"/>
                </a:solidFill>
                <a:latin typeface="Heebo Black"/>
                <a:ea typeface="Heebo Black"/>
                <a:cs typeface="Heebo Black"/>
                <a:sym typeface="Heebo Black"/>
              </a:rPr>
              <a:t>Debrief</a:t>
            </a:r>
          </a:p>
        </p:txBody>
      </p:sp>
      <p:sp>
        <p:nvSpPr>
          <p:cNvPr id="3" name="TextBox 3"/>
          <p:cNvSpPr txBox="1"/>
          <p:nvPr/>
        </p:nvSpPr>
        <p:spPr>
          <a:xfrm>
            <a:off x="4406280" y="4820704"/>
            <a:ext cx="4280520" cy="461665"/>
          </a:xfrm>
          <a:prstGeom prst="rect">
            <a:avLst/>
          </a:prstGeom>
        </p:spPr>
        <p:txBody>
          <a:bodyPr wrap="square" lIns="0" tIns="0" rIns="0" bIns="0" rtlCol="0" anchor="t">
            <a:spAutoFit/>
          </a:bodyPr>
          <a:lstStyle/>
          <a:p>
            <a:pPr algn="ctr">
              <a:lnSpc>
                <a:spcPts val="3600"/>
              </a:lnSpc>
            </a:pPr>
            <a:r>
              <a:rPr lang="en-US" sz="3000" b="1" dirty="0">
                <a:solidFill>
                  <a:srgbClr val="33123B"/>
                </a:solidFill>
                <a:latin typeface="Assistant Regular Bold"/>
                <a:ea typeface="Assistant Regular Bold"/>
                <a:cs typeface="Assistant Regular Bold"/>
                <a:sym typeface="Assistant Regular Bold"/>
              </a:rPr>
              <a:t>Array and List</a:t>
            </a:r>
          </a:p>
        </p:txBody>
      </p:sp>
      <p:sp>
        <p:nvSpPr>
          <p:cNvPr id="4" name="TextBox 4"/>
          <p:cNvSpPr txBox="1"/>
          <p:nvPr/>
        </p:nvSpPr>
        <p:spPr>
          <a:xfrm>
            <a:off x="9601202" y="4865952"/>
            <a:ext cx="4056217" cy="461665"/>
          </a:xfrm>
          <a:prstGeom prst="rect">
            <a:avLst/>
          </a:prstGeom>
        </p:spPr>
        <p:txBody>
          <a:bodyPr wrap="square" lIns="0" tIns="0" rIns="0" bIns="0" rtlCol="0" anchor="t">
            <a:spAutoFit/>
          </a:bodyPr>
          <a:lstStyle/>
          <a:p>
            <a:pPr algn="ctr">
              <a:lnSpc>
                <a:spcPts val="3600"/>
              </a:lnSpc>
            </a:pPr>
            <a:r>
              <a:rPr lang="en-US" sz="3200" b="1" dirty="0">
                <a:latin typeface="Assistant Regular Bold" panose="020B0604020202020204" charset="-79"/>
                <a:cs typeface="Assistant Regular Bold" panose="020B0604020202020204" charset="-79"/>
              </a:rPr>
              <a:t>Dictionary and HashSet</a:t>
            </a:r>
            <a:endParaRPr lang="en-US" sz="3000" b="1" dirty="0">
              <a:solidFill>
                <a:srgbClr val="33123B"/>
              </a:solidFill>
              <a:latin typeface="Assistant Regular Bold" panose="020B0604020202020204" charset="-79"/>
              <a:ea typeface="Assistant Regular Bold"/>
              <a:cs typeface="Assistant Regular Bold" panose="020B0604020202020204" charset="-79"/>
            </a:endParaRPr>
          </a:p>
        </p:txBody>
      </p:sp>
      <p:sp>
        <p:nvSpPr>
          <p:cNvPr id="6" name="TextBox 6"/>
          <p:cNvSpPr txBox="1"/>
          <p:nvPr/>
        </p:nvSpPr>
        <p:spPr>
          <a:xfrm>
            <a:off x="7135592" y="7910666"/>
            <a:ext cx="3466514" cy="466725"/>
          </a:xfrm>
          <a:prstGeom prst="rect">
            <a:avLst/>
          </a:prstGeom>
        </p:spPr>
        <p:txBody>
          <a:bodyPr lIns="0" tIns="0" rIns="0" bIns="0" rtlCol="0" anchor="t">
            <a:spAutoFit/>
          </a:bodyPr>
          <a:lstStyle/>
          <a:p>
            <a:pPr algn="ctr">
              <a:lnSpc>
                <a:spcPts val="3600"/>
              </a:lnSpc>
            </a:pPr>
            <a:r>
              <a:rPr lang="en-US" sz="3000" b="1" dirty="0">
                <a:solidFill>
                  <a:srgbClr val="33123B"/>
                </a:solidFill>
                <a:latin typeface="Assistant Regular Bold"/>
                <a:ea typeface="Assistant Regular Bold"/>
                <a:cs typeface="Assistant Regular Bold"/>
                <a:sym typeface="Assistant Regular Bold"/>
              </a:rPr>
              <a:t>Use cases</a:t>
            </a:r>
          </a:p>
        </p:txBody>
      </p:sp>
      <p:sp>
        <p:nvSpPr>
          <p:cNvPr id="8" name="Freeform 8"/>
          <p:cNvSpPr/>
          <p:nvPr/>
        </p:nvSpPr>
        <p:spPr>
          <a:xfrm>
            <a:off x="-778351" y="6352898"/>
            <a:ext cx="2459432" cy="2287272"/>
          </a:xfrm>
          <a:custGeom>
            <a:avLst/>
            <a:gdLst/>
            <a:ahLst/>
            <a:cxnLst/>
            <a:rect l="l" t="t" r="r" b="b"/>
            <a:pathLst>
              <a:path w="2459432" h="2287272">
                <a:moveTo>
                  <a:pt x="0" y="0"/>
                </a:moveTo>
                <a:lnTo>
                  <a:pt x="2459432" y="0"/>
                </a:lnTo>
                <a:lnTo>
                  <a:pt x="2459432" y="2287271"/>
                </a:lnTo>
                <a:lnTo>
                  <a:pt x="0" y="228727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10" name="Freeform 10"/>
          <p:cNvSpPr/>
          <p:nvPr/>
        </p:nvSpPr>
        <p:spPr>
          <a:xfrm>
            <a:off x="16606919" y="1646831"/>
            <a:ext cx="2459432" cy="2287272"/>
          </a:xfrm>
          <a:custGeom>
            <a:avLst/>
            <a:gdLst/>
            <a:ahLst/>
            <a:cxnLst/>
            <a:rect l="l" t="t" r="r" b="b"/>
            <a:pathLst>
              <a:path w="2459432" h="2287272">
                <a:moveTo>
                  <a:pt x="0" y="0"/>
                </a:moveTo>
                <a:lnTo>
                  <a:pt x="2459432" y="0"/>
                </a:lnTo>
                <a:lnTo>
                  <a:pt x="2459432" y="2287271"/>
                </a:lnTo>
                <a:lnTo>
                  <a:pt x="0" y="228727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14" name="Freeform 14"/>
          <p:cNvSpPr/>
          <p:nvPr/>
        </p:nvSpPr>
        <p:spPr>
          <a:xfrm>
            <a:off x="7914284" y="-1258572"/>
            <a:ext cx="2459432" cy="2287272"/>
          </a:xfrm>
          <a:custGeom>
            <a:avLst/>
            <a:gdLst/>
            <a:ahLst/>
            <a:cxnLst/>
            <a:rect l="l" t="t" r="r" b="b"/>
            <a:pathLst>
              <a:path w="2459432" h="2287272">
                <a:moveTo>
                  <a:pt x="0" y="0"/>
                </a:moveTo>
                <a:lnTo>
                  <a:pt x="2459432" y="0"/>
                </a:lnTo>
                <a:lnTo>
                  <a:pt x="2459432" y="2287272"/>
                </a:lnTo>
                <a:lnTo>
                  <a:pt x="0" y="228727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15" name="Freeform 15"/>
          <p:cNvSpPr/>
          <p:nvPr/>
        </p:nvSpPr>
        <p:spPr>
          <a:xfrm>
            <a:off x="7914284" y="9258300"/>
            <a:ext cx="2459432" cy="2287272"/>
          </a:xfrm>
          <a:custGeom>
            <a:avLst/>
            <a:gdLst/>
            <a:ahLst/>
            <a:cxnLst/>
            <a:rect l="l" t="t" r="r" b="b"/>
            <a:pathLst>
              <a:path w="2459432" h="2287272">
                <a:moveTo>
                  <a:pt x="0" y="0"/>
                </a:moveTo>
                <a:lnTo>
                  <a:pt x="2459432" y="0"/>
                </a:lnTo>
                <a:lnTo>
                  <a:pt x="2459432" y="2287272"/>
                </a:lnTo>
                <a:lnTo>
                  <a:pt x="0" y="228727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19" name="Slide Number Placeholder 18">
            <a:extLst>
              <a:ext uri="{FF2B5EF4-FFF2-40B4-BE49-F238E27FC236}">
                <a16:creationId xmlns:a16="http://schemas.microsoft.com/office/drawing/2014/main" id="{E09AA338-7558-DCBF-9BD3-6A55D9D0B666}"/>
              </a:ext>
            </a:extLst>
          </p:cNvPr>
          <p:cNvSpPr>
            <a:spLocks noGrp="1"/>
          </p:cNvSpPr>
          <p:nvPr>
            <p:ph type="sldNum" sz="quarter" idx="12"/>
          </p:nvPr>
        </p:nvSpPr>
        <p:spPr/>
        <p:txBody>
          <a:bodyPr/>
          <a:lstStyle/>
          <a:p>
            <a:fld id="{B6F15528-21DE-4FAA-801E-634DDDAF4B2B}" type="slidenum">
              <a:rPr lang="en-US" smtClean="0"/>
              <a:pPr/>
              <a:t>44</a:t>
            </a:fld>
            <a:endParaRPr lang="en-GB"/>
          </a:p>
        </p:txBody>
      </p:sp>
      <p:sp>
        <p:nvSpPr>
          <p:cNvPr id="5" name="TextBox 3">
            <a:extLst>
              <a:ext uri="{FF2B5EF4-FFF2-40B4-BE49-F238E27FC236}">
                <a16:creationId xmlns:a16="http://schemas.microsoft.com/office/drawing/2014/main" id="{1EAEE2E9-9734-840C-BCD0-12FD501D859B}"/>
              </a:ext>
            </a:extLst>
          </p:cNvPr>
          <p:cNvSpPr txBox="1"/>
          <p:nvPr/>
        </p:nvSpPr>
        <p:spPr>
          <a:xfrm>
            <a:off x="4588329" y="5746861"/>
            <a:ext cx="4280520" cy="461665"/>
          </a:xfrm>
          <a:prstGeom prst="rect">
            <a:avLst/>
          </a:prstGeom>
        </p:spPr>
        <p:txBody>
          <a:bodyPr wrap="square" lIns="0" tIns="0" rIns="0" bIns="0" rtlCol="0" anchor="t">
            <a:spAutoFit/>
          </a:bodyPr>
          <a:lstStyle/>
          <a:p>
            <a:pPr algn="ctr">
              <a:lnSpc>
                <a:spcPts val="3600"/>
              </a:lnSpc>
            </a:pPr>
            <a:r>
              <a:rPr lang="en-US" sz="3000" b="1" dirty="0">
                <a:solidFill>
                  <a:srgbClr val="33123B"/>
                </a:solidFill>
                <a:latin typeface="Assistant Regular Bold"/>
                <a:ea typeface="Assistant Regular Bold"/>
                <a:cs typeface="Assistant Regular Bold"/>
                <a:sym typeface="Assistant Regular Bold"/>
              </a:rPr>
              <a:t>Queue and Stack</a:t>
            </a:r>
          </a:p>
        </p:txBody>
      </p:sp>
      <p:sp>
        <p:nvSpPr>
          <p:cNvPr id="7" name="TextBox 4">
            <a:extLst>
              <a:ext uri="{FF2B5EF4-FFF2-40B4-BE49-F238E27FC236}">
                <a16:creationId xmlns:a16="http://schemas.microsoft.com/office/drawing/2014/main" id="{DB09BD61-EF18-A309-5D84-ADA84EEE3C5E}"/>
              </a:ext>
            </a:extLst>
          </p:cNvPr>
          <p:cNvSpPr txBox="1"/>
          <p:nvPr/>
        </p:nvSpPr>
        <p:spPr>
          <a:xfrm>
            <a:off x="9419150" y="5746861"/>
            <a:ext cx="4056217" cy="461665"/>
          </a:xfrm>
          <a:prstGeom prst="rect">
            <a:avLst/>
          </a:prstGeom>
        </p:spPr>
        <p:txBody>
          <a:bodyPr wrap="square" lIns="0" tIns="0" rIns="0" bIns="0" rtlCol="0" anchor="t">
            <a:spAutoFit/>
          </a:bodyPr>
          <a:lstStyle/>
          <a:p>
            <a:pPr algn="ctr">
              <a:lnSpc>
                <a:spcPts val="3600"/>
              </a:lnSpc>
            </a:pPr>
            <a:r>
              <a:rPr lang="en-US" sz="3200" b="1" dirty="0">
                <a:solidFill>
                  <a:srgbClr val="33123B"/>
                </a:solidFill>
                <a:latin typeface="Assistant Regular Bold" panose="020B0604020202020204" charset="-79"/>
                <a:ea typeface="Assistant Regular Bold"/>
                <a:cs typeface="Assistant Regular Bold" panose="020B0604020202020204" charset="-79"/>
              </a:rPr>
              <a:t>LinkedList and Tuple</a:t>
            </a:r>
            <a:endParaRPr lang="en-US" sz="3000" b="1" dirty="0">
              <a:solidFill>
                <a:srgbClr val="33123B"/>
              </a:solidFill>
              <a:latin typeface="Assistant Regular Bold" panose="020B0604020202020204" charset="-79"/>
              <a:ea typeface="Assistant Regular Bold"/>
              <a:cs typeface="Assistant Regular Bold" panose="020B0604020202020204" charset="-79"/>
            </a:endParaRPr>
          </a:p>
        </p:txBody>
      </p:sp>
      <p:sp>
        <p:nvSpPr>
          <p:cNvPr id="9" name="TextBox 6">
            <a:extLst>
              <a:ext uri="{FF2B5EF4-FFF2-40B4-BE49-F238E27FC236}">
                <a16:creationId xmlns:a16="http://schemas.microsoft.com/office/drawing/2014/main" id="{A6604545-9F07-BE14-4C95-D69D69C65781}"/>
              </a:ext>
            </a:extLst>
          </p:cNvPr>
          <p:cNvSpPr txBox="1"/>
          <p:nvPr/>
        </p:nvSpPr>
        <p:spPr>
          <a:xfrm>
            <a:off x="7135592" y="6928567"/>
            <a:ext cx="3466514" cy="466725"/>
          </a:xfrm>
          <a:prstGeom prst="rect">
            <a:avLst/>
          </a:prstGeom>
        </p:spPr>
        <p:txBody>
          <a:bodyPr lIns="0" tIns="0" rIns="0" bIns="0" rtlCol="0" anchor="t">
            <a:spAutoFit/>
          </a:bodyPr>
          <a:lstStyle/>
          <a:p>
            <a:pPr algn="ctr">
              <a:lnSpc>
                <a:spcPts val="3600"/>
              </a:lnSpc>
            </a:pPr>
            <a:r>
              <a:rPr lang="en-US" sz="3000" b="1" dirty="0">
                <a:solidFill>
                  <a:srgbClr val="33123B"/>
                </a:solidFill>
                <a:latin typeface="Assistant Regular Bold"/>
                <a:ea typeface="Assistant Regular Bold"/>
                <a:cs typeface="Assistant Regular Bold"/>
                <a:sym typeface="Assistant Regular Bold"/>
              </a:rPr>
              <a:t>LINQ</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6355775" y="8640169"/>
            <a:ext cx="2459432" cy="2287272"/>
          </a:xfrm>
          <a:custGeom>
            <a:avLst/>
            <a:gdLst/>
            <a:ahLst/>
            <a:cxnLst/>
            <a:rect l="l" t="t" r="r" b="b"/>
            <a:pathLst>
              <a:path w="2459432" h="2287272">
                <a:moveTo>
                  <a:pt x="0" y="0"/>
                </a:moveTo>
                <a:lnTo>
                  <a:pt x="2459431" y="0"/>
                </a:lnTo>
                <a:lnTo>
                  <a:pt x="2459431" y="2287272"/>
                </a:lnTo>
                <a:lnTo>
                  <a:pt x="0" y="228727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5" name="TextBox 5"/>
          <p:cNvSpPr txBox="1"/>
          <p:nvPr/>
        </p:nvSpPr>
        <p:spPr>
          <a:xfrm>
            <a:off x="10564950" y="1264050"/>
            <a:ext cx="7298383" cy="1291970"/>
          </a:xfrm>
          <a:prstGeom prst="rect">
            <a:avLst/>
          </a:prstGeom>
        </p:spPr>
        <p:txBody>
          <a:bodyPr lIns="0" tIns="0" rIns="0" bIns="0" rtlCol="0" anchor="t">
            <a:spAutoFit/>
          </a:bodyPr>
          <a:lstStyle/>
          <a:p>
            <a:pPr algn="r">
              <a:lnSpc>
                <a:spcPts val="9900"/>
              </a:lnSpc>
            </a:pPr>
            <a:r>
              <a:rPr lang="en-US" sz="9000" b="1" dirty="0">
                <a:solidFill>
                  <a:srgbClr val="8D0A75"/>
                </a:solidFill>
                <a:latin typeface="Heebo Black"/>
                <a:ea typeface="Heebo Black"/>
                <a:cs typeface="Heebo Black"/>
                <a:sym typeface="Heebo Black"/>
              </a:rPr>
              <a:t>References</a:t>
            </a:r>
            <a:endParaRPr lang="en-US" sz="9000" b="1" dirty="0">
              <a:solidFill>
                <a:srgbClr val="8D0A75"/>
              </a:solidFill>
              <a:latin typeface="Heebo Black"/>
              <a:ea typeface="Heebo Black"/>
              <a:cs typeface="Heebo Black"/>
            </a:endParaRPr>
          </a:p>
        </p:txBody>
      </p:sp>
      <p:sp>
        <p:nvSpPr>
          <p:cNvPr id="7" name="TextBox 7"/>
          <p:cNvSpPr txBox="1"/>
          <p:nvPr/>
        </p:nvSpPr>
        <p:spPr>
          <a:xfrm>
            <a:off x="954662" y="819150"/>
            <a:ext cx="9006254" cy="438150"/>
          </a:xfrm>
          <a:prstGeom prst="rect">
            <a:avLst/>
          </a:prstGeom>
        </p:spPr>
        <p:txBody>
          <a:bodyPr lIns="0" tIns="0" rIns="0" bIns="0" rtlCol="0" anchor="t">
            <a:spAutoFit/>
          </a:bodyPr>
          <a:lstStyle/>
          <a:p>
            <a:pPr algn="just">
              <a:lnSpc>
                <a:spcPts val="3300"/>
              </a:lnSpc>
            </a:pPr>
            <a:r>
              <a:rPr lang="en-US" sz="3000" b="1">
                <a:solidFill>
                  <a:srgbClr val="8D0A75"/>
                </a:solidFill>
                <a:latin typeface="Heebo Black"/>
                <a:ea typeface="Heebo Black"/>
                <a:cs typeface="Heebo Black"/>
                <a:sym typeface="Heebo Black"/>
              </a:rPr>
              <a:t>📘 Official Resources (High-Quality &amp; Up-to-Date)</a:t>
            </a:r>
          </a:p>
        </p:txBody>
      </p:sp>
      <p:sp>
        <p:nvSpPr>
          <p:cNvPr id="9" name="TextBox 9"/>
          <p:cNvSpPr txBox="1"/>
          <p:nvPr/>
        </p:nvSpPr>
        <p:spPr>
          <a:xfrm>
            <a:off x="1718727" y="1548652"/>
            <a:ext cx="12495415" cy="2763834"/>
          </a:xfrm>
          <a:prstGeom prst="rect">
            <a:avLst/>
          </a:prstGeom>
        </p:spPr>
        <p:txBody>
          <a:bodyPr wrap="square" lIns="0" tIns="0" rIns="0" bIns="0" rtlCol="0" anchor="t">
            <a:spAutoFit/>
          </a:bodyPr>
          <a:lstStyle/>
          <a:p>
            <a:pPr marL="457200" indent="-457200">
              <a:lnSpc>
                <a:spcPct val="200000"/>
              </a:lnSpc>
              <a:buFont typeface="Wingdings"/>
              <a:buChar char="ü"/>
            </a:pPr>
            <a:r>
              <a:rPr lang="en-IN" sz="3200" dirty="0">
                <a:hlinkClick r:id="rId4"/>
              </a:rPr>
              <a:t>https://learn.microsoft.com/en-us/dotnet/csharp/</a:t>
            </a:r>
            <a:endParaRPr lang="en-IN" sz="3200" dirty="0"/>
          </a:p>
          <a:p>
            <a:pPr marL="457200" indent="-457200">
              <a:lnSpc>
                <a:spcPct val="200000"/>
              </a:lnSpc>
              <a:buFont typeface="Wingdings"/>
              <a:buChar char="ü"/>
            </a:pPr>
            <a:r>
              <a:rPr lang="en-IN" sz="3200" dirty="0">
                <a:hlinkClick r:id="rId5"/>
              </a:rPr>
              <a:t>https://www.tutorialsteacher.com/csharp/csharp-collections</a:t>
            </a:r>
            <a:endParaRPr lang="en-IN" sz="3200" dirty="0"/>
          </a:p>
          <a:p>
            <a:pPr marL="457200" indent="-457200">
              <a:lnSpc>
                <a:spcPct val="200000"/>
              </a:lnSpc>
              <a:buFont typeface="Wingdings"/>
              <a:buChar char="ü"/>
            </a:pPr>
            <a:endParaRPr lang="en-GB" sz="3000" dirty="0">
              <a:solidFill>
                <a:srgbClr val="000000"/>
              </a:solidFill>
              <a:ea typeface="+mn-lt"/>
              <a:cs typeface="+mn-lt"/>
              <a:sym typeface="Assistant Regular"/>
            </a:endParaRPr>
          </a:p>
        </p:txBody>
      </p:sp>
      <p:sp>
        <p:nvSpPr>
          <p:cNvPr id="16" name="Slide Number Placeholder 15">
            <a:extLst>
              <a:ext uri="{FF2B5EF4-FFF2-40B4-BE49-F238E27FC236}">
                <a16:creationId xmlns:a16="http://schemas.microsoft.com/office/drawing/2014/main" id="{7A203954-94E8-E177-2D54-36499D9C9FB4}"/>
              </a:ext>
            </a:extLst>
          </p:cNvPr>
          <p:cNvSpPr>
            <a:spLocks noGrp="1"/>
          </p:cNvSpPr>
          <p:nvPr>
            <p:ph type="sldNum" sz="quarter" idx="12"/>
          </p:nvPr>
        </p:nvSpPr>
        <p:spPr/>
        <p:txBody>
          <a:bodyPr/>
          <a:lstStyle/>
          <a:p>
            <a:fld id="{B6F15528-21DE-4FAA-801E-634DDDAF4B2B}" type="slidenum">
              <a:rPr lang="en-US" smtClean="0"/>
              <a:pPr/>
              <a:t>45</a:t>
            </a:fld>
            <a:endParaRPr lang="en-GB"/>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65649" y="4333875"/>
            <a:ext cx="8956702" cy="1724025"/>
          </a:xfrm>
          <a:prstGeom prst="rect">
            <a:avLst/>
          </a:prstGeom>
        </p:spPr>
        <p:txBody>
          <a:bodyPr lIns="0" tIns="0" rIns="0" bIns="0" rtlCol="0" anchor="t">
            <a:spAutoFit/>
          </a:bodyPr>
          <a:lstStyle/>
          <a:p>
            <a:pPr algn="ctr">
              <a:lnSpc>
                <a:spcPts val="13200"/>
              </a:lnSpc>
            </a:pPr>
            <a:r>
              <a:rPr lang="en-US" sz="12000" b="1">
                <a:solidFill>
                  <a:srgbClr val="8D0A75"/>
                </a:solidFill>
                <a:latin typeface="Heebo Black"/>
                <a:ea typeface="Heebo Black"/>
                <a:cs typeface="Heebo Black"/>
                <a:sym typeface="Heebo Black"/>
              </a:rPr>
              <a:t>Thank you</a:t>
            </a:r>
          </a:p>
        </p:txBody>
      </p:sp>
      <p:sp>
        <p:nvSpPr>
          <p:cNvPr id="8" name="Slide Number Placeholder 7">
            <a:extLst>
              <a:ext uri="{FF2B5EF4-FFF2-40B4-BE49-F238E27FC236}">
                <a16:creationId xmlns:a16="http://schemas.microsoft.com/office/drawing/2014/main" id="{EE169540-353F-AA0D-CE5D-9D92894927AE}"/>
              </a:ext>
            </a:extLst>
          </p:cNvPr>
          <p:cNvSpPr>
            <a:spLocks noGrp="1"/>
          </p:cNvSpPr>
          <p:nvPr>
            <p:ph type="sldNum" sz="quarter" idx="12"/>
          </p:nvPr>
        </p:nvSpPr>
        <p:spPr/>
        <p:txBody>
          <a:bodyPr/>
          <a:lstStyle/>
          <a:p>
            <a:fld id="{B6F15528-21DE-4FAA-801E-634DDDAF4B2B}" type="slidenum">
              <a:rPr lang="en-US" smtClean="0"/>
              <a:pPr/>
              <a:t>46</a:t>
            </a:fld>
            <a:endParaRPr lang="en-GB"/>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0334A554D3A384490F35006611FA8EF" ma:contentTypeVersion="3" ma:contentTypeDescription="Create a new document." ma:contentTypeScope="" ma:versionID="d1c5e390780e0d38844ed75d3cc2b18b">
  <xsd:schema xmlns:xsd="http://www.w3.org/2001/XMLSchema" xmlns:xs="http://www.w3.org/2001/XMLSchema" xmlns:p="http://schemas.microsoft.com/office/2006/metadata/properties" xmlns:ns2="ad7d03b8-5160-4549-a356-269f90954506" targetNamespace="http://schemas.microsoft.com/office/2006/metadata/properties" ma:root="true" ma:fieldsID="39eb13f22fcc0a4b85956ff2d0548361" ns2:_="">
    <xsd:import namespace="ad7d03b8-5160-4549-a356-269f90954506"/>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d7d03b8-5160-4549-a356-269f9095450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0D9B5233-1663-492F-BD72-BCDEC8700333}"/>
</file>

<file path=customXml/itemProps2.xml><?xml version="1.0" encoding="utf-8"?>
<ds:datastoreItem xmlns:ds="http://schemas.openxmlformats.org/officeDocument/2006/customXml" ds:itemID="{E29F929E-F51A-4738-98C5-E6F10B80AC93}"/>
</file>

<file path=customXml/itemProps3.xml><?xml version="1.0" encoding="utf-8"?>
<ds:datastoreItem xmlns:ds="http://schemas.openxmlformats.org/officeDocument/2006/customXml" ds:itemID="{8C70E744-6836-431B-9E87-4486E0AF3B15}"/>
</file>

<file path=docProps/app.xml><?xml version="1.0" encoding="utf-8"?>
<Properties xmlns="http://schemas.openxmlformats.org/officeDocument/2006/extended-properties" xmlns:vt="http://schemas.openxmlformats.org/officeDocument/2006/docPropsVTypes">
  <TotalTime>2096</TotalTime>
  <Words>1630</Words>
  <Application>Microsoft Office PowerPoint</Application>
  <PresentationFormat>Custom</PresentationFormat>
  <Paragraphs>407</Paragraphs>
  <Slides>46</Slides>
  <Notes>0</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46</vt:i4>
      </vt:variant>
    </vt:vector>
  </HeadingPairs>
  <TitlesOfParts>
    <vt:vector size="58" baseType="lpstr">
      <vt:lpstr>Calibri</vt:lpstr>
      <vt:lpstr>Assistant Regular Bold</vt:lpstr>
      <vt:lpstr>Courier New</vt:lpstr>
      <vt:lpstr>Agrandir</vt:lpstr>
      <vt:lpstr>HK Modular</vt:lpstr>
      <vt:lpstr>Arial</vt:lpstr>
      <vt:lpstr>Assistant Regular</vt:lpstr>
      <vt:lpstr>Heebo Black</vt:lpstr>
      <vt:lpstr>Wingdings</vt:lpstr>
      <vt:lpstr>Horizon</vt:lpstr>
      <vt:lpstr>Aptos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flutter sample presentation</dc:title>
  <cp:lastModifiedBy>Sierra Learning</cp:lastModifiedBy>
  <cp:revision>95</cp:revision>
  <dcterms:created xsi:type="dcterms:W3CDTF">2006-08-16T00:00:00Z</dcterms:created>
  <dcterms:modified xsi:type="dcterms:W3CDTF">2025-09-18T06:06:04Z</dcterms:modified>
  <dc:identifier>DAGpXxrSFgM</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0x01010020334A554D3A384490F35006611FA8EF</vt:lpwstr>
  </property>
</Properties>
</file>