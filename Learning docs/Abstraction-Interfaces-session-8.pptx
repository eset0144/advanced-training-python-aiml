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79" r:id="rId5"/>
    <p:sldId id="278" r:id="rId6"/>
    <p:sldId id="275" r:id="rId7"/>
    <p:sldId id="276" r:id="rId8"/>
    <p:sldId id="277" r:id="rId9"/>
    <p:sldId id="27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Agrandir" panose="020B0604020202020204" charset="0"/>
      <p:regular r:id="rId17"/>
    </p:embeddedFont>
    <p:embeddedFont>
      <p:font typeface="Assistant Regular" panose="020B0604020202020204" charset="-79"/>
      <p:regular r:id="rId18"/>
    </p:embeddedFont>
    <p:embeddedFont>
      <p:font typeface="Assistant Regular Bold" panose="020B0604020202020204" charset="-79"/>
      <p:regular r:id="rId19"/>
    </p:embeddedFont>
    <p:embeddedFont>
      <p:font typeface="Heebo Black" pitchFamily="2" charset="-79"/>
      <p:regular r:id="rId20"/>
      <p:bold r:id="rId21"/>
    </p:embeddedFont>
    <p:embeddedFont>
      <p:font typeface="HK Modular" panose="020B0604020202020204" charset="0"/>
      <p:regular r:id="rId22"/>
    </p:embeddedFont>
    <p:embeddedFont>
      <p:font typeface="Horizon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17F43D-2A94-46AF-90C1-C85748EC6597}" v="381" dt="2025-06-07T10:14:44.837"/>
    <p1510:client id="{6EE5FFB5-FA97-431F-A702-10D5039EA187}" v="1704" dt="2025-06-07T07:39:16.444"/>
    <p1510:client id="{8530CCF8-970C-45E7-B10C-1B8DC558D11B}" v="2" dt="2025-06-07T00:43:59.214"/>
    <p1510:client id="{993A952B-EB64-46F1-A797-5574A5E2CF03}" v="26" dt="2025-06-07T00:57:34.844"/>
    <p1510:client id="{BB55558A-5814-425F-BF8E-19951515002E}" v="4" dt="2025-06-07T00:49:22.607"/>
    <p1510:client id="{C229F99B-91FC-4CCB-AA17-9B031DDDE57D}" v="63" dt="2025-06-07T10:24:52.588"/>
    <p1510:client id="{FA7CE110-92A3-92C7-45DA-1740071A6006}" v="76" dt="2025-06-07T01:54:34.2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7" d="100"/>
          <a:sy n="47" d="100"/>
        </p:scale>
        <p:origin x="1142" y="2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tableStyles" Target="tableStyles.xml"/><Relationship Id="rId30" Type="http://schemas.openxmlformats.org/officeDocument/2006/relationships/customXml" Target="../customXml/item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efda937d-84e0-40c4-9af3-7c13939e1814::" providerId="AD" clId="Web-{FA7CE110-92A3-92C7-45DA-1740071A6006}"/>
    <pc:docChg chg="modSld modMainMaster">
      <pc:chgData name="Guest User" userId="S::urn:spo:tenantanon#efda937d-84e0-40c4-9af3-7c13939e1814::" providerId="AD" clId="Web-{FA7CE110-92A3-92C7-45DA-1740071A6006}" dt="2025-06-07T01:54:32.087" v="44" actId="20577"/>
      <pc:docMkLst>
        <pc:docMk/>
      </pc:docMkLst>
      <pc:sldChg chg="delSp modSp">
        <pc:chgData name="Guest User" userId="S::urn:spo:tenantanon#efda937d-84e0-40c4-9af3-7c13939e1814::" providerId="AD" clId="Web-{FA7CE110-92A3-92C7-45DA-1740071A6006}" dt="2025-06-07T01:51:39.903" v="29"/>
        <pc:sldMkLst>
          <pc:docMk/>
          <pc:sldMk cId="0" sldId="256"/>
        </pc:sldMkLst>
        <pc:spChg chg="mod">
          <ac:chgData name="Guest User" userId="S::urn:spo:tenantanon#efda937d-84e0-40c4-9af3-7c13939e1814::" providerId="AD" clId="Web-{FA7CE110-92A3-92C7-45DA-1740071A6006}" dt="2025-06-07T01:49:13.620" v="8" actId="14100"/>
          <ac:spMkLst>
            <pc:docMk/>
            <pc:sldMk cId="0" sldId="256"/>
            <ac:spMk id="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58.761" v="18" actId="20577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9.903" v="29"/>
          <ac:spMkLst>
            <pc:docMk/>
            <pc:sldMk cId="0" sldId="256"/>
            <ac:spMk id="9" creationId="{00000000-0000-0000-0000-000000000000}"/>
          </ac:spMkLst>
        </pc:spChg>
        <pc:spChg chg="del mod">
          <ac:chgData name="Guest User" userId="S::urn:spo:tenantanon#efda937d-84e0-40c4-9af3-7c13939e1814::" providerId="AD" clId="Web-{FA7CE110-92A3-92C7-45DA-1740071A6006}" dt="2025-06-07T01:51:36.903" v="2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49:31.229" v="15" actId="20577"/>
          <ac:spMkLst>
            <pc:docMk/>
            <pc:sldMk cId="0" sldId="256"/>
            <ac:spMk id="11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0:56.402" v="19"/>
          <ac:spMkLst>
            <pc:docMk/>
            <pc:sldMk cId="0" sldId="256"/>
            <ac:spMk id="15" creationId="{45BF26D9-E672-5704-847A-EC70136C457F}"/>
          </ac:spMkLst>
        </pc:spChg>
      </pc:sldChg>
      <pc:sldChg chg="delSp modSp">
        <pc:chgData name="Guest User" userId="S::urn:spo:tenantanon#efda937d-84e0-40c4-9af3-7c13939e1814::" providerId="AD" clId="Web-{FA7CE110-92A3-92C7-45DA-1740071A6006}" dt="2025-06-07T01:54:32.087" v="44" actId="20577"/>
        <pc:sldMkLst>
          <pc:docMk/>
          <pc:sldMk cId="0" sldId="257"/>
        </pc:sldMkLst>
        <pc:spChg chg="mod">
          <ac:chgData name="Guest User" userId="S::urn:spo:tenantanon#efda937d-84e0-40c4-9af3-7c13939e1814::" providerId="AD" clId="Web-{FA7CE110-92A3-92C7-45DA-1740071A6006}" dt="2025-06-07T01:54:32.087" v="44" actId="20577"/>
          <ac:spMkLst>
            <pc:docMk/>
            <pc:sldMk cId="0" sldId="257"/>
            <ac:spMk id="1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41.466" v="35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2:53.013" v="37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42.748" v="42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Guest User" userId="S::urn:spo:tenantanon#efda937d-84e0-40c4-9af3-7c13939e1814::" providerId="AD" clId="Web-{FA7CE110-92A3-92C7-45DA-1740071A6006}" dt="2025-06-07T01:53:15.451" v="39" actId="20577"/>
          <ac:spMkLst>
            <pc:docMk/>
            <pc:sldMk cId="0" sldId="257"/>
            <ac:spMk id="38" creationId="{00000000-0000-0000-0000-000000000000}"/>
          </ac:spMkLst>
        </pc:spChg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7"/>
            <ac:spMk id="51" creationId="{A17B05B3-0594-F81F-73B9-E312A4458F6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8"/>
            <ac:spMk id="18" creationId="{7B3027A7-DAC5-DCD6-514D-8CE16A96B9A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5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59"/>
            <ac:spMk id="17" creationId="{17D831A0-7C01-707A-4C80-74428957F38C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0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0"/>
            <ac:spMk id="35" creationId="{5BB8C59D-A84F-B76A-AF74-E2C7C1AB8825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1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1"/>
            <ac:spMk id="15" creationId="{2D5696C4-FCF8-BCC3-0465-6143C8706BF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2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2"/>
            <ac:spMk id="18" creationId="{31E22B1B-04BE-C61A-F002-C1AD09C6ADB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3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3"/>
            <ac:spMk id="18" creationId="{C6158D96-D804-DD74-9B1C-65F843FC17AA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4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4"/>
            <ac:spMk id="29" creationId="{BC86B100-FCAB-32FB-01C6-2F12FBCE34DF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5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5"/>
            <ac:spMk id="22" creationId="{05024533-8989-7596-7E39-926CC3164904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6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6"/>
            <ac:spMk id="26" creationId="{FAC103A1-4B09-675D-A37A-19459355F868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7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7"/>
            <ac:spMk id="18" creationId="{668A2F5C-FF54-A66F-5D12-D192F5B56910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8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8"/>
            <ac:spMk id="15" creationId="{7287FD4E-C786-B09B-663B-82A1E1EE551B}"/>
          </ac:spMkLst>
        </pc:spChg>
      </pc:sldChg>
      <pc:sldChg chg="delSp">
        <pc:chgData name="Guest User" userId="S::urn:spo:tenantanon#efda937d-84e0-40c4-9af3-7c13939e1814::" providerId="AD" clId="Web-{FA7CE110-92A3-92C7-45DA-1740071A6006}" dt="2025-06-07T01:51:05.246" v="20"/>
        <pc:sldMkLst>
          <pc:docMk/>
          <pc:sldMk cId="0" sldId="269"/>
        </pc:sldMkLst>
        <pc:spChg chg="del">
          <ac:chgData name="Guest User" userId="S::urn:spo:tenantanon#efda937d-84e0-40c4-9af3-7c13939e1814::" providerId="AD" clId="Web-{FA7CE110-92A3-92C7-45DA-1740071A6006}" dt="2025-06-07T01:51:05.246" v="20"/>
          <ac:spMkLst>
            <pc:docMk/>
            <pc:sldMk cId="0" sldId="269"/>
            <ac:spMk id="7" creationId="{2158483B-0401-A966-5BCC-93F23D71CED0}"/>
          </ac:spMkLst>
        </pc:spChg>
      </pc:sldChg>
      <pc:sldMasterChg chg="mod modSldLayout">
        <pc:chgData name="Guest User" userId="S::urn:spo:tenantanon#efda937d-84e0-40c4-9af3-7c13939e1814::" providerId="AD" clId="Web-{FA7CE110-92A3-92C7-45DA-1740071A6006}" dt="2025-06-07T01:51:05.246" v="20"/>
        <pc:sldMasterMkLst>
          <pc:docMk/>
          <pc:sldMasterMk cId="0" sldId="2147483648"/>
        </pc:sldMasterMkLst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Guest User" userId="S::urn:spo:tenantanon#efda937d-84e0-40c4-9af3-7c13939e1814::" providerId="AD" clId="Web-{FA7CE110-92A3-92C7-45DA-1740071A6006}" dt="2025-06-07T01:51:05.246" v="20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Krishnaraj Rao" userId="S::krishnaraj@devappsys.com::a83542c9-5cf2-493e-a756-14c8b4a74310" providerId="AD" clId="Web-{6EE5FFB5-FA97-431F-A702-10D5039EA187}"/>
    <pc:docChg chg="addSld delSld modSld sldOrd">
      <pc:chgData name="Krishnaraj Rao" userId="S::krishnaraj@devappsys.com::a83542c9-5cf2-493e-a756-14c8b4a74310" providerId="AD" clId="Web-{6EE5FFB5-FA97-431F-A702-10D5039EA187}" dt="2025-06-07T07:39:16.444" v="1033"/>
      <pc:docMkLst>
        <pc:docMk/>
      </pc:docMkLst>
      <pc:sldChg chg="modSp">
        <pc:chgData name="Krishnaraj Rao" userId="S::krishnaraj@devappsys.com::a83542c9-5cf2-493e-a756-14c8b4a74310" providerId="AD" clId="Web-{6EE5FFB5-FA97-431F-A702-10D5039EA187}" dt="2025-06-07T07:27:05.040" v="942" actId="20577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6EE5FFB5-FA97-431F-A702-10D5039EA187}" dt="2025-06-07T07:27:05.040" v="942" actId="20577"/>
          <ac:spMkLst>
            <pc:docMk/>
            <pc:sldMk cId="0" sldId="256"/>
            <ac:spMk id="11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EE5FFB5-FA97-431F-A702-10D5039EA187}" dt="2025-06-07T06:54:40.138" v="485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EE5FFB5-FA97-431F-A702-10D5039EA187}" dt="2025-06-07T05:48:26.761" v="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06.450" v="17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61" v="2"/>
          <ac:spMkLst>
            <pc:docMk/>
            <pc:sldMk cId="0" sldId="257"/>
            <ac:spMk id="2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4:40.138" v="485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4"/>
          <ac:spMkLst>
            <pc:docMk/>
            <pc:sldMk cId="0" sldId="257"/>
            <ac:spMk id="2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5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6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7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8"/>
          <ac:spMkLst>
            <pc:docMk/>
            <pc:sldMk cId="0" sldId="257"/>
            <ac:spMk id="3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17.919" v="20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0"/>
          <ac:spMkLst>
            <pc:docMk/>
            <pc:sldMk cId="0" sldId="257"/>
            <ac:spMk id="4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9:23.122" v="22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777" v="12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48:26.964" v="13"/>
          <ac:spMkLst>
            <pc:docMk/>
            <pc:sldMk cId="0" sldId="257"/>
            <ac:spMk id="48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5:54:54.601" v="71" actId="20577"/>
        <pc:sldMkLst>
          <pc:docMk/>
          <pc:sldMk cId="0" sldId="258"/>
        </pc:sldMkLst>
        <pc:spChg chg="mod">
          <ac:chgData name="Krishnaraj Rao" userId="S::krishnaraj@devappsys.com::a83542c9-5cf2-493e-a756-14c8b4a74310" providerId="AD" clId="Web-{6EE5FFB5-FA97-431F-A702-10D5039EA187}" dt="2025-06-07T05:54:54.601" v="71" actId="20577"/>
          <ac:spMkLst>
            <pc:docMk/>
            <pc:sldMk cId="0" sldId="258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0:15.983" v="32" actId="1076"/>
          <ac:spMkLst>
            <pc:docMk/>
            <pc:sldMk cId="0" sldId="25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3:22.455" v="55"/>
          <ac:spMkLst>
            <pc:docMk/>
            <pc:sldMk cId="0" sldId="258"/>
            <ac:spMk id="13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5:50:06.202" v="31"/>
          <ac:spMkLst>
            <pc:docMk/>
            <pc:sldMk cId="0" sldId="258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5:52:01.985" v="43" actId="107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 add del">
        <pc:chgData name="Krishnaraj Rao" userId="S::krishnaraj@devappsys.com::a83542c9-5cf2-493e-a756-14c8b4a74310" providerId="AD" clId="Web-{6EE5FFB5-FA97-431F-A702-10D5039EA187}" dt="2025-06-07T06:39:01.396" v="334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6EE5FFB5-FA97-431F-A702-10D5039EA187}" dt="2025-06-07T06:32:38.889" v="302"/>
          <ac:spMkLst>
            <pc:docMk/>
            <pc:sldMk cId="0" sldId="259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34:48.282" v="323" actId="20577"/>
          <ac:spMkLst>
            <pc:docMk/>
            <pc:sldMk cId="0" sldId="259"/>
            <ac:spMk id="12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6:33:57.906" v="312"/>
          <ac:spMkLst>
            <pc:docMk/>
            <pc:sldMk cId="0" sldId="259"/>
            <ac:spMk id="13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EE5FFB5-FA97-431F-A702-10D5039EA187}" dt="2025-06-07T06:38:58.849" v="333"/>
          <ac:spMkLst>
            <pc:docMk/>
            <pc:sldMk cId="0" sldId="259"/>
            <ac:spMk id="14" creationId="{00000000-0000-0000-0000-000000000000}"/>
          </ac:spMkLst>
        </pc:spChg>
        <pc:grpChg chg="del mod">
          <ac:chgData name="Krishnaraj Rao" userId="S::krishnaraj@devappsys.com::a83542c9-5cf2-493e-a756-14c8b4a74310" providerId="AD" clId="Web-{6EE5FFB5-FA97-431F-A702-10D5039EA187}" dt="2025-06-07T06:34:08.203" v="315"/>
          <ac:grpSpMkLst>
            <pc:docMk/>
            <pc:sldMk cId="0" sldId="259"/>
            <ac:grpSpMk id="5" creationId="{00000000-0000-0000-0000-000000000000}"/>
          </ac:grpSpMkLst>
        </pc:grpChg>
        <pc:grpChg chg="del">
          <ac:chgData name="Krishnaraj Rao" userId="S::krishnaraj@devappsys.com::a83542c9-5cf2-493e-a756-14c8b4a74310" providerId="AD" clId="Web-{6EE5FFB5-FA97-431F-A702-10D5039EA187}" dt="2025-06-07T06:32:40.420" v="303"/>
          <ac:grpSpMkLst>
            <pc:docMk/>
            <pc:sldMk cId="0" sldId="259"/>
            <ac:grpSpMk id="7" creationId="{00000000-0000-0000-0000-000000000000}"/>
          </ac:grpSpMkLst>
        </pc:grpChg>
        <pc:picChg chg="add del mod">
          <ac:chgData name="Krishnaraj Rao" userId="S::krishnaraj@devappsys.com::a83542c9-5cf2-493e-a756-14c8b4a74310" providerId="AD" clId="Web-{6EE5FFB5-FA97-431F-A702-10D5039EA187}" dt="2025-06-07T06:33:12.562" v="306"/>
          <ac:picMkLst>
            <pc:docMk/>
            <pc:sldMk cId="0" sldId="259"/>
            <ac:picMk id="15" creationId="{A5F09E1F-B94D-CF10-0339-42869DFD4B6C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5:30.845" v="324"/>
          <ac:picMkLst>
            <pc:docMk/>
            <pc:sldMk cId="0" sldId="259"/>
            <ac:picMk id="16" creationId="{11C996E2-76DC-3210-5EAB-41284963AF19}"/>
          </ac:picMkLst>
        </pc:picChg>
        <pc:picChg chg="add del mod">
          <ac:chgData name="Krishnaraj Rao" userId="S::krishnaraj@devappsys.com::a83542c9-5cf2-493e-a756-14c8b4a74310" providerId="AD" clId="Web-{6EE5FFB5-FA97-431F-A702-10D5039EA187}" dt="2025-06-07T06:39:01.396" v="334"/>
          <ac:picMkLst>
            <pc:docMk/>
            <pc:sldMk cId="0" sldId="259"/>
            <ac:picMk id="17" creationId="{19740CE3-C360-7535-5DA7-CC40B350C4AD}"/>
          </ac:picMkLst>
        </pc:picChg>
      </pc:sldChg>
      <pc:sldChg chg="del ord">
        <pc:chgData name="Krishnaraj Rao" userId="S::krishnaraj@devappsys.com::a83542c9-5cf2-493e-a756-14c8b4a74310" providerId="AD" clId="Web-{6EE5FFB5-FA97-431F-A702-10D5039EA187}" dt="2025-06-07T06:58:06.079" v="503"/>
        <pc:sldMkLst>
          <pc:docMk/>
          <pc:sldMk cId="0" sldId="260"/>
        </pc:sldMkLst>
      </pc:sldChg>
      <pc:sldChg chg="del">
        <pc:chgData name="Krishnaraj Rao" userId="S::krishnaraj@devappsys.com::a83542c9-5cf2-493e-a756-14c8b4a74310" providerId="AD" clId="Web-{6EE5FFB5-FA97-431F-A702-10D5039EA187}" dt="2025-06-07T06:58:02.360" v="502"/>
        <pc:sldMkLst>
          <pc:docMk/>
          <pc:sldMk cId="0" sldId="261"/>
        </pc:sldMkLst>
      </pc:sldChg>
      <pc:sldChg chg="del">
        <pc:chgData name="Krishnaraj Rao" userId="S::krishnaraj@devappsys.com::a83542c9-5cf2-493e-a756-14c8b4a74310" providerId="AD" clId="Web-{6EE5FFB5-FA97-431F-A702-10D5039EA187}" dt="2025-06-07T06:58:06.438" v="504"/>
        <pc:sldMkLst>
          <pc:docMk/>
          <pc:sldMk cId="0" sldId="262"/>
        </pc:sldMkLst>
      </pc:sldChg>
      <pc:sldChg chg="delSp modSp del">
        <pc:chgData name="Krishnaraj Rao" userId="S::krishnaraj@devappsys.com::a83542c9-5cf2-493e-a756-14c8b4a74310" providerId="AD" clId="Web-{6EE5FFB5-FA97-431F-A702-10D5039EA187}" dt="2025-06-07T07:02:59.334" v="566"/>
        <pc:sldMkLst>
          <pc:docMk/>
          <pc:sldMk cId="0" sldId="263"/>
        </pc:sldMkLst>
        <pc:spChg chg="mod">
          <ac:chgData name="Krishnaraj Rao" userId="S::krishnaraj@devappsys.com::a83542c9-5cf2-493e-a756-14c8b4a74310" providerId="AD" clId="Web-{6EE5FFB5-FA97-431F-A702-10D5039EA187}" dt="2025-06-07T06:59:52.581" v="529" actId="14100"/>
          <ac:spMkLst>
            <pc:docMk/>
            <pc:sldMk cId="0" sldId="263"/>
            <ac:spMk id="6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02:38.381" v="565" actId="20577"/>
          <ac:spMkLst>
            <pc:docMk/>
            <pc:sldMk cId="0" sldId="263"/>
            <ac:spMk id="8" creationId="{00000000-0000-0000-0000-000000000000}"/>
          </ac:spMkLst>
        </pc:spChg>
        <pc:spChg chg="del mod topLvl">
          <ac:chgData name="Krishnaraj Rao" userId="S::krishnaraj@devappsys.com::a83542c9-5cf2-493e-a756-14c8b4a74310" providerId="AD" clId="Web-{6EE5FFB5-FA97-431F-A702-10D5039EA187}" dt="2025-06-07T06:59:00.127" v="511"/>
          <ac:spMkLst>
            <pc:docMk/>
            <pc:sldMk cId="0" sldId="263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8.096" v="510"/>
          <ac:spMkLst>
            <pc:docMk/>
            <pc:sldMk cId="0" sldId="263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6.080" v="509"/>
          <ac:spMkLst>
            <pc:docMk/>
            <pc:sldMk cId="0" sldId="263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4.236" v="50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6:58:51.392" v="507"/>
          <ac:spMkLst>
            <pc:docMk/>
            <pc:sldMk cId="0" sldId="263"/>
            <ac:spMk id="1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6:59:00.127" v="511"/>
          <ac:grpSpMkLst>
            <pc:docMk/>
            <pc:sldMk cId="0" sldId="263"/>
            <ac:grpSpMk id="7" creationId="{00000000-0000-0000-0000-000000000000}"/>
          </ac:grpSpMkLst>
        </pc:grpChg>
      </pc:sldChg>
      <pc:sldChg chg="del">
        <pc:chgData name="Krishnaraj Rao" userId="S::krishnaraj@devappsys.com::a83542c9-5cf2-493e-a756-14c8b4a74310" providerId="AD" clId="Web-{6EE5FFB5-FA97-431F-A702-10D5039EA187}" dt="2025-06-07T07:08:17.606" v="627"/>
        <pc:sldMkLst>
          <pc:docMk/>
          <pc:sldMk cId="0" sldId="264"/>
        </pc:sldMkLst>
      </pc:sldChg>
      <pc:sldChg chg="modSp">
        <pc:chgData name="Krishnaraj Rao" userId="S::krishnaraj@devappsys.com::a83542c9-5cf2-493e-a756-14c8b4a74310" providerId="AD" clId="Web-{6EE5FFB5-FA97-431F-A702-10D5039EA187}" dt="2025-06-07T07:22:48.957" v="898" actId="20577"/>
        <pc:sldMkLst>
          <pc:docMk/>
          <pc:sldMk cId="0" sldId="265"/>
        </pc:sldMkLst>
        <pc:spChg chg="mod">
          <ac:chgData name="Krishnaraj Rao" userId="S::krishnaraj@devappsys.com::a83542c9-5cf2-493e-a756-14c8b4a74310" providerId="AD" clId="Web-{6EE5FFB5-FA97-431F-A702-10D5039EA187}" dt="2025-06-07T07:11:42.657" v="646" actId="20577"/>
          <ac:spMkLst>
            <pc:docMk/>
            <pc:sldMk cId="0" sldId="265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2:39.486" v="655" actId="20577"/>
          <ac:spMkLst>
            <pc:docMk/>
            <pc:sldMk cId="0" sldId="265"/>
            <ac:spMk id="6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2:48.957" v="898" actId="20577"/>
          <ac:spMkLst>
            <pc:docMk/>
            <pc:sldMk cId="0" sldId="265"/>
            <ac:spMk id="7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4:02.535" v="684" actId="20577"/>
          <ac:spMkLst>
            <pc:docMk/>
            <pc:sldMk cId="0" sldId="265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8"/>
          <ac:spMkLst>
            <pc:docMk/>
            <pc:sldMk cId="0" sldId="265"/>
            <ac:spMk id="9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39"/>
          <ac:spMkLst>
            <pc:docMk/>
            <pc:sldMk cId="0" sldId="265"/>
            <ac:spMk id="10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0"/>
          <ac:spMkLst>
            <pc:docMk/>
            <pc:sldMk cId="0" sldId="265"/>
            <ac:spMk id="11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1"/>
          <ac:spMkLst>
            <pc:docMk/>
            <pc:sldMk cId="0" sldId="265"/>
            <ac:spMk id="12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34" v="842"/>
          <ac:spMkLst>
            <pc:docMk/>
            <pc:sldMk cId="0" sldId="265"/>
            <ac:spMk id="1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19:31.197" v="843"/>
          <ac:spMkLst>
            <pc:docMk/>
            <pc:sldMk cId="0" sldId="265"/>
            <ac:spMk id="1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8:49.732" v="629" actId="20577"/>
          <ac:spMkLst>
            <pc:docMk/>
            <pc:sldMk cId="0" sldId="265"/>
            <ac:spMk id="15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24:47.568" v="934" actId="1076"/>
        <pc:sldMkLst>
          <pc:docMk/>
          <pc:sldMk cId="0" sldId="266"/>
        </pc:sldMkLst>
        <pc:spChg chg="del mod">
          <ac:chgData name="Krishnaraj Rao" userId="S::krishnaraj@devappsys.com::a83542c9-5cf2-493e-a756-14c8b4a74310" providerId="AD" clId="Web-{6EE5FFB5-FA97-431F-A702-10D5039EA187}" dt="2025-06-07T07:23:40.583" v="913"/>
          <ac:spMkLst>
            <pc:docMk/>
            <pc:sldMk cId="0" sldId="266"/>
            <ac:spMk id="19" creationId="{00000000-0000-0000-0000-000000000000}"/>
          </ac:spMkLst>
        </pc:spChg>
        <pc:spChg chg="mod topLvl">
          <ac:chgData name="Krishnaraj Rao" userId="S::krishnaraj@devappsys.com::a83542c9-5cf2-493e-a756-14c8b4a74310" providerId="AD" clId="Web-{6EE5FFB5-FA97-431F-A702-10D5039EA187}" dt="2025-06-07T07:24:47.568" v="934" actId="1076"/>
          <ac:spMkLst>
            <pc:docMk/>
            <pc:sldMk cId="0" sldId="266"/>
            <ac:spMk id="21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3:19.926" v="909"/>
          <ac:spMkLst>
            <pc:docMk/>
            <pc:sldMk cId="0" sldId="266"/>
            <ac:spMk id="22" creationId="{00000000-0000-0000-0000-000000000000}"/>
          </ac:spMkLst>
        </pc:spChg>
        <pc:spChg chg="del topLvl">
          <ac:chgData name="Krishnaraj Rao" userId="S::krishnaraj@devappsys.com::a83542c9-5cf2-493e-a756-14c8b4a74310" providerId="AD" clId="Web-{6EE5FFB5-FA97-431F-A702-10D5039EA187}" dt="2025-06-07T07:23:21.598" v="910"/>
          <ac:spMkLst>
            <pc:docMk/>
            <pc:sldMk cId="0" sldId="266"/>
            <ac:spMk id="23" creationId="{00000000-0000-0000-0000-000000000000}"/>
          </ac:spMkLst>
        </pc:spChg>
        <pc:grpChg chg="del">
          <ac:chgData name="Krishnaraj Rao" userId="S::krishnaraj@devappsys.com::a83542c9-5cf2-493e-a756-14c8b4a74310" providerId="AD" clId="Web-{6EE5FFB5-FA97-431F-A702-10D5039EA187}" dt="2025-06-07T07:23:21.598" v="910"/>
          <ac:grpSpMkLst>
            <pc:docMk/>
            <pc:sldMk cId="0" sldId="266"/>
            <ac:grpSpMk id="20" creationId="{00000000-0000-0000-0000-000000000000}"/>
          </ac:grpSpMkLst>
        </pc:grpChg>
      </pc:sldChg>
      <pc:sldChg chg="modSp">
        <pc:chgData name="Krishnaraj Rao" userId="S::krishnaraj@devappsys.com::a83542c9-5cf2-493e-a756-14c8b4a74310" providerId="AD" clId="Web-{6EE5FFB5-FA97-431F-A702-10D5039EA187}" dt="2025-06-07T07:28:34.807" v="976" actId="20577"/>
        <pc:sldMkLst>
          <pc:docMk/>
          <pc:sldMk cId="0" sldId="267"/>
        </pc:sldMkLst>
        <pc:spChg chg="mod">
          <ac:chgData name="Krishnaraj Rao" userId="S::krishnaraj@devappsys.com::a83542c9-5cf2-493e-a756-14c8b4a74310" providerId="AD" clId="Web-{6EE5FFB5-FA97-431F-A702-10D5039EA187}" dt="2025-06-07T07:27:56.916" v="948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12.807" v="957" actId="20577"/>
          <ac:spMkLst>
            <pc:docMk/>
            <pc:sldMk cId="0" sldId="267"/>
            <ac:spMk id="4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34.807" v="976" actId="20577"/>
          <ac:spMkLst>
            <pc:docMk/>
            <pc:sldMk cId="0" sldId="267"/>
            <ac:spMk id="5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28:25.666" v="968" actId="20577"/>
          <ac:spMkLst>
            <pc:docMk/>
            <pc:sldMk cId="0" sldId="267"/>
            <ac:spMk id="7" creationId="{00000000-0000-0000-0000-000000000000}"/>
          </ac:spMkLst>
        </pc:spChg>
      </pc:sldChg>
      <pc:sldChg chg="delSp modSp">
        <pc:chgData name="Krishnaraj Rao" userId="S::krishnaraj@devappsys.com::a83542c9-5cf2-493e-a756-14c8b4a74310" providerId="AD" clId="Web-{6EE5FFB5-FA97-431F-A702-10D5039EA187}" dt="2025-06-07T07:39:16.444" v="1033"/>
        <pc:sldMkLst>
          <pc:docMk/>
          <pc:sldMk cId="0" sldId="268"/>
        </pc:sldMkLst>
        <pc:spChg chg="del mod">
          <ac:chgData name="Krishnaraj Rao" userId="S::krishnaraj@devappsys.com::a83542c9-5cf2-493e-a756-14c8b4a74310" providerId="AD" clId="Web-{6EE5FFB5-FA97-431F-A702-10D5039EA187}" dt="2025-06-07T07:39:09.710" v="1030"/>
          <ac:spMkLst>
            <pc:docMk/>
            <pc:sldMk cId="0" sldId="268"/>
            <ac:spMk id="6" creationId="{00000000-0000-0000-0000-000000000000}"/>
          </ac:spMkLst>
        </pc:spChg>
        <pc:spChg chg="del mod">
          <ac:chgData name="Krishnaraj Rao" userId="S::krishnaraj@devappsys.com::a83542c9-5cf2-493e-a756-14c8b4a74310" providerId="AD" clId="Web-{6EE5FFB5-FA97-431F-A702-10D5039EA187}" dt="2025-06-07T07:29:33.871" v="978"/>
          <ac:spMkLst>
            <pc:docMk/>
            <pc:sldMk cId="0" sldId="268"/>
            <ac:spMk id="8" creationId="{00000000-0000-0000-0000-000000000000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32:43.406" v="1028" actId="20577"/>
          <ac:spMkLst>
            <pc:docMk/>
            <pc:sldMk cId="0" sldId="268"/>
            <ac:spMk id="9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6.444" v="1033"/>
          <ac:spMkLst>
            <pc:docMk/>
            <pc:sldMk cId="0" sldId="268"/>
            <ac:spMk id="10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1.132" v="1031"/>
          <ac:spMkLst>
            <pc:docMk/>
            <pc:sldMk cId="0" sldId="268"/>
            <ac:spMk id="11" creationId="{00000000-0000-0000-0000-000000000000}"/>
          </ac:spMkLst>
        </pc:spChg>
        <pc:spChg chg="del">
          <ac:chgData name="Krishnaraj Rao" userId="S::krishnaraj@devappsys.com::a83542c9-5cf2-493e-a756-14c8b4a74310" providerId="AD" clId="Web-{6EE5FFB5-FA97-431F-A702-10D5039EA187}" dt="2025-06-07T07:39:14.241" v="1032"/>
          <ac:spMkLst>
            <pc:docMk/>
            <pc:sldMk cId="0" sldId="268"/>
            <ac:spMk id="12" creationId="{00000000-0000-0000-0000-000000000000}"/>
          </ac:spMkLst>
        </pc:spChg>
      </pc:sldChg>
      <pc:sldChg chg="addSp modSp add del replId">
        <pc:chgData name="Krishnaraj Rao" userId="S::krishnaraj@devappsys.com::a83542c9-5cf2-493e-a756-14c8b4a74310" providerId="AD" clId="Web-{6EE5FFB5-FA97-431F-A702-10D5039EA187}" dt="2025-06-07T06:56:40.249" v="501"/>
        <pc:sldMkLst>
          <pc:docMk/>
          <pc:sldMk cId="2009292532" sldId="270"/>
        </pc:sldMkLst>
        <pc:spChg chg="mod">
          <ac:chgData name="Krishnaraj Rao" userId="S::krishnaraj@devappsys.com::a83542c9-5cf2-493e-a756-14c8b4a74310" providerId="AD" clId="Web-{6EE5FFB5-FA97-431F-A702-10D5039EA187}" dt="2025-06-07T06:04:13.987" v="154" actId="14100"/>
          <ac:spMkLst>
            <pc:docMk/>
            <pc:sldMk cId="2009292532" sldId="270"/>
            <ac:spMk id="5" creationId="{3C034509-A163-54FF-33EF-A5317C50E181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55:06.779" v="500" actId="20577"/>
          <ac:spMkLst>
            <pc:docMk/>
            <pc:sldMk cId="2009292532" sldId="270"/>
            <ac:spMk id="9" creationId="{A5613FCB-0CCD-CED3-C4BF-22EDAD66F491}"/>
          </ac:spMkLst>
        </pc:spChg>
        <pc:graphicFrameChg chg="add mod modGraphic">
          <ac:chgData name="Krishnaraj Rao" userId="S::krishnaraj@devappsys.com::a83542c9-5cf2-493e-a756-14c8b4a74310" providerId="AD" clId="Web-{6EE5FFB5-FA97-431F-A702-10D5039EA187}" dt="2025-06-07T06:04:17.315" v="155"/>
          <ac:graphicFrameMkLst>
            <pc:docMk/>
            <pc:sldMk cId="2009292532" sldId="270"/>
            <ac:graphicFrameMk id="14" creationId="{B004AC6C-DBF2-F92D-5B0F-776E75526CE0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25:32.985" v="3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EE5FFB5-FA97-431F-A702-10D5039EA187}" dt="2025-06-07T06:25:32.985" v="301" actId="20577"/>
          <ac:spMkLst>
            <pc:docMk/>
            <pc:sldMk cId="2287379508" sldId="271"/>
            <ac:spMk id="5" creationId="{011B476D-250C-9356-4E61-619F8DF47597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09:07.430" v="169" actId="20577"/>
          <ac:spMkLst>
            <pc:docMk/>
            <pc:sldMk cId="2287379508" sldId="271"/>
            <ac:spMk id="9" creationId="{12B9693A-628F-8041-7BC9-5F1E902449D1}"/>
          </ac:spMkLst>
        </pc:spChg>
        <pc:grpChg chg="mod">
          <ac:chgData name="Krishnaraj Rao" userId="S::krishnaraj@devappsys.com::a83542c9-5cf2-493e-a756-14c8b4a74310" providerId="AD" clId="Web-{6EE5FFB5-FA97-431F-A702-10D5039EA187}" dt="2025-06-07T06:14:33.858" v="224" actId="14100"/>
          <ac:grpSpMkLst>
            <pc:docMk/>
            <pc:sldMk cId="2287379508" sldId="271"/>
            <ac:grpSpMk id="4" creationId="{DBC1F9EA-ABAE-A6CC-DD7F-74AFBC992DF6}"/>
          </ac:grpSpMkLst>
        </pc:grpChg>
        <pc:graphicFrameChg chg="add del mod modGraphic">
          <ac:chgData name="Krishnaraj Rao" userId="S::krishnaraj@devappsys.com::a83542c9-5cf2-493e-a756-14c8b4a74310" providerId="AD" clId="Web-{6EE5FFB5-FA97-431F-A702-10D5039EA187}" dt="2025-06-07T06:10:28.166" v="194"/>
          <ac:graphicFrameMkLst>
            <pc:docMk/>
            <pc:sldMk cId="2287379508" sldId="271"/>
            <ac:graphicFrameMk id="14" creationId="{4BA22D0A-9425-D34C-A5CF-8AF270F32586}"/>
          </ac:graphicFrameMkLst>
        </pc:graphicFrameChg>
      </pc:sldChg>
      <pc:sldChg chg="addSp delSp modSp add replId">
        <pc:chgData name="Krishnaraj Rao" userId="S::krishnaraj@devappsys.com::a83542c9-5cf2-493e-a756-14c8b4a74310" providerId="AD" clId="Web-{6EE5FFB5-FA97-431F-A702-10D5039EA187}" dt="2025-06-07T06:40:00.819" v="347" actId="14100"/>
        <pc:sldMkLst>
          <pc:docMk/>
          <pc:sldMk cId="1378273258" sldId="272"/>
        </pc:sldMkLst>
        <pc:spChg chg="mod">
          <ac:chgData name="Krishnaraj Rao" userId="S::krishnaraj@devappsys.com::a83542c9-5cf2-493e-a756-14c8b4a74310" providerId="AD" clId="Web-{6EE5FFB5-FA97-431F-A702-10D5039EA187}" dt="2025-06-07T06:39:33.084" v="340" actId="20577"/>
          <ac:spMkLst>
            <pc:docMk/>
            <pc:sldMk cId="1378273258" sldId="272"/>
            <ac:spMk id="12" creationId="{C4829F24-53C2-7E91-0A22-DF71521DA44E}"/>
          </ac:spMkLst>
        </pc:spChg>
        <pc:picChg chg="add mod">
          <ac:chgData name="Krishnaraj Rao" userId="S::krishnaraj@devappsys.com::a83542c9-5cf2-493e-a756-14c8b4a74310" providerId="AD" clId="Web-{6EE5FFB5-FA97-431F-A702-10D5039EA187}" dt="2025-06-07T06:40:00.819" v="347" actId="14100"/>
          <ac:picMkLst>
            <pc:docMk/>
            <pc:sldMk cId="1378273258" sldId="272"/>
            <ac:picMk id="5" creationId="{575B74C2-9033-92D4-53D3-32C64F1FBA04}"/>
          </ac:picMkLst>
        </pc:picChg>
        <pc:picChg chg="del">
          <ac:chgData name="Krishnaraj Rao" userId="S::krishnaraj@devappsys.com::a83542c9-5cf2-493e-a756-14c8b4a74310" providerId="AD" clId="Web-{6EE5FFB5-FA97-431F-A702-10D5039EA187}" dt="2025-06-07T06:39:21.475" v="336"/>
          <ac:picMkLst>
            <pc:docMk/>
            <pc:sldMk cId="1378273258" sldId="272"/>
            <ac:picMk id="17" creationId="{AFBD2102-0E6D-A010-3B92-D628D7C084C0}"/>
          </ac:picMkLst>
        </pc:picChg>
      </pc:sldChg>
      <pc:sldChg chg="modSp add ord replId">
        <pc:chgData name="Krishnaraj Rao" userId="S::krishnaraj@devappsys.com::a83542c9-5cf2-493e-a756-14c8b4a74310" providerId="AD" clId="Web-{6EE5FFB5-FA97-431F-A702-10D5039EA187}" dt="2025-06-07T06:53:08.587" v="483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EE5FFB5-FA97-431F-A702-10D5039EA187}" dt="2025-06-07T06:53:08.587" v="483" actId="14100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EE5FFB5-FA97-431F-A702-10D5039EA187}" dt="2025-06-07T06:42:10.150" v="359" actId="20577"/>
          <ac:spMkLst>
            <pc:docMk/>
            <pc:sldMk cId="3480894903" sldId="273"/>
            <ac:spMk id="9" creationId="{7D9BE6DE-92DA-FBB6-6EB2-8744095645C4}"/>
          </ac:spMkLst>
        </pc:spChg>
      </pc:sldChg>
      <pc:sldChg chg="modSp add replId">
        <pc:chgData name="Krishnaraj Rao" userId="S::krishnaraj@devappsys.com::a83542c9-5cf2-493e-a756-14c8b4a74310" providerId="AD" clId="Web-{6EE5FFB5-FA97-431F-A702-10D5039EA187}" dt="2025-06-07T07:07:15.542" v="626" actId="20577"/>
        <pc:sldMkLst>
          <pc:docMk/>
          <pc:sldMk cId="4199602133" sldId="274"/>
        </pc:sldMkLst>
        <pc:spChg chg="mod">
          <ac:chgData name="Krishnaraj Rao" userId="S::krishnaraj@devappsys.com::a83542c9-5cf2-493e-a756-14c8b4a74310" providerId="AD" clId="Web-{6EE5FFB5-FA97-431F-A702-10D5039EA187}" dt="2025-06-07T07:07:15.542" v="626" actId="20577"/>
          <ac:spMkLst>
            <pc:docMk/>
            <pc:sldMk cId="4199602133" sldId="274"/>
            <ac:spMk id="5" creationId="{66866F3C-D8F5-A241-1384-65477A6EB3F9}"/>
          </ac:spMkLst>
        </pc:spChg>
        <pc:spChg chg="mod">
          <ac:chgData name="Krishnaraj Rao" userId="S::krishnaraj@devappsys.com::a83542c9-5cf2-493e-a756-14c8b4a74310" providerId="AD" clId="Web-{6EE5FFB5-FA97-431F-A702-10D5039EA187}" dt="2025-06-07T07:03:50.789" v="591" actId="20577"/>
          <ac:spMkLst>
            <pc:docMk/>
            <pc:sldMk cId="4199602133" sldId="274"/>
            <ac:spMk id="9" creationId="{2B29D00A-A1AD-8ACA-5944-6D82A9647AE7}"/>
          </ac:spMkLst>
        </pc:spChg>
      </pc:sldChg>
    </pc:docChg>
  </pc:docChgLst>
  <pc:docChgLst>
    <pc:chgData name="suhas shetty" userId="S::suhas@devappsys.com::0b8a8c61-01d1-4dc3-a283-e89a57431e1e" providerId="AD" clId="Web-{C229F99B-91FC-4CCB-AA17-9B031DDDE57D}"/>
    <pc:docChg chg="modSld">
      <pc:chgData name="suhas shetty" userId="S::suhas@devappsys.com::0b8a8c61-01d1-4dc3-a283-e89a57431e1e" providerId="AD" clId="Web-{C229F99B-91FC-4CCB-AA17-9B031DDDE57D}" dt="2025-06-07T10:24:52.588" v="62" actId="1076"/>
      <pc:docMkLst>
        <pc:docMk/>
      </pc:docMkLst>
      <pc:sldChg chg="delSp">
        <pc:chgData name="suhas shetty" userId="S::suhas@devappsys.com::0b8a8c61-01d1-4dc3-a283-e89a57431e1e" providerId="AD" clId="Web-{C229F99B-91FC-4CCB-AA17-9B031DDDE57D}" dt="2025-06-07T10:21:54.211" v="46"/>
        <pc:sldMkLst>
          <pc:docMk/>
          <pc:sldMk cId="0" sldId="256"/>
        </pc:sldMkLst>
        <pc:spChg chg="del">
          <ac:chgData name="suhas shetty" userId="S::suhas@devappsys.com::0b8a8c61-01d1-4dc3-a283-e89a57431e1e" providerId="AD" clId="Web-{C229F99B-91FC-4CCB-AA17-9B031DDDE57D}" dt="2025-06-07T10:21:54.211" v="46"/>
          <ac:spMkLst>
            <pc:docMk/>
            <pc:sldMk cId="0" sldId="256"/>
            <ac:spMk id="5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1:50.883" v="45"/>
          <ac:spMkLst>
            <pc:docMk/>
            <pc:sldMk cId="0" sldId="256"/>
            <ac:spMk id="6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3:28.806" v="49"/>
        <pc:sldMkLst>
          <pc:docMk/>
          <pc:sldMk cId="0" sldId="257"/>
        </pc:sldMkLst>
        <pc:spChg chg="del">
          <ac:chgData name="suhas shetty" userId="S::suhas@devappsys.com::0b8a8c61-01d1-4dc3-a283-e89a57431e1e" providerId="AD" clId="Web-{C229F99B-91FC-4CCB-AA17-9B031DDDE57D}" dt="2025-06-07T10:23:28.806" v="49"/>
          <ac:spMkLst>
            <pc:docMk/>
            <pc:sldMk cId="0" sldId="257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6.931" v="48"/>
          <ac:spMkLst>
            <pc:docMk/>
            <pc:sldMk cId="0" sldId="257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24.306" v="47"/>
          <ac:spMkLst>
            <pc:docMk/>
            <pc:sldMk cId="0" sldId="257"/>
            <ac:spMk id="6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3:49.228" v="54" actId="1076"/>
        <pc:sldMkLst>
          <pc:docMk/>
          <pc:sldMk cId="0" sldId="258"/>
        </pc:sldMkLst>
        <pc:spChg chg="mod">
          <ac:chgData name="suhas shetty" userId="S::suhas@devappsys.com::0b8a8c61-01d1-4dc3-a283-e89a57431e1e" providerId="AD" clId="Web-{C229F99B-91FC-4CCB-AA17-9B031DDDE57D}" dt="2025-06-07T10:23:43.634" v="53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23:49.228" v="54" actId="1076"/>
          <ac:spMkLst>
            <pc:docMk/>
            <pc:sldMk cId="0" sldId="25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7.462" v="51"/>
          <ac:spMkLst>
            <pc:docMk/>
            <pc:sldMk cId="0" sldId="258"/>
            <ac:spMk id="10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8.712" v="52"/>
          <ac:spMkLst>
            <pc:docMk/>
            <pc:sldMk cId="0" sldId="258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23:36.650" v="50"/>
          <ac:spMkLst>
            <pc:docMk/>
            <pc:sldMk cId="0" sldId="258"/>
            <ac:spMk id="15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20.003" v="10" actId="1076"/>
        <pc:sldMkLst>
          <pc:docMk/>
          <pc:sldMk cId="0" sldId="259"/>
        </pc:sldMkLst>
        <pc:spChg chg="del">
          <ac:chgData name="suhas shetty" userId="S::suhas@devappsys.com::0b8a8c61-01d1-4dc3-a283-e89a57431e1e" providerId="AD" clId="Web-{C229F99B-91FC-4CCB-AA17-9B031DDDE57D}" dt="2025-06-07T10:17:14.878" v="8"/>
          <ac:spMkLst>
            <pc:docMk/>
            <pc:sldMk cId="0" sldId="259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7:16.190" v="9"/>
          <ac:spMkLst>
            <pc:docMk/>
            <pc:sldMk cId="0" sldId="259"/>
            <ac:spMk id="3" creationId="{00000000-0000-0000-0000-000000000000}"/>
          </ac:spMkLst>
        </pc:spChg>
        <pc:spChg chg="mod">
          <ac:chgData name="suhas shetty" userId="S::suhas@devappsys.com::0b8a8c61-01d1-4dc3-a283-e89a57431e1e" providerId="AD" clId="Web-{C229F99B-91FC-4CCB-AA17-9B031DDDE57D}" dt="2025-06-07T10:17:20.003" v="10" actId="1076"/>
          <ac:spMkLst>
            <pc:docMk/>
            <pc:sldMk cId="0" sldId="259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52.588" v="62" actId="1076"/>
        <pc:sldMkLst>
          <pc:docMk/>
          <pc:sldMk cId="0" sldId="265"/>
        </pc:sldMkLst>
        <pc:spChg chg="mod">
          <ac:chgData name="suhas shetty" userId="S::suhas@devappsys.com::0b8a8c61-01d1-4dc3-a283-e89a57431e1e" providerId="AD" clId="Web-{C229F99B-91FC-4CCB-AA17-9B031DDDE57D}" dt="2025-06-07T10:24:52.588" v="62" actId="1076"/>
          <ac:spMkLst>
            <pc:docMk/>
            <pc:sldMk cId="0" sldId="265"/>
            <ac:spMk id="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8:13.207" v="20"/>
          <ac:spMkLst>
            <pc:docMk/>
            <pc:sldMk cId="0" sldId="265"/>
            <ac:spMk id="3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8:32.348" v="23" actId="1076"/>
          <ac:grpSpMkLst>
            <pc:docMk/>
            <pc:sldMk cId="0" sldId="265"/>
            <ac:grpSpMk id="16" creationId="{00000000-0000-0000-0000-000000000000}"/>
          </ac:grpSpMkLst>
        </pc:grpChg>
      </pc:sldChg>
      <pc:sldChg chg="delSp modSp">
        <pc:chgData name="suhas shetty" userId="S::suhas@devappsys.com::0b8a8c61-01d1-4dc3-a283-e89a57431e1e" providerId="AD" clId="Web-{C229F99B-91FC-4CCB-AA17-9B031DDDE57D}" dt="2025-06-07T10:19:32.458" v="32" actId="1076"/>
        <pc:sldMkLst>
          <pc:docMk/>
          <pc:sldMk cId="0" sldId="266"/>
        </pc:sldMkLst>
        <pc:spChg chg="del">
          <ac:chgData name="suhas shetty" userId="S::suhas@devappsys.com::0b8a8c61-01d1-4dc3-a283-e89a57431e1e" providerId="AD" clId="Web-{C229F99B-91FC-4CCB-AA17-9B031DDDE57D}" dt="2025-06-07T10:19:10.660" v="30"/>
          <ac:spMkLst>
            <pc:docMk/>
            <pc:sldMk cId="0" sldId="266"/>
            <ac:spMk id="4" creationId="{00000000-0000-0000-0000-000000000000}"/>
          </ac:spMkLst>
        </pc:spChg>
        <pc:grpChg chg="mod">
          <ac:chgData name="suhas shetty" userId="S::suhas@devappsys.com::0b8a8c61-01d1-4dc3-a283-e89a57431e1e" providerId="AD" clId="Web-{C229F99B-91FC-4CCB-AA17-9B031DDDE57D}" dt="2025-06-07T10:19:32.458" v="32" actId="1076"/>
          <ac:grpSpMkLst>
            <pc:docMk/>
            <pc:sldMk cId="0" sldId="266"/>
            <ac:grpSpMk id="5" creationId="{00000000-0000-0000-0000-000000000000}"/>
          </ac:grpSpMkLst>
        </pc:grpChg>
      </pc:sldChg>
      <pc:sldChg chg="delSp">
        <pc:chgData name="suhas shetty" userId="S::suhas@devappsys.com::0b8a8c61-01d1-4dc3-a283-e89a57431e1e" providerId="AD" clId="Web-{C229F99B-91FC-4CCB-AA17-9B031DDDE57D}" dt="2025-06-07T10:19:49.678" v="36"/>
        <pc:sldMkLst>
          <pc:docMk/>
          <pc:sldMk cId="0" sldId="267"/>
        </pc:sldMkLst>
        <pc:spChg chg="del">
          <ac:chgData name="suhas shetty" userId="S::suhas@devappsys.com::0b8a8c61-01d1-4dc3-a283-e89a57431e1e" providerId="AD" clId="Web-{C229F99B-91FC-4CCB-AA17-9B031DDDE57D}" dt="2025-06-07T10:19:49.678" v="36"/>
          <ac:spMkLst>
            <pc:docMk/>
            <pc:sldMk cId="0" sldId="267"/>
            <ac:spMk id="9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7.725" v="34"/>
          <ac:spMkLst>
            <pc:docMk/>
            <pc:sldMk cId="0" sldId="267"/>
            <ac:spMk id="11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6.866" v="33"/>
          <ac:spMkLst>
            <pc:docMk/>
            <pc:sldMk cId="0" sldId="267"/>
            <ac:spMk id="12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48.459" v="35"/>
          <ac:spMkLst>
            <pc:docMk/>
            <pc:sldMk cId="0" sldId="267"/>
            <ac:spMk id="13" creationId="{00000000-0000-0000-0000-000000000000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20:00.241" v="38"/>
        <pc:sldMkLst>
          <pc:docMk/>
          <pc:sldMk cId="0" sldId="268"/>
        </pc:sldMkLst>
        <pc:spChg chg="del">
          <ac:chgData name="suhas shetty" userId="S::suhas@devappsys.com::0b8a8c61-01d1-4dc3-a283-e89a57431e1e" providerId="AD" clId="Web-{C229F99B-91FC-4CCB-AA17-9B031DDDE57D}" dt="2025-06-07T10:20:00.241" v="38"/>
          <ac:spMkLst>
            <pc:docMk/>
            <pc:sldMk cId="0" sldId="268"/>
            <ac:spMk id="3" creationId="{00000000-0000-0000-0000-000000000000}"/>
          </ac:spMkLst>
        </pc:spChg>
        <pc:spChg chg="del">
          <ac:chgData name="suhas shetty" userId="S::suhas@devappsys.com::0b8a8c61-01d1-4dc3-a283-e89a57431e1e" providerId="AD" clId="Web-{C229F99B-91FC-4CCB-AA17-9B031DDDE57D}" dt="2025-06-07T10:19:59.459" v="37"/>
          <ac:spMkLst>
            <pc:docMk/>
            <pc:sldMk cId="0" sldId="268"/>
            <ac:spMk id="4" creationId="{00000000-0000-0000-0000-000000000000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1:31.258" v="44"/>
        <pc:sldMkLst>
          <pc:docMk/>
          <pc:sldMk cId="2287379508" sldId="271"/>
        </pc:sldMkLst>
        <pc:spChg chg="mod">
          <ac:chgData name="suhas shetty" userId="S::suhas@devappsys.com::0b8a8c61-01d1-4dc3-a283-e89a57431e1e" providerId="AD" clId="Web-{C229F99B-91FC-4CCB-AA17-9B031DDDE57D}" dt="2025-06-07T10:20:47.538" v="42" actId="1076"/>
          <ac:spMkLst>
            <pc:docMk/>
            <pc:sldMk cId="2287379508" sldId="271"/>
            <ac:spMk id="2" creationId="{3D3BC89B-198E-95E7-CAB8-49D9950B4399}"/>
          </ac:spMkLst>
        </pc:spChg>
        <pc:spChg chg="mod">
          <ac:chgData name="suhas shetty" userId="S::suhas@devappsys.com::0b8a8c61-01d1-4dc3-a283-e89a57431e1e" providerId="AD" clId="Web-{C229F99B-91FC-4CCB-AA17-9B031DDDE57D}" dt="2025-06-07T10:20:53.367" v="43" actId="1076"/>
          <ac:spMkLst>
            <pc:docMk/>
            <pc:sldMk cId="2287379508" sldId="271"/>
            <ac:spMk id="3" creationId="{8856D57A-79A1-557B-10E9-6C76D7352A37}"/>
          </ac:spMkLst>
        </pc:spChg>
        <pc:spChg chg="del">
          <ac:chgData name="suhas shetty" userId="S::suhas@devappsys.com::0b8a8c61-01d1-4dc3-a283-e89a57431e1e" providerId="AD" clId="Web-{C229F99B-91FC-4CCB-AA17-9B031DDDE57D}" dt="2025-06-07T10:20:40.054" v="40"/>
          <ac:spMkLst>
            <pc:docMk/>
            <pc:sldMk cId="2287379508" sldId="271"/>
            <ac:spMk id="10" creationId="{A77F1D4A-AE13-86BD-B20A-30354A4B13B6}"/>
          </ac:spMkLst>
        </pc:spChg>
        <pc:spChg chg="del">
          <ac:chgData name="suhas shetty" userId="S::suhas@devappsys.com::0b8a8c61-01d1-4dc3-a283-e89a57431e1e" providerId="AD" clId="Web-{C229F99B-91FC-4CCB-AA17-9B031DDDE57D}" dt="2025-06-07T10:20:41.023" v="41"/>
          <ac:spMkLst>
            <pc:docMk/>
            <pc:sldMk cId="2287379508" sldId="271"/>
            <ac:spMk id="11" creationId="{7D9990DD-66E5-E745-5C42-21C2E85EC04D}"/>
          </ac:spMkLst>
        </pc:spChg>
        <pc:spChg chg="del">
          <ac:chgData name="suhas shetty" userId="S::suhas@devappsys.com::0b8a8c61-01d1-4dc3-a283-e89a57431e1e" providerId="AD" clId="Web-{C229F99B-91FC-4CCB-AA17-9B031DDDE57D}" dt="2025-06-07T10:21:31.258" v="44"/>
          <ac:spMkLst>
            <pc:docMk/>
            <pc:sldMk cId="2287379508" sldId="271"/>
            <ac:spMk id="12" creationId="{F3427883-478C-5626-D65F-989B034D6414}"/>
          </ac:spMkLst>
        </pc:spChg>
        <pc:spChg chg="del">
          <ac:chgData name="suhas shetty" userId="S::suhas@devappsys.com::0b8a8c61-01d1-4dc3-a283-e89a57431e1e" providerId="AD" clId="Web-{C229F99B-91FC-4CCB-AA17-9B031DDDE57D}" dt="2025-06-07T10:20:38.976" v="39"/>
          <ac:spMkLst>
            <pc:docMk/>
            <pc:sldMk cId="2287379508" sldId="271"/>
            <ac:spMk id="15" creationId="{0F7430E2-3464-0EE0-2654-84F6CE365B45}"/>
          </ac:spMkLst>
        </pc:spChg>
      </pc:sldChg>
      <pc:sldChg chg="delSp">
        <pc:chgData name="suhas shetty" userId="S::suhas@devappsys.com::0b8a8c61-01d1-4dc3-a283-e89a57431e1e" providerId="AD" clId="Web-{C229F99B-91FC-4CCB-AA17-9B031DDDE57D}" dt="2025-06-07T10:17:25.753" v="12"/>
        <pc:sldMkLst>
          <pc:docMk/>
          <pc:sldMk cId="1378273258" sldId="272"/>
        </pc:sldMkLst>
        <pc:spChg chg="del">
          <ac:chgData name="suhas shetty" userId="S::suhas@devappsys.com::0b8a8c61-01d1-4dc3-a283-e89a57431e1e" providerId="AD" clId="Web-{C229F99B-91FC-4CCB-AA17-9B031DDDE57D}" dt="2025-06-07T10:17:24.831" v="11"/>
          <ac:spMkLst>
            <pc:docMk/>
            <pc:sldMk cId="1378273258" sldId="272"/>
            <ac:spMk id="2" creationId="{FECB00D7-6F62-9793-9EE2-7892B91839A6}"/>
          </ac:spMkLst>
        </pc:spChg>
        <pc:spChg chg="del">
          <ac:chgData name="suhas shetty" userId="S::suhas@devappsys.com::0b8a8c61-01d1-4dc3-a283-e89a57431e1e" providerId="AD" clId="Web-{C229F99B-91FC-4CCB-AA17-9B031DDDE57D}" dt="2025-06-07T10:17:25.753" v="12"/>
          <ac:spMkLst>
            <pc:docMk/>
            <pc:sldMk cId="1378273258" sldId="272"/>
            <ac:spMk id="3" creationId="{2B085B73-2F03-8EE5-CD60-6DAD7668EAA8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09.738" v="19"/>
        <pc:sldMkLst>
          <pc:docMk/>
          <pc:sldMk cId="3480894903" sldId="273"/>
        </pc:sldMkLst>
        <pc:spChg chg="mod">
          <ac:chgData name="suhas shetty" userId="S::suhas@devappsys.com::0b8a8c61-01d1-4dc3-a283-e89a57431e1e" providerId="AD" clId="Web-{C229F99B-91FC-4CCB-AA17-9B031DDDE57D}" dt="2025-06-07T10:17:56.800" v="16" actId="1076"/>
          <ac:spMkLst>
            <pc:docMk/>
            <pc:sldMk cId="3480894903" sldId="273"/>
            <ac:spMk id="2" creationId="{8530082D-B95D-F29E-ACD6-3E38CC643FBB}"/>
          </ac:spMkLst>
        </pc:spChg>
        <pc:spChg chg="mod">
          <ac:chgData name="suhas shetty" userId="S::suhas@devappsys.com::0b8a8c61-01d1-4dc3-a283-e89a57431e1e" providerId="AD" clId="Web-{C229F99B-91FC-4CCB-AA17-9B031DDDE57D}" dt="2025-06-07T10:18:03.238" v="18" actId="1076"/>
          <ac:spMkLst>
            <pc:docMk/>
            <pc:sldMk cId="3480894903" sldId="273"/>
            <ac:spMk id="3" creationId="{FE1EF1A6-9E58-F92B-18F6-4692677CD6AF}"/>
          </ac:spMkLst>
        </pc:spChg>
        <pc:spChg chg="del">
          <ac:chgData name="suhas shetty" userId="S::suhas@devappsys.com::0b8a8c61-01d1-4dc3-a283-e89a57431e1e" providerId="AD" clId="Web-{C229F99B-91FC-4CCB-AA17-9B031DDDE57D}" dt="2025-06-07T10:17:29.315" v="14"/>
          <ac:spMkLst>
            <pc:docMk/>
            <pc:sldMk cId="3480894903" sldId="273"/>
            <ac:spMk id="10" creationId="{8F4CDE23-BBF1-C540-D0D0-6C7DE66D4874}"/>
          </ac:spMkLst>
        </pc:spChg>
        <pc:spChg chg="del">
          <ac:chgData name="suhas shetty" userId="S::suhas@devappsys.com::0b8a8c61-01d1-4dc3-a283-e89a57431e1e" providerId="AD" clId="Web-{C229F99B-91FC-4CCB-AA17-9B031DDDE57D}" dt="2025-06-07T10:17:30.394" v="15"/>
          <ac:spMkLst>
            <pc:docMk/>
            <pc:sldMk cId="3480894903" sldId="273"/>
            <ac:spMk id="11" creationId="{BC5FE385-87A3-5BF4-BF39-A9FDBE0985A3}"/>
          </ac:spMkLst>
        </pc:spChg>
        <pc:spChg chg="del">
          <ac:chgData name="suhas shetty" userId="S::suhas@devappsys.com::0b8a8c61-01d1-4dc3-a283-e89a57431e1e" providerId="AD" clId="Web-{C229F99B-91FC-4CCB-AA17-9B031DDDE57D}" dt="2025-06-07T10:18:09.738" v="19"/>
          <ac:spMkLst>
            <pc:docMk/>
            <pc:sldMk cId="3480894903" sldId="273"/>
            <ac:spMk id="12" creationId="{475219E9-21D8-8D41-E28A-3800F71627DF}"/>
          </ac:spMkLst>
        </pc:spChg>
        <pc:spChg chg="del">
          <ac:chgData name="suhas shetty" userId="S::suhas@devappsys.com::0b8a8c61-01d1-4dc3-a283-e89a57431e1e" providerId="AD" clId="Web-{C229F99B-91FC-4CCB-AA17-9B031DDDE57D}" dt="2025-06-07T10:17:28.534" v="13"/>
          <ac:spMkLst>
            <pc:docMk/>
            <pc:sldMk cId="3480894903" sldId="273"/>
            <ac:spMk id="15" creationId="{F4092CF4-DD76-EAEB-21B8-342F72619F7E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8:58.504" v="29"/>
        <pc:sldMkLst>
          <pc:docMk/>
          <pc:sldMk cId="4199602133" sldId="274"/>
        </pc:sldMkLst>
        <pc:spChg chg="mod">
          <ac:chgData name="suhas shetty" userId="S::suhas@devappsys.com::0b8a8c61-01d1-4dc3-a283-e89a57431e1e" providerId="AD" clId="Web-{C229F99B-91FC-4CCB-AA17-9B031DDDE57D}" dt="2025-06-07T10:18:47.785" v="27" actId="1076"/>
          <ac:spMkLst>
            <pc:docMk/>
            <pc:sldMk cId="4199602133" sldId="274"/>
            <ac:spMk id="2" creationId="{364476D6-7519-12AA-579F-3D275C89B824}"/>
          </ac:spMkLst>
        </pc:spChg>
        <pc:spChg chg="mod">
          <ac:chgData name="suhas shetty" userId="S::suhas@devappsys.com::0b8a8c61-01d1-4dc3-a283-e89a57431e1e" providerId="AD" clId="Web-{C229F99B-91FC-4CCB-AA17-9B031DDDE57D}" dt="2025-06-07T10:18:53.426" v="28" actId="1076"/>
          <ac:spMkLst>
            <pc:docMk/>
            <pc:sldMk cId="4199602133" sldId="274"/>
            <ac:spMk id="3" creationId="{D3EEFCE7-BAE8-80C3-5EC6-EDBBDEE09863}"/>
          </ac:spMkLst>
        </pc:spChg>
        <pc:spChg chg="del">
          <ac:chgData name="suhas shetty" userId="S::suhas@devappsys.com::0b8a8c61-01d1-4dc3-a283-e89a57431e1e" providerId="AD" clId="Web-{C229F99B-91FC-4CCB-AA17-9B031DDDE57D}" dt="2025-06-07T10:18:41.879" v="25"/>
          <ac:spMkLst>
            <pc:docMk/>
            <pc:sldMk cId="4199602133" sldId="274"/>
            <ac:spMk id="10" creationId="{00862970-8963-0999-27CE-587A285014BF}"/>
          </ac:spMkLst>
        </pc:spChg>
        <pc:spChg chg="del">
          <ac:chgData name="suhas shetty" userId="S::suhas@devappsys.com::0b8a8c61-01d1-4dc3-a283-e89a57431e1e" providerId="AD" clId="Web-{C229F99B-91FC-4CCB-AA17-9B031DDDE57D}" dt="2025-06-07T10:18:42.848" v="26"/>
          <ac:spMkLst>
            <pc:docMk/>
            <pc:sldMk cId="4199602133" sldId="274"/>
            <ac:spMk id="11" creationId="{FC746209-F63C-374A-65B3-53AD0B5BE21C}"/>
          </ac:spMkLst>
        </pc:spChg>
        <pc:spChg chg="del">
          <ac:chgData name="suhas shetty" userId="S::suhas@devappsys.com::0b8a8c61-01d1-4dc3-a283-e89a57431e1e" providerId="AD" clId="Web-{C229F99B-91FC-4CCB-AA17-9B031DDDE57D}" dt="2025-06-07T10:18:58.504" v="29"/>
          <ac:spMkLst>
            <pc:docMk/>
            <pc:sldMk cId="4199602133" sldId="274"/>
            <ac:spMk id="12" creationId="{E6E56F64-877A-FC1E-0777-AC779385A84B}"/>
          </ac:spMkLst>
        </pc:spChg>
        <pc:spChg chg="del">
          <ac:chgData name="suhas shetty" userId="S::suhas@devappsys.com::0b8a8c61-01d1-4dc3-a283-e89a57431e1e" providerId="AD" clId="Web-{C229F99B-91FC-4CCB-AA17-9B031DDDE57D}" dt="2025-06-07T10:18:40.832" v="24"/>
          <ac:spMkLst>
            <pc:docMk/>
            <pc:sldMk cId="4199602133" sldId="274"/>
            <ac:spMk id="15" creationId="{921BC9BB-5576-132A-E532-B046830D0D59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24:17.119" v="60"/>
        <pc:sldMkLst>
          <pc:docMk/>
          <pc:sldMk cId="2783255690" sldId="275"/>
        </pc:sldMkLst>
        <pc:spChg chg="mod">
          <ac:chgData name="suhas shetty" userId="S::suhas@devappsys.com::0b8a8c61-01d1-4dc3-a283-e89a57431e1e" providerId="AD" clId="Web-{C229F99B-91FC-4CCB-AA17-9B031DDDE57D}" dt="2025-06-07T10:24:11.213" v="58" actId="1076"/>
          <ac:spMkLst>
            <pc:docMk/>
            <pc:sldMk cId="2783255690" sldId="275"/>
            <ac:spMk id="2" creationId="{5D87BE63-EA7F-FBE4-55AF-B7AA4EC8BEE3}"/>
          </ac:spMkLst>
        </pc:spChg>
        <pc:spChg chg="mod">
          <ac:chgData name="suhas shetty" userId="S::suhas@devappsys.com::0b8a8c61-01d1-4dc3-a283-e89a57431e1e" providerId="AD" clId="Web-{C229F99B-91FC-4CCB-AA17-9B031DDDE57D}" dt="2025-06-07T10:24:14.619" v="59" actId="1076"/>
          <ac:spMkLst>
            <pc:docMk/>
            <pc:sldMk cId="2783255690" sldId="275"/>
            <ac:spMk id="3" creationId="{7BC1C182-11D9-7918-235F-A5FC67EDC05A}"/>
          </ac:spMkLst>
        </pc:spChg>
        <pc:spChg chg="del">
          <ac:chgData name="suhas shetty" userId="S::suhas@devappsys.com::0b8a8c61-01d1-4dc3-a283-e89a57431e1e" providerId="AD" clId="Web-{C229F99B-91FC-4CCB-AA17-9B031DDDE57D}" dt="2025-06-07T10:24:05.697" v="56"/>
          <ac:spMkLst>
            <pc:docMk/>
            <pc:sldMk cId="2783255690" sldId="275"/>
            <ac:spMk id="10" creationId="{62F81244-8E0A-46EA-8F01-D848E80BBC01}"/>
          </ac:spMkLst>
        </pc:spChg>
        <pc:spChg chg="del">
          <ac:chgData name="suhas shetty" userId="S::suhas@devappsys.com::0b8a8c61-01d1-4dc3-a283-e89a57431e1e" providerId="AD" clId="Web-{C229F99B-91FC-4CCB-AA17-9B031DDDE57D}" dt="2025-06-07T10:24:06.822" v="57"/>
          <ac:spMkLst>
            <pc:docMk/>
            <pc:sldMk cId="2783255690" sldId="275"/>
            <ac:spMk id="11" creationId="{8DDCFB93-9699-5366-C9E5-98111280C64E}"/>
          </ac:spMkLst>
        </pc:spChg>
        <pc:spChg chg="del">
          <ac:chgData name="suhas shetty" userId="S::suhas@devappsys.com::0b8a8c61-01d1-4dc3-a283-e89a57431e1e" providerId="AD" clId="Web-{C229F99B-91FC-4CCB-AA17-9B031DDDE57D}" dt="2025-06-07T10:24:17.119" v="60"/>
          <ac:spMkLst>
            <pc:docMk/>
            <pc:sldMk cId="2783255690" sldId="275"/>
            <ac:spMk id="12" creationId="{D85A16FA-06B7-6D46-5915-E9EDFDF367F5}"/>
          </ac:spMkLst>
        </pc:spChg>
        <pc:spChg chg="del">
          <ac:chgData name="suhas shetty" userId="S::suhas@devappsys.com::0b8a8c61-01d1-4dc3-a283-e89a57431e1e" providerId="AD" clId="Web-{C229F99B-91FC-4CCB-AA17-9B031DDDE57D}" dt="2025-06-07T10:24:04.838" v="55"/>
          <ac:spMkLst>
            <pc:docMk/>
            <pc:sldMk cId="2783255690" sldId="275"/>
            <ac:spMk id="15" creationId="{F0C39DDB-B5AE-AAFB-FAA3-08846CCCD776}"/>
          </ac:spMkLst>
        </pc:spChg>
      </pc:sldChg>
      <pc:sldChg chg="delSp modSp">
        <pc:chgData name="suhas shetty" userId="S::suhas@devappsys.com::0b8a8c61-01d1-4dc3-a283-e89a57431e1e" providerId="AD" clId="Web-{C229F99B-91FC-4CCB-AA17-9B031DDDE57D}" dt="2025-06-07T10:17:01.862" v="7" actId="1076"/>
        <pc:sldMkLst>
          <pc:docMk/>
          <pc:sldMk cId="2466518213" sldId="276"/>
        </pc:sldMkLst>
        <pc:spChg chg="mod">
          <ac:chgData name="suhas shetty" userId="S::suhas@devappsys.com::0b8a8c61-01d1-4dc3-a283-e89a57431e1e" providerId="AD" clId="Web-{C229F99B-91FC-4CCB-AA17-9B031DDDE57D}" dt="2025-06-07T10:17:01.862" v="7" actId="1076"/>
          <ac:spMkLst>
            <pc:docMk/>
            <pc:sldMk cId="2466518213" sldId="276"/>
            <ac:spMk id="2" creationId="{44B74709-C462-95F8-08CD-0D0FCEF0E19E}"/>
          </ac:spMkLst>
        </pc:spChg>
        <pc:spChg chg="mod">
          <ac:chgData name="suhas shetty" userId="S::suhas@devappsys.com::0b8a8c61-01d1-4dc3-a283-e89a57431e1e" providerId="AD" clId="Web-{C229F99B-91FC-4CCB-AA17-9B031DDDE57D}" dt="2025-06-07T10:16:52.456" v="6" actId="1076"/>
          <ac:spMkLst>
            <pc:docMk/>
            <pc:sldMk cId="2466518213" sldId="276"/>
            <ac:spMk id="3" creationId="{CDD05D65-E3B2-A39A-4FAE-7F33521F69D0}"/>
          </ac:spMkLst>
        </pc:spChg>
        <pc:spChg chg="del">
          <ac:chgData name="suhas shetty" userId="S::suhas@devappsys.com::0b8a8c61-01d1-4dc3-a283-e89a57431e1e" providerId="AD" clId="Web-{C229F99B-91FC-4CCB-AA17-9B031DDDE57D}" dt="2025-06-07T10:16:36.033" v="2"/>
          <ac:spMkLst>
            <pc:docMk/>
            <pc:sldMk cId="2466518213" sldId="276"/>
            <ac:spMk id="10" creationId="{69E22FD6-DC33-C636-C129-4F2F60F5D49D}"/>
          </ac:spMkLst>
        </pc:spChg>
        <pc:spChg chg="del">
          <ac:chgData name="suhas shetty" userId="S::suhas@devappsys.com::0b8a8c61-01d1-4dc3-a283-e89a57431e1e" providerId="AD" clId="Web-{C229F99B-91FC-4CCB-AA17-9B031DDDE57D}" dt="2025-06-07T10:16:38.002" v="4"/>
          <ac:spMkLst>
            <pc:docMk/>
            <pc:sldMk cId="2466518213" sldId="276"/>
            <ac:spMk id="11" creationId="{322C02D8-E501-E5E3-EC9C-20DFCDE9ADB2}"/>
          </ac:spMkLst>
        </pc:spChg>
        <pc:spChg chg="del">
          <ac:chgData name="suhas shetty" userId="S::suhas@devappsys.com::0b8a8c61-01d1-4dc3-a283-e89a57431e1e" providerId="AD" clId="Web-{C229F99B-91FC-4CCB-AA17-9B031DDDE57D}" dt="2025-06-07T10:16:39.237" v="5"/>
          <ac:spMkLst>
            <pc:docMk/>
            <pc:sldMk cId="2466518213" sldId="276"/>
            <ac:spMk id="12" creationId="{FA7064AC-738F-70CD-924F-C796515CBE82}"/>
          </ac:spMkLst>
        </pc:spChg>
        <pc:spChg chg="del">
          <ac:chgData name="suhas shetty" userId="S::suhas@devappsys.com::0b8a8c61-01d1-4dc3-a283-e89a57431e1e" providerId="AD" clId="Web-{C229F99B-91FC-4CCB-AA17-9B031DDDE57D}" dt="2025-06-07T10:16:37.283" v="3"/>
          <ac:spMkLst>
            <pc:docMk/>
            <pc:sldMk cId="2466518213" sldId="276"/>
            <ac:spMk id="15" creationId="{16EDE5EC-EF28-5F1F-6F3F-1CD012B42B00}"/>
          </ac:spMkLst>
        </pc:spChg>
      </pc:sldChg>
    </pc:docChg>
  </pc:docChgLst>
  <pc:docChgLst>
    <pc:chgData name="Krishnaraj Rao" userId="S::krishnaraj@devappsys.com::a83542c9-5cf2-493e-a756-14c8b4a74310" providerId="AD" clId="Web-{BB55558A-5814-425F-BF8E-19951515002E}"/>
    <pc:docChg chg="mod modSld modMainMaster">
      <pc:chgData name="Krishnaraj Rao" userId="S::krishnaraj@devappsys.com::a83542c9-5cf2-493e-a756-14c8b4a74310" providerId="AD" clId="Web-{BB55558A-5814-425F-BF8E-19951515002E}" dt="2025-06-07T00:49:22.607" v="3"/>
      <pc:docMkLst>
        <pc:docMk/>
      </pc:docMkLst>
      <pc:sldChg chg="addSp modSp">
        <pc:chgData name="Krishnaraj Rao" userId="S::krishnaraj@devappsys.com::a83542c9-5cf2-493e-a756-14c8b4a74310" providerId="AD" clId="Web-{BB55558A-5814-425F-BF8E-19951515002E}" dt="2025-06-07T00:49:13.435" v="1"/>
        <pc:sldMkLst>
          <pc:docMk/>
          <pc:sldMk cId="0" sldId="256"/>
        </pc:sldMkLst>
        <pc:spChg chg="add mod">
          <ac:chgData name="Krishnaraj Rao" userId="S::krishnaraj@devappsys.com::a83542c9-5cf2-493e-a756-14c8b4a74310" providerId="AD" clId="Web-{BB55558A-5814-425F-BF8E-19951515002E}" dt="2025-06-07T00:49:06.310" v="0"/>
          <ac:spMkLst>
            <pc:docMk/>
            <pc:sldMk cId="0" sldId="256"/>
            <ac:spMk id="12" creationId="{85F18A22-050D-96D1-3301-F57D14DE7EE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13.435" v="1"/>
          <ac:spMkLst>
            <pc:docMk/>
            <pc:sldMk cId="0" sldId="256"/>
            <ac:spMk id="13" creationId="{35FD7363-FEF8-DD18-4DF8-DEF5ADDBF19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49" creationId="{0BA155CB-A8DA-5752-7372-2A1A9EB0AA4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7"/>
            <ac:spMk id="50" creationId="{90E327EE-D449-710A-524F-FDBC3B072DF4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6" creationId="{CDBDAF61-21A8-F453-6028-F56891D25C18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8"/>
            <ac:spMk id="17" creationId="{03C4E3B1-EDD4-4D0B-C13E-4DE51F4B516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5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5" creationId="{6E420746-B275-4438-F3E0-237810C81591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59"/>
            <ac:spMk id="16" creationId="{AEC99B2C-787C-9CDA-CF38-405CFCC78B21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0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3" creationId="{4CC9B1B3-E18A-3EA4-8FC9-9F35F59D88F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0"/>
            <ac:spMk id="34" creationId="{59572D42-1E1A-7209-9D9D-B77B65B2F45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1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3" creationId="{E296D9E6-FFF5-BF6A-1D73-040270AD08BA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1"/>
            <ac:spMk id="14" creationId="{0FF27691-3742-FF2D-B30F-B81BBC80157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2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6" creationId="{094548CB-5EE2-5A9E-4721-A1FBA1EA7EEF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2"/>
            <ac:spMk id="17" creationId="{9F7C080D-FC93-869B-F377-2DDD79B02D9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3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6" creationId="{30FD7492-52EC-D49F-4A27-37BDA0F53E6B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3"/>
            <ac:spMk id="17" creationId="{A1572DA4-30F9-62BF-C8EB-D3567A28AEA6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4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7" creationId="{33CADF40-D3D0-FE6D-819B-5876019D928D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4"/>
            <ac:spMk id="28" creationId="{C4232EE6-AB90-1693-D4FF-4055F84CE92C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5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0" creationId="{429B65AB-D657-3746-EE25-113CE8DC3469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5"/>
            <ac:spMk id="21" creationId="{9BE73999-29C0-F7ED-3A16-4C18EEA9CF70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6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4" creationId="{356B3F51-87DB-965E-8D5C-086C8102B432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6"/>
            <ac:spMk id="25" creationId="{1CFC368F-8EF1-84E4-54BA-3B4565B548FF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7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6" creationId="{EE62FFA1-F211-B211-F9A1-ADBF68728184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7"/>
            <ac:spMk id="17" creationId="{2B3E45DA-BA9B-A034-0B99-EFA7AF4242BE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8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3" creationId="{AE60D82D-54A9-20A4-AED1-524904392CD3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8"/>
            <ac:spMk id="14" creationId="{496FDA14-4E30-37E7-87DC-C4AB98B85A3D}"/>
          </ac:spMkLst>
        </pc:spChg>
      </pc:sldChg>
      <pc:sldChg chg="addSp modSp">
        <pc:chgData name="Krishnaraj Rao" userId="S::krishnaraj@devappsys.com::a83542c9-5cf2-493e-a756-14c8b4a74310" providerId="AD" clId="Web-{BB55558A-5814-425F-BF8E-19951515002E}" dt="2025-06-07T00:49:22.607" v="3"/>
        <pc:sldMkLst>
          <pc:docMk/>
          <pc:sldMk cId="0" sldId="269"/>
        </pc:sldMkLst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5" creationId="{AA04E0F9-F5E4-951A-EBFD-D1E065E2A81C}"/>
          </ac:spMkLst>
        </pc:spChg>
        <pc:spChg chg="add mod">
          <ac:chgData name="Krishnaraj Rao" userId="S::krishnaraj@devappsys.com::a83542c9-5cf2-493e-a756-14c8b4a74310" providerId="AD" clId="Web-{BB55558A-5814-425F-BF8E-19951515002E}" dt="2025-06-07T00:49:22.607" v="3"/>
          <ac:spMkLst>
            <pc:docMk/>
            <pc:sldMk cId="0" sldId="269"/>
            <ac:spMk id="6" creationId="{68EF33A1-EA75-7DBD-0985-08D881B8B6DB}"/>
          </ac:spMkLst>
        </pc:spChg>
      </pc:sldChg>
      <pc:sldMasterChg chg="mod modSldLayout">
        <pc:chgData name="Krishnaraj Rao" userId="S::krishnaraj@devappsys.com::a83542c9-5cf2-493e-a756-14c8b4a74310" providerId="AD" clId="Web-{BB55558A-5814-425F-BF8E-19951515002E}" dt="2025-06-07T00:49:22.607" v="3"/>
        <pc:sldMasterMkLst>
          <pc:docMk/>
          <pc:sldMasterMk cId="0" sldId="2147483648"/>
        </pc:sldMasterMkLst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49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0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1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2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3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4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5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6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7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8"/>
          </pc:sldLayoutMkLst>
        </pc:sldLayoutChg>
        <pc:sldLayoutChg chg="mod">
          <pc:chgData name="Krishnaraj Rao" userId="S::krishnaraj@devappsys.com::a83542c9-5cf2-493e-a756-14c8b4a74310" providerId="AD" clId="Web-{BB55558A-5814-425F-BF8E-19951515002E}" dt="2025-06-07T00:49:22.607" v="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Krishnaraj Rao" userId="S::krishnaraj@devappsys.com::a83542c9-5cf2-493e-a756-14c8b4a74310" providerId="AD" clId="Web-{993A952B-EB64-46F1-A797-5574A5E2CF03}"/>
    <pc:docChg chg="mod modSld modMainMaster">
      <pc:chgData name="Krishnaraj Rao" userId="S::krishnaraj@devappsys.com::a83542c9-5cf2-493e-a756-14c8b4a74310" providerId="AD" clId="Web-{993A952B-EB64-46F1-A797-5574A5E2CF03}" dt="2025-06-07T00:57:34.844" v="25" actId="1076"/>
      <pc:docMkLst>
        <pc:docMk/>
      </pc:docMkLst>
      <pc:sldChg chg="addSp delSp modSp">
        <pc:chgData name="Krishnaraj Rao" userId="S::krishnaraj@devappsys.com::a83542c9-5cf2-493e-a756-14c8b4a74310" providerId="AD" clId="Web-{993A952B-EB64-46F1-A797-5574A5E2CF03}" dt="2025-06-07T00:57:34.844" v="25" actId="1076"/>
        <pc:sldMkLst>
          <pc:docMk/>
          <pc:sldMk cId="0" sldId="256"/>
        </pc:sldMkLst>
        <pc:spChg chg="mod">
          <ac:chgData name="Krishnaraj Rao" userId="S::krishnaraj@devappsys.com::a83542c9-5cf2-493e-a756-14c8b4a74310" providerId="AD" clId="Web-{993A952B-EB64-46F1-A797-5574A5E2CF03}" dt="2025-06-07T00:57:34.844" v="25" actId="1076"/>
          <ac:spMkLst>
            <pc:docMk/>
            <pc:sldMk cId="0" sldId="256"/>
            <ac:spMk id="4" creationId="{00000000-0000-0000-0000-000000000000}"/>
          </ac:spMkLst>
        </pc:spChg>
        <pc:spChg chg="del mod">
          <ac:chgData name="Krishnaraj Rao" userId="S::krishnaraj@devappsys.com::a83542c9-5cf2-493e-a756-14c8b4a74310" providerId="AD" clId="Web-{993A952B-EB64-46F1-A797-5574A5E2CF03}" dt="2025-06-07T00:52:19.845" v="1"/>
          <ac:spMkLst>
            <pc:docMk/>
            <pc:sldMk cId="0" sldId="256"/>
            <ac:spMk id="12" creationId="{85F18A22-050D-96D1-3301-F57D14DE7EE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1.110" v="2"/>
          <ac:spMkLst>
            <pc:docMk/>
            <pc:sldMk cId="0" sldId="256"/>
            <ac:spMk id="13" creationId="{35FD7363-FEF8-DD18-4DF8-DEF5ADDBF19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2:28.486" v="5"/>
          <ac:spMkLst>
            <pc:docMk/>
            <pc:sldMk cId="0" sldId="256"/>
            <ac:spMk id="14" creationId="{A788A892-53E9-C1D1-8945-E37AAF27FEF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06.442" v="21" actId="1076"/>
          <ac:spMkLst>
            <pc:docMk/>
            <pc:sldMk cId="0" sldId="256"/>
            <ac:spMk id="15" creationId="{45BF26D9-E672-5704-847A-EC70136C457F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49" creationId="{0BA155CB-A8DA-5752-7372-2A1A9EB0AA4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7"/>
            <ac:spMk id="50" creationId="{90E327EE-D449-710A-524F-FDBC3B072DF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7"/>
            <ac:spMk id="51" creationId="{A17B05B3-0594-F81F-73B9-E312A4458F6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7"/>
            <ac:spMk id="52" creationId="{F014F566-679C-7B70-6B31-31DC6A6FB9B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6" creationId="{CDBDAF61-21A8-F453-6028-F56891D25C18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8"/>
            <ac:spMk id="17" creationId="{03C4E3B1-EDD4-4D0B-C13E-4DE51F4B516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8"/>
            <ac:spMk id="18" creationId="{7B3027A7-DAC5-DCD6-514D-8CE16A96B9A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8"/>
            <ac:spMk id="19" creationId="{9638AB3A-734E-28AD-106B-E6DC74EB2121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5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5" creationId="{6E420746-B275-4438-F3E0-237810C81591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59"/>
            <ac:spMk id="16" creationId="{AEC99B2C-787C-9CDA-CF38-405CFCC78B21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59"/>
            <ac:spMk id="17" creationId="{17D831A0-7C01-707A-4C80-74428957F38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59"/>
            <ac:spMk id="18" creationId="{1F7B5AE0-E946-4423-4F82-43967F249503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0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3" creationId="{4CC9B1B3-E18A-3EA4-8FC9-9F35F59D88F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0"/>
            <ac:spMk id="34" creationId="{59572D42-1E1A-7209-9D9D-B77B65B2F45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0"/>
            <ac:spMk id="35" creationId="{5BB8C59D-A84F-B76A-AF74-E2C7C1AB8825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0"/>
            <ac:spMk id="36" creationId="{9843DB6C-6E6A-3852-CC4F-CB3AADE51CAE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1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3" creationId="{E296D9E6-FFF5-BF6A-1D73-040270AD08BA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1"/>
            <ac:spMk id="14" creationId="{0FF27691-3742-FF2D-B30F-B81BBC80157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1"/>
            <ac:spMk id="15" creationId="{2D5696C4-FCF8-BCC3-0465-6143C8706BF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1"/>
            <ac:spMk id="16" creationId="{3B706D7D-C598-83A3-6C00-26801E598E8D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2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6" creationId="{094548CB-5EE2-5A9E-4721-A1FBA1EA7EEF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2"/>
            <ac:spMk id="17" creationId="{9F7C080D-FC93-869B-F377-2DDD79B02D9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2"/>
            <ac:spMk id="18" creationId="{31E22B1B-04BE-C61A-F002-C1AD09C6ADB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2"/>
            <ac:spMk id="19" creationId="{AB3E09E8-B768-F8D9-8A8B-63F503CAE2F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3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6" creationId="{30FD7492-52EC-D49F-4A27-37BDA0F53E6B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3"/>
            <ac:spMk id="17" creationId="{A1572DA4-30F9-62BF-C8EB-D3567A28AEA6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3"/>
            <ac:spMk id="18" creationId="{C6158D96-D804-DD74-9B1C-65F843FC17AA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3"/>
            <ac:spMk id="19" creationId="{6194A6FE-EFF6-109E-58FB-CBA4BB9E20C5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4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7" creationId="{33CADF40-D3D0-FE6D-819B-5876019D928D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4"/>
            <ac:spMk id="28" creationId="{C4232EE6-AB90-1693-D4FF-4055F84CE92C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4"/>
            <ac:spMk id="29" creationId="{BC86B100-FCAB-32FB-01C6-2F12FBCE34D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4"/>
            <ac:spMk id="30" creationId="{8A31F693-244D-F38C-C060-5ED257A7A28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5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0" creationId="{429B65AB-D657-3746-EE25-113CE8DC3469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5"/>
            <ac:spMk id="21" creationId="{9BE73999-29C0-F7ED-3A16-4C18EEA9CF7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5"/>
            <ac:spMk id="22" creationId="{05024533-8989-7596-7E39-926CC3164904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5"/>
            <ac:spMk id="23" creationId="{AFB55547-605D-EDB9-41FF-CD3D51DA671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6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4" creationId="{356B3F51-87DB-965E-8D5C-086C8102B432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6"/>
            <ac:spMk id="25" creationId="{1CFC368F-8EF1-84E4-54BA-3B4565B548FF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6"/>
            <ac:spMk id="26" creationId="{FAC103A1-4B09-675D-A37A-19459355F868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6"/>
            <ac:spMk id="27" creationId="{FD0538BD-B281-3C0B-F413-48312AD49C50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7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6" creationId="{EE62FFA1-F211-B211-F9A1-ADBF68728184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7"/>
            <ac:spMk id="17" creationId="{2B3E45DA-BA9B-A034-0B99-EFA7AF4242BE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7"/>
            <ac:spMk id="18" creationId="{668A2F5C-FF54-A66F-5D12-D192F5B5691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7"/>
            <ac:spMk id="19" creationId="{E09AA338-7558-DCBF-9BD3-6A55D9D0B666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8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3" creationId="{AE60D82D-54A9-20A4-AED1-524904392CD3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8"/>
            <ac:spMk id="14" creationId="{496FDA14-4E30-37E7-87DC-C4AB98B85A3D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8"/>
            <ac:spMk id="15" creationId="{7287FD4E-C786-B09B-663B-82A1E1EE551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8"/>
            <ac:spMk id="16" creationId="{7A203954-94E8-E177-2D54-36499D9C9FB4}"/>
          </ac:spMkLst>
        </pc:spChg>
      </pc:sldChg>
      <pc:sldChg chg="addSp delSp modSp">
        <pc:chgData name="Krishnaraj Rao" userId="S::krishnaraj@devappsys.com::a83542c9-5cf2-493e-a756-14c8b4a74310" providerId="AD" clId="Web-{993A952B-EB64-46F1-A797-5574A5E2CF03}" dt="2025-06-07T00:54:11.958" v="22"/>
        <pc:sldMkLst>
          <pc:docMk/>
          <pc:sldMk cId="0" sldId="269"/>
        </pc:sldMkLst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5" creationId="{AA04E0F9-F5E4-951A-EBFD-D1E065E2A81C}"/>
          </ac:spMkLst>
        </pc:spChg>
        <pc:spChg chg="del">
          <ac:chgData name="Krishnaraj Rao" userId="S::krishnaraj@devappsys.com::a83542c9-5cf2-493e-a756-14c8b4a74310" providerId="AD" clId="Web-{993A952B-EB64-46F1-A797-5574A5E2CF03}" dt="2025-06-07T00:52:26.423" v="4"/>
          <ac:spMkLst>
            <pc:docMk/>
            <pc:sldMk cId="0" sldId="269"/>
            <ac:spMk id="6" creationId="{68EF33A1-EA75-7DBD-0985-08D881B8B6DB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k cId="0" sldId="269"/>
            <ac:spMk id="7" creationId="{2158483B-0401-A966-5BCC-93F23D71CED0}"/>
          </ac:spMkLst>
        </pc:spChg>
        <pc:spChg chg="add mod">
          <ac:chgData name="Krishnaraj Rao" userId="S::krishnaraj@devappsys.com::a83542c9-5cf2-493e-a756-14c8b4a74310" providerId="AD" clId="Web-{993A952B-EB64-46F1-A797-5574A5E2CF03}" dt="2025-06-07T00:53:29.113" v="16"/>
          <ac:spMkLst>
            <pc:docMk/>
            <pc:sldMk cId="0" sldId="269"/>
            <ac:spMk id="8" creationId="{EE169540-353F-AA0D-CE5D-9D92894927AE}"/>
          </ac:spMkLst>
        </pc:spChg>
      </pc:sldChg>
      <pc:sldMasterChg chg="modSp mod modSldLayout">
        <pc:chgData name="Krishnaraj Rao" userId="S::krishnaraj@devappsys.com::a83542c9-5cf2-493e-a756-14c8b4a74310" providerId="AD" clId="Web-{993A952B-EB64-46F1-A797-5574A5E2CF03}" dt="2025-06-07T00:55:24.496" v="24"/>
        <pc:sldMasterMkLst>
          <pc:docMk/>
          <pc:sldMasterMk cId="0" sldId="2147483648"/>
        </pc:sldMasterMkLst>
        <pc:spChg chg="mod">
          <ac:chgData name="Krishnaraj Rao" userId="S::krishnaraj@devappsys.com::a83542c9-5cf2-493e-a756-14c8b4a74310" providerId="AD" clId="Web-{993A952B-EB64-46F1-A797-5574A5E2CF03}" dt="2025-06-07T00:54:11.958" v="22"/>
          <ac:spMkLst>
            <pc:docMk/>
            <pc:sldMasterMk cId="0" sldId="2147483648"/>
            <ac:spMk id="5" creationId="{00000000-0000-0000-0000-000000000000}"/>
          </ac:spMkLst>
        </pc:sp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4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49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0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0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1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1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2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2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3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3"/>
              <ac:spMk id="8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4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4"/>
              <ac:spMk id="4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5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5"/>
              <ac:spMk id="3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6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6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7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7"/>
              <ac:spMk id="6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8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8"/>
              <ac:spMk id="5" creationId="{00000000-0000-0000-0000-000000000000}"/>
            </ac:spMkLst>
          </pc:spChg>
        </pc:sldLayoutChg>
        <pc:sldLayoutChg chg="modSp mod">
          <pc:chgData name="Krishnaraj Rao" userId="S::krishnaraj@devappsys.com::a83542c9-5cf2-493e-a756-14c8b4a74310" providerId="AD" clId="Web-{993A952B-EB64-46F1-A797-5574A5E2CF03}" dt="2025-06-07T00:55:24.496" v="24"/>
          <pc:sldLayoutMkLst>
            <pc:docMk/>
            <pc:sldMasterMk cId="0" sldId="2147483648"/>
            <pc:sldLayoutMk cId="0" sldId="2147483659"/>
          </pc:sldLayoutMkLst>
          <pc:spChg chg="mod">
            <ac:chgData name="Krishnaraj Rao" userId="S::krishnaraj@devappsys.com::a83542c9-5cf2-493e-a756-14c8b4a74310" providerId="AD" clId="Web-{993A952B-EB64-46F1-A797-5574A5E2CF03}" dt="2025-06-07T00:54:11.958" v="22"/>
            <ac:spMkLst>
              <pc:docMk/>
              <pc:sldMasterMk cId="0" sldId="2147483648"/>
              <pc:sldLayoutMk cId="0" sldId="2147483659"/>
              <ac:spMk id="5" creationId="{00000000-0000-0000-0000-000000000000}"/>
            </ac:spMkLst>
          </pc:spChg>
        </pc:sldLayoutChg>
      </pc:sldMasterChg>
    </pc:docChg>
  </pc:docChgLst>
  <pc:docChgLst>
    <pc:chgData name="Krishnaraj Rao" userId="S::krishnaraj@devappsys.com::a83542c9-5cf2-493e-a756-14c8b4a74310" providerId="AD" clId="Web-{6217F43D-2A94-46AF-90C1-C85748EC6597}"/>
    <pc:docChg chg="addSld modSld">
      <pc:chgData name="Krishnaraj Rao" userId="S::krishnaraj@devappsys.com::a83542c9-5cf2-493e-a756-14c8b4a74310" providerId="AD" clId="Web-{6217F43D-2A94-46AF-90C1-C85748EC6597}" dt="2025-06-07T10:14:43.119" v="226" actId="20577"/>
      <pc:docMkLst>
        <pc:docMk/>
      </pc:docMkLst>
      <pc:sldChg chg="addSp delSp modSp">
        <pc:chgData name="Krishnaraj Rao" userId="S::krishnaraj@devappsys.com::a83542c9-5cf2-493e-a756-14c8b4a74310" providerId="AD" clId="Web-{6217F43D-2A94-46AF-90C1-C85748EC6597}" dt="2025-06-07T10:05:24.093" v="160" actId="20577"/>
        <pc:sldMkLst>
          <pc:docMk/>
          <pc:sldMk cId="0" sldId="257"/>
        </pc:sldMkLst>
        <pc:spChg chg="mod">
          <ac:chgData name="Krishnaraj Rao" userId="S::krishnaraj@devappsys.com::a83542c9-5cf2-493e-a756-14c8b4a74310" providerId="AD" clId="Web-{6217F43D-2A94-46AF-90C1-C85748EC6597}" dt="2025-06-07T09:26:41.172" v="6" actId="20577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00.969" v="10" actId="20577"/>
          <ac:spMkLst>
            <pc:docMk/>
            <pc:sldMk cId="0" sldId="257"/>
            <ac:spMk id="2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8:33.377" v="25" actId="20577"/>
          <ac:spMkLst>
            <pc:docMk/>
            <pc:sldMk cId="0" sldId="257"/>
            <ac:spMk id="2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5:24.093" v="160" actId="20577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4"/>
          <ac:spMkLst>
            <pc:docMk/>
            <pc:sldMk cId="0" sldId="257"/>
            <ac:spMk id="3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27:52.142" v="19" actId="20577"/>
          <ac:spMkLst>
            <pc:docMk/>
            <pc:sldMk cId="0" sldId="257"/>
            <ac:spMk id="38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7:42.943" v="119" actId="20577"/>
          <ac:spMkLst>
            <pc:docMk/>
            <pc:sldMk cId="0" sldId="257"/>
            <ac:spMk id="43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5"/>
          <ac:spMkLst>
            <pc:docMk/>
            <pc:sldMk cId="0" sldId="257"/>
            <ac:spMk id="47" creationId="{00000000-0000-0000-0000-000000000000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6"/>
          <ac:spMkLst>
            <pc:docMk/>
            <pc:sldMk cId="0" sldId="257"/>
            <ac:spMk id="48" creationId="{00000000-0000-0000-0000-000000000000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4"/>
          <ac:spMkLst>
            <pc:docMk/>
            <pc:sldMk cId="0" sldId="257"/>
            <ac:spMk id="50" creationId="{40C7A061-A9F9-91A3-F425-FE80FA8D66E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3"/>
          <ac:spMkLst>
            <pc:docMk/>
            <pc:sldMk cId="0" sldId="257"/>
            <ac:spMk id="53" creationId="{47A6797E-280B-1055-C494-8093D3FA38B1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4"/>
          <ac:spMkLst>
            <pc:docMk/>
            <pc:sldMk cId="0" sldId="257"/>
            <ac:spMk id="55" creationId="{CE39E873-83B2-5DCC-477D-1D6D1622CB1C}"/>
          </ac:spMkLst>
        </pc:spChg>
        <pc:spChg chg="add del">
          <ac:chgData name="Krishnaraj Rao" userId="S::krishnaraj@devappsys.com::a83542c9-5cf2-493e-a756-14c8b4a74310" providerId="AD" clId="Web-{6217F43D-2A94-46AF-90C1-C85748EC6597}" dt="2025-06-07T09:59:32.867" v="133"/>
          <ac:spMkLst>
            <pc:docMk/>
            <pc:sldMk cId="0" sldId="257"/>
            <ac:spMk id="57" creationId="{0398FE93-FA09-C39E-2B36-1A635D3614A5}"/>
          </ac:spMkLst>
        </pc:spChg>
        <pc:spChg chg="add del mod">
          <ac:chgData name="Krishnaraj Rao" userId="S::krishnaraj@devappsys.com::a83542c9-5cf2-493e-a756-14c8b4a74310" providerId="AD" clId="Web-{6217F43D-2A94-46AF-90C1-C85748EC6597}" dt="2025-06-07T10:02:51.348" v="142"/>
          <ac:spMkLst>
            <pc:docMk/>
            <pc:sldMk cId="0" sldId="257"/>
            <ac:spMk id="58" creationId="{97CE721C-7EAD-92DA-4156-F5B171C68162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337" v="157"/>
          <ac:spMkLst>
            <pc:docMk/>
            <pc:sldMk cId="0" sldId="257"/>
            <ac:spMk id="61" creationId="{E0385902-10FC-9EF6-50F9-248B3E78AC6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3:59.415" v="158"/>
          <ac:spMkLst>
            <pc:docMk/>
            <pc:sldMk cId="0" sldId="257"/>
            <ac:spMk id="62" creationId="{2504A983-3E7A-EFD5-8F19-5F30731E9222}"/>
          </ac:spMkLst>
        </pc:spChg>
        <pc:grpChg chg="mod">
          <ac:chgData name="Krishnaraj Rao" userId="S::krishnaraj@devappsys.com::a83542c9-5cf2-493e-a756-14c8b4a74310" providerId="AD" clId="Web-{6217F43D-2A94-46AF-90C1-C85748EC6597}" dt="2025-06-07T09:29:14.206" v="27" actId="1076"/>
          <ac:grpSpMkLst>
            <pc:docMk/>
            <pc:sldMk cId="0" sldId="257"/>
            <ac:grpSpMk id="44" creationId="{00000000-0000-0000-0000-000000000000}"/>
          </ac:grpSpMkLst>
        </pc:grpChg>
        <pc:grpChg chg="add mod">
          <ac:chgData name="Krishnaraj Rao" userId="S::krishnaraj@devappsys.com::a83542c9-5cf2-493e-a756-14c8b4a74310" providerId="AD" clId="Web-{6217F43D-2A94-46AF-90C1-C85748EC6597}" dt="2025-06-07T10:03:00.208" v="146" actId="1076"/>
          <ac:grpSpMkLst>
            <pc:docMk/>
            <pc:sldMk cId="0" sldId="257"/>
            <ac:grpSpMk id="59" creationId="{2BD9318D-F62C-595C-ED79-4644ED29D06A}"/>
          </ac:grpSpMkLst>
        </pc:grpChg>
      </pc:sldChg>
      <pc:sldChg chg="modSp">
        <pc:chgData name="Krishnaraj Rao" userId="S::krishnaraj@devappsys.com::a83542c9-5cf2-493e-a756-14c8b4a74310" providerId="AD" clId="Web-{6217F43D-2A94-46AF-90C1-C85748EC6597}" dt="2025-06-07T10:14:43.119" v="226" actId="20577"/>
        <pc:sldMkLst>
          <pc:docMk/>
          <pc:sldMk cId="0" sldId="268"/>
        </pc:sldMkLst>
        <pc:spChg chg="mod">
          <ac:chgData name="Krishnaraj Rao" userId="S::krishnaraj@devappsys.com::a83542c9-5cf2-493e-a756-14c8b4a74310" providerId="AD" clId="Web-{6217F43D-2A94-46AF-90C1-C85748EC6597}" dt="2025-06-07T10:14:43.119" v="226" actId="20577"/>
          <ac:spMkLst>
            <pc:docMk/>
            <pc:sldMk cId="0" sldId="268"/>
            <ac:spMk id="5" creationId="{00000000-0000-0000-0000-000000000000}"/>
          </ac:spMkLst>
        </pc:spChg>
      </pc:sldChg>
      <pc:sldChg chg="modSp">
        <pc:chgData name="Krishnaraj Rao" userId="S::krishnaraj@devappsys.com::a83542c9-5cf2-493e-a756-14c8b4a74310" providerId="AD" clId="Web-{6217F43D-2A94-46AF-90C1-C85748EC6597}" dt="2025-06-07T09:52:38.376" v="101" actId="20577"/>
        <pc:sldMkLst>
          <pc:docMk/>
          <pc:sldMk cId="2287379508" sldId="271"/>
        </pc:sldMkLst>
        <pc:spChg chg="mod">
          <ac:chgData name="Krishnaraj Rao" userId="S::krishnaraj@devappsys.com::a83542c9-5cf2-493e-a756-14c8b4a74310" providerId="AD" clId="Web-{6217F43D-2A94-46AF-90C1-C85748EC6597}" dt="2025-06-07T09:52:38.376" v="101" actId="20577"/>
          <ac:spMkLst>
            <pc:docMk/>
            <pc:sldMk cId="2287379508" sldId="271"/>
            <ac:spMk id="9" creationId="{12B9693A-628F-8041-7BC9-5F1E902449D1}"/>
          </ac:spMkLst>
        </pc:spChg>
      </pc:sldChg>
      <pc:sldChg chg="addSp modSp">
        <pc:chgData name="Krishnaraj Rao" userId="S::krishnaraj@devappsys.com::a83542c9-5cf2-493e-a756-14c8b4a74310" providerId="AD" clId="Web-{6217F43D-2A94-46AF-90C1-C85748EC6597}" dt="2025-06-07T10:08:10.518" v="177" actId="14100"/>
        <pc:sldMkLst>
          <pc:docMk/>
          <pc:sldMk cId="3480894903" sldId="273"/>
        </pc:sldMkLst>
        <pc:spChg chg="mod">
          <ac:chgData name="Krishnaraj Rao" userId="S::krishnaraj@devappsys.com::a83542c9-5cf2-493e-a756-14c8b4a74310" providerId="AD" clId="Web-{6217F43D-2A94-46AF-90C1-C85748EC6597}" dt="2025-06-07T10:07:57.487" v="175" actId="1076"/>
          <ac:spMkLst>
            <pc:docMk/>
            <pc:sldMk cId="3480894903" sldId="273"/>
            <ac:spMk id="5" creationId="{CEFD614E-217F-ADF7-5012-61A2E4C72D96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07:52.502" v="174" actId="1076"/>
          <ac:spMkLst>
            <pc:docMk/>
            <pc:sldMk cId="3480894903" sldId="273"/>
            <ac:spMk id="9" creationId="{7D9BE6DE-92DA-FBB6-6EB2-8744095645C4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7:32.189" v="169" actId="14100"/>
          <ac:grpSpMkLst>
            <pc:docMk/>
            <pc:sldMk cId="3480894903" sldId="273"/>
            <ac:grpSpMk id="4" creationId="{98376E93-0E2E-9726-C3C0-2F3CB7841D26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08:10.518" v="177" actId="14100"/>
          <ac:picMkLst>
            <pc:docMk/>
            <pc:sldMk cId="3480894903" sldId="273"/>
            <ac:picMk id="13" creationId="{A2F2963B-196E-0362-4BF4-0D18BD039FDB}"/>
          </ac:picMkLst>
        </pc:picChg>
      </pc:sldChg>
      <pc:sldChg chg="addSp modSp add replId">
        <pc:chgData name="Krishnaraj Rao" userId="S::krishnaraj@devappsys.com::a83542c9-5cf2-493e-a756-14c8b4a74310" providerId="AD" clId="Web-{6217F43D-2A94-46AF-90C1-C85748EC6597}" dt="2025-06-07T09:52:01.750" v="100" actId="1076"/>
        <pc:sldMkLst>
          <pc:docMk/>
          <pc:sldMk cId="2783255690" sldId="275"/>
        </pc:sldMkLst>
        <pc:spChg chg="mod">
          <ac:chgData name="Krishnaraj Rao" userId="S::krishnaraj@devappsys.com::a83542c9-5cf2-493e-a756-14c8b4a74310" providerId="AD" clId="Web-{6217F43D-2A94-46AF-90C1-C85748EC6597}" dt="2025-06-07T09:52:01.750" v="100" actId="1076"/>
          <ac:spMkLst>
            <pc:docMk/>
            <pc:sldMk cId="2783255690" sldId="275"/>
            <ac:spMk id="5" creationId="{487E9DEE-4E73-2FED-9AB6-E8FC4B11D8AD}"/>
          </ac:spMkLst>
        </pc:spChg>
        <pc:spChg chg="mod">
          <ac:chgData name="Krishnaraj Rao" userId="S::krishnaraj@devappsys.com::a83542c9-5cf2-493e-a756-14c8b4a74310" providerId="AD" clId="Web-{6217F43D-2A94-46AF-90C1-C85748EC6597}" dt="2025-06-07T09:51:59" v="99" actId="1076"/>
          <ac:spMkLst>
            <pc:docMk/>
            <pc:sldMk cId="2783255690" sldId="275"/>
            <ac:spMk id="9" creationId="{24BF6FCB-1B82-2758-1A6E-D4A02EC55439}"/>
          </ac:spMkLst>
        </pc:spChg>
        <pc:graphicFrameChg chg="add mod modGraphic">
          <ac:chgData name="Krishnaraj Rao" userId="S::krishnaraj@devappsys.com::a83542c9-5cf2-493e-a756-14c8b4a74310" providerId="AD" clId="Web-{6217F43D-2A94-46AF-90C1-C85748EC6597}" dt="2025-06-07T09:51:48.343" v="96"/>
          <ac:graphicFrameMkLst>
            <pc:docMk/>
            <pc:sldMk cId="2783255690" sldId="275"/>
            <ac:graphicFrameMk id="14" creationId="{6B01A76A-C38A-D2CC-838D-9A31A6A7474B}"/>
          </ac:graphicFrameMkLst>
        </pc:graphicFrameChg>
      </pc:sldChg>
      <pc:sldChg chg="addSp modSp add replId">
        <pc:chgData name="Krishnaraj Rao" userId="S::krishnaraj@devappsys.com::a83542c9-5cf2-493e-a756-14c8b4a74310" providerId="AD" clId="Web-{6217F43D-2A94-46AF-90C1-C85748EC6597}" dt="2025-06-07T10:11:57.663" v="225" actId="14100"/>
        <pc:sldMkLst>
          <pc:docMk/>
          <pc:sldMk cId="2466518213" sldId="276"/>
        </pc:sldMkLst>
        <pc:spChg chg="mod">
          <ac:chgData name="Krishnaraj Rao" userId="S::krishnaraj@devappsys.com::a83542c9-5cf2-493e-a756-14c8b4a74310" providerId="AD" clId="Web-{6217F43D-2A94-46AF-90C1-C85748EC6597}" dt="2025-06-07T10:11:48.319" v="224" actId="20577"/>
          <ac:spMkLst>
            <pc:docMk/>
            <pc:sldMk cId="2466518213" sldId="276"/>
            <ac:spMk id="5" creationId="{C3B135D7-88A5-B84B-C023-37DC14FBFBAA}"/>
          </ac:spMkLst>
        </pc:spChg>
        <pc:spChg chg="mod">
          <ac:chgData name="Krishnaraj Rao" userId="S::krishnaraj@devappsys.com::a83542c9-5cf2-493e-a756-14c8b4a74310" providerId="AD" clId="Web-{6217F43D-2A94-46AF-90C1-C85748EC6597}" dt="2025-06-07T10:11:00.349" v="219" actId="1076"/>
          <ac:spMkLst>
            <pc:docMk/>
            <pc:sldMk cId="2466518213" sldId="276"/>
            <ac:spMk id="9" creationId="{72A4B228-6952-4F52-16AC-B47AB546A649}"/>
          </ac:spMkLst>
        </pc:spChg>
        <pc:grpChg chg="mod">
          <ac:chgData name="Krishnaraj Rao" userId="S::krishnaraj@devappsys.com::a83542c9-5cf2-493e-a756-14c8b4a74310" providerId="AD" clId="Web-{6217F43D-2A94-46AF-90C1-C85748EC6597}" dt="2025-06-07T10:09:02.628" v="189" actId="1076"/>
          <ac:grpSpMkLst>
            <pc:docMk/>
            <pc:sldMk cId="2466518213" sldId="276"/>
            <ac:grpSpMk id="4" creationId="{0362F84B-568A-E77B-A22D-D15ACE8BD1F3}"/>
          </ac:grpSpMkLst>
        </pc:grpChg>
        <pc:picChg chg="add mod">
          <ac:chgData name="Krishnaraj Rao" userId="S::krishnaraj@devappsys.com::a83542c9-5cf2-493e-a756-14c8b4a74310" providerId="AD" clId="Web-{6217F43D-2A94-46AF-90C1-C85748EC6597}" dt="2025-06-07T10:11:57.663" v="225" actId="14100"/>
          <ac:picMkLst>
            <pc:docMk/>
            <pc:sldMk cId="2466518213" sldId="276"/>
            <ac:picMk id="13" creationId="{D48FCAFE-9E44-9383-2094-5CCBC9B2982F}"/>
          </ac:picMkLst>
        </pc:picChg>
      </pc:sldChg>
    </pc:docChg>
  </pc:docChgLst>
  <pc:docChgLst>
    <pc:chgData name="Krishnaraj Rao" userId="S::krishnaraj@devappsys.com::a83542c9-5cf2-493e-a756-14c8b4a74310" providerId="AD" clId="Web-{8530CCF8-970C-45E7-B10C-1B8DC558D11B}"/>
    <pc:docChg chg="modSld">
      <pc:chgData name="Krishnaraj Rao" userId="S::krishnaraj@devappsys.com::a83542c9-5cf2-493e-a756-14c8b4a74310" providerId="AD" clId="Web-{8530CCF8-970C-45E7-B10C-1B8DC558D11B}" dt="2025-06-07T00:43:59.214" v="1"/>
      <pc:docMkLst>
        <pc:docMk/>
      </pc:docMkLst>
      <pc:sldChg chg="addSp delSp modSp">
        <pc:chgData name="Krishnaraj Rao" userId="S::krishnaraj@devappsys.com::a83542c9-5cf2-493e-a756-14c8b4a74310" providerId="AD" clId="Web-{8530CCF8-970C-45E7-B10C-1B8DC558D11B}" dt="2025-06-07T00:43:59.214" v="1"/>
        <pc:sldMkLst>
          <pc:docMk/>
          <pc:sldMk cId="0" sldId="256"/>
        </pc:sldMkLst>
        <pc:picChg chg="add del mod">
          <ac:chgData name="Krishnaraj Rao" userId="S::krishnaraj@devappsys.com::a83542c9-5cf2-493e-a756-14c8b4a74310" providerId="AD" clId="Web-{8530CCF8-970C-45E7-B10C-1B8DC558D11B}" dt="2025-06-07T00:43:59.214" v="1"/>
          <ac:picMkLst>
            <pc:docMk/>
            <pc:sldMk cId="0" sldId="256"/>
            <ac:picMk id="12" creationId="{055C782F-BA52-4AA7-C295-778C304A127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F452A0-443B-4AE5-844F-327A951B6869}" type="datetimeFigureOut">
              <a:rPr lang="en-IN" smtClean="0"/>
              <a:t>11-07-2025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5C7330-2FF3-4E19-A871-082ECA4DA85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950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RabbitMQ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4450" y="2240806"/>
            <a:ext cx="15324363" cy="4695700"/>
            <a:chOff x="-665728" y="-1910308"/>
            <a:chExt cx="17217406" cy="6260934"/>
          </a:xfrm>
        </p:grpSpPr>
        <p:sp>
          <p:nvSpPr>
            <p:cNvPr id="3" name="TextBox 3"/>
            <p:cNvSpPr txBox="1"/>
            <p:nvPr/>
          </p:nvSpPr>
          <p:spPr>
            <a:xfrm>
              <a:off x="-665728" y="-1910308"/>
              <a:ext cx="17217406" cy="462254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13999"/>
                </a:lnSpc>
              </a:pPr>
              <a:r>
                <a:rPr lang="en-US" sz="9600" spc="279" dirty="0">
                  <a:solidFill>
                    <a:srgbClr val="FFFFFF"/>
                  </a:solidFill>
                  <a:ea typeface="+mn-lt"/>
                  <a:cs typeface="+mn-lt"/>
                  <a:sym typeface="Heebo Black"/>
                </a:rPr>
                <a:t>Abstraction and Interfaces in C# </a:t>
              </a:r>
              <a:endParaRPr lang="en-US" dirty="0">
                <a:ea typeface="+mn-lt"/>
                <a:cs typeface="+mn-lt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814" y="3828090"/>
              <a:ext cx="15312407" cy="5225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0"/>
                </a:lnSpc>
              </a:pPr>
              <a:endParaRPr lang="en-US" sz="3000">
                <a:solidFill>
                  <a:srgbClr val="FFFFFF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sp>
        <p:nvSpPr>
          <p:cNvPr id="7" name="Freeform 7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6736200" y="427522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TextBox 11"/>
          <p:cNvSpPr txBox="1"/>
          <p:nvPr/>
        </p:nvSpPr>
        <p:spPr>
          <a:xfrm>
            <a:off x="11605490" y="7945838"/>
            <a:ext cx="3933043" cy="46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99"/>
              </a:lnSpc>
            </a:pPr>
            <a:r>
              <a:rPr lang="en-US" sz="3200" b="1">
                <a:solidFill>
                  <a:srgbClr val="FFFFFF"/>
                </a:solidFill>
                <a:latin typeface="Calibri"/>
                <a:ea typeface="Agrandir Bold"/>
                <a:cs typeface="Agrandir Bold"/>
                <a:sym typeface="Agrandir Bold"/>
              </a:rPr>
              <a:t>Mr. </a:t>
            </a:r>
            <a:r>
              <a:rPr lang="en-US" sz="3200" b="1" err="1">
                <a:solidFill>
                  <a:srgbClr val="FFFFFF"/>
                </a:solidFill>
                <a:latin typeface="Calibri"/>
                <a:ea typeface="Agrandir Bold"/>
                <a:cs typeface="Agrandir Bold"/>
                <a:sym typeface="Agrandir Bold"/>
              </a:rPr>
              <a:t>Krishnaraj</a:t>
            </a:r>
            <a:endParaRPr lang="en-US" sz="3200" b="1">
              <a:solidFill>
                <a:srgbClr val="FFFFFF"/>
              </a:solidFill>
              <a:latin typeface="Calibri"/>
              <a:ea typeface="Agrandir Bold"/>
              <a:cs typeface="Agrandir Bold"/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A788A892-53E9-C1D1-8945-E37AAF27F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-766888" y="10287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2515029" y="1104900"/>
            <a:ext cx="988088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Todays Agenda</a:t>
            </a:r>
          </a:p>
        </p:txBody>
      </p:sp>
      <p:sp>
        <p:nvSpPr>
          <p:cNvPr id="7" name="Freeform 7"/>
          <p:cNvSpPr/>
          <p:nvPr/>
        </p:nvSpPr>
        <p:spPr>
          <a:xfrm>
            <a:off x="11549380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5828568" y="8889125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9" name="Group 9"/>
          <p:cNvGrpSpPr/>
          <p:nvPr/>
        </p:nvGrpSpPr>
        <p:grpSpPr>
          <a:xfrm>
            <a:off x="3951514" y="2847678"/>
            <a:ext cx="6486668" cy="881343"/>
            <a:chOff x="0" y="0"/>
            <a:chExt cx="7481570" cy="1175123"/>
          </a:xfrm>
        </p:grpSpPr>
        <p:grpSp>
          <p:nvGrpSpPr>
            <p:cNvPr id="10" name="Group 1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2" name="TextBox 12"/>
            <p:cNvSpPr txBox="1"/>
            <p:nvPr/>
          </p:nvSpPr>
          <p:spPr>
            <a:xfrm>
              <a:off x="366298" y="335404"/>
              <a:ext cx="442528" cy="52336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721" b="1" u="none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491982" y="232552"/>
              <a:ext cx="5989588" cy="4924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Abstraction  </a:t>
              </a:r>
              <a:endParaRPr lang="en-US" sz="2400" u="none" dirty="0">
                <a:solidFill>
                  <a:srgbClr val="33123B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1017501" y="2912245"/>
            <a:ext cx="5347005" cy="881343"/>
            <a:chOff x="0" y="0"/>
            <a:chExt cx="7129340" cy="1175123"/>
          </a:xfrm>
        </p:grpSpPr>
        <p:grpSp>
          <p:nvGrpSpPr>
            <p:cNvPr id="15" name="Group 1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17" name="TextBox 1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>
                  <a:solidFill>
                    <a:srgbClr val="33123B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41420" y="260950"/>
              <a:ext cx="5587920" cy="4924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GB" sz="2400" dirty="0">
                  <a:solidFill>
                    <a:srgbClr val="33123B"/>
                  </a:solidFill>
                  <a:ea typeface="+mn-lt"/>
                  <a:cs typeface="+mn-lt"/>
                  <a:sym typeface="Agrandir"/>
                </a:rPr>
                <a:t>Interfaces </a:t>
              </a:r>
              <a:endParaRPr lang="en-US" sz="2400" u="none" dirty="0">
                <a:solidFill>
                  <a:srgbClr val="33123B"/>
                </a:solidFill>
                <a:latin typeface="Agrandir"/>
                <a:ea typeface="Agrandir"/>
                <a:cs typeface="Agrandir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951514" y="4337958"/>
            <a:ext cx="5548532" cy="881343"/>
            <a:chOff x="0" y="0"/>
            <a:chExt cx="7398043" cy="1175123"/>
          </a:xfrm>
        </p:grpSpPr>
        <p:grpSp>
          <p:nvGrpSpPr>
            <p:cNvPr id="30" name="Group 30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32" name="TextBox 32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3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810123" y="270697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ea typeface="Calibri"/>
                  <a:cs typeface="Calibri"/>
                  <a:sym typeface="Agrandir"/>
                </a:rPr>
                <a:t>Use Cases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1017501" y="4385978"/>
            <a:ext cx="5347005" cy="881343"/>
            <a:chOff x="0" y="0"/>
            <a:chExt cx="7129340" cy="1175123"/>
          </a:xfrm>
        </p:grpSpPr>
        <p:grpSp>
          <p:nvGrpSpPr>
            <p:cNvPr id="45" name="Group 45"/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47" name="TextBox 47"/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  <a:sym typeface="Horizon"/>
                </a:rPr>
                <a:t>4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41420" y="232472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Calibri"/>
                  <a:ea typeface="Calibri"/>
                  <a:cs typeface="Calibri"/>
                  <a:sym typeface="Agrandir"/>
                </a:rPr>
                <a:t> Assignments</a:t>
              </a:r>
            </a:p>
          </p:txBody>
        </p:sp>
      </p:grp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014F566-679C-7B70-6B31-31DC6A6FB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GB"/>
          </a:p>
        </p:txBody>
      </p:sp>
      <p:grpSp>
        <p:nvGrpSpPr>
          <p:cNvPr id="59" name="Group 44">
            <a:extLst>
              <a:ext uri="{FF2B5EF4-FFF2-40B4-BE49-F238E27FC236}">
                <a16:creationId xmlns:a16="http://schemas.microsoft.com/office/drawing/2014/main" id="{2BD9318D-F62C-595C-ED79-4644ED29D06A}"/>
              </a:ext>
            </a:extLst>
          </p:cNvPr>
          <p:cNvGrpSpPr/>
          <p:nvPr/>
        </p:nvGrpSpPr>
        <p:grpSpPr>
          <a:xfrm>
            <a:off x="4052671" y="5791690"/>
            <a:ext cx="5447375" cy="881343"/>
            <a:chOff x="0" y="0"/>
            <a:chExt cx="7263168" cy="1175123"/>
          </a:xfrm>
        </p:grpSpPr>
        <p:grpSp>
          <p:nvGrpSpPr>
            <p:cNvPr id="60" name="Group 45">
              <a:extLst>
                <a:ext uri="{FF2B5EF4-FFF2-40B4-BE49-F238E27FC236}">
                  <a16:creationId xmlns:a16="http://schemas.microsoft.com/office/drawing/2014/main" id="{EE1B6938-CC03-20D3-D3CF-6BA95C211E6F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id="63" name="Freeform 46">
                <a:extLst>
                  <a:ext uri="{FF2B5EF4-FFF2-40B4-BE49-F238E27FC236}">
                    <a16:creationId xmlns:a16="http://schemas.microsoft.com/office/drawing/2014/main" id="{B67049FF-7DAB-AF7E-2735-870039FFAB5F}"/>
                  </a:ext>
                </a:extLst>
              </p:cNvPr>
              <p:cNvSpPr/>
              <p:nvPr/>
            </p:nvSpPr>
            <p:spPr>
              <a:xfrm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l="l" t="t" r="r" b="b"/>
                <a:pathLst>
                  <a:path w="6355080" h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33123B"/>
              </a:solidFill>
            </p:spPr>
            <p:txBody>
              <a:bodyPr/>
              <a:lstStyle/>
              <a:p>
                <a:endParaRPr lang="en-IN"/>
              </a:p>
            </p:txBody>
          </p:sp>
        </p:grpSp>
        <p:sp>
          <p:nvSpPr>
            <p:cNvPr id="61" name="TextBox 47">
              <a:extLst>
                <a:ext uri="{FF2B5EF4-FFF2-40B4-BE49-F238E27FC236}">
                  <a16:creationId xmlns:a16="http://schemas.microsoft.com/office/drawing/2014/main" id="{E0385902-10FC-9EF6-50F9-248B3E78AC66}"/>
                </a:ext>
              </a:extLst>
            </p:cNvPr>
            <p:cNvSpPr txBox="1"/>
            <p:nvPr/>
          </p:nvSpPr>
          <p:spPr>
            <a:xfrm>
              <a:off x="366297" y="335404"/>
              <a:ext cx="442528" cy="4565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2612"/>
                </a:lnSpc>
                <a:spcBef>
                  <a:spcPct val="0"/>
                </a:spcBef>
              </a:pPr>
              <a:r>
                <a:rPr lang="en-US" sz="2400" b="1" dirty="0">
                  <a:solidFill>
                    <a:srgbClr val="33123B"/>
                  </a:solidFill>
                  <a:latin typeface="Horizon" panose="020B0604020202020204" charset="0"/>
                  <a:ea typeface="Calibri"/>
                  <a:cs typeface="Calibri"/>
                </a:rPr>
                <a:t>5</a:t>
              </a:r>
            </a:p>
          </p:txBody>
        </p:sp>
        <p:sp>
          <p:nvSpPr>
            <p:cNvPr id="62" name="TextBox 48">
              <a:extLst>
                <a:ext uri="{FF2B5EF4-FFF2-40B4-BE49-F238E27FC236}">
                  <a16:creationId xmlns:a16="http://schemas.microsoft.com/office/drawing/2014/main" id="{2504A983-3E7A-EFD5-8F19-5F30731E9222}"/>
                </a:ext>
              </a:extLst>
            </p:cNvPr>
            <p:cNvSpPr txBox="1"/>
            <p:nvPr/>
          </p:nvSpPr>
          <p:spPr>
            <a:xfrm>
              <a:off x="1675248" y="223500"/>
              <a:ext cx="5587920" cy="4821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9"/>
                </a:lnSpc>
                <a:spcBef>
                  <a:spcPct val="0"/>
                </a:spcBef>
              </a:pPr>
              <a:r>
                <a:rPr lang="en-US" sz="2400" dirty="0">
                  <a:solidFill>
                    <a:srgbClr val="33123B"/>
                  </a:solidFill>
                  <a:latin typeface="Calibri"/>
                  <a:ea typeface="Calibri"/>
                  <a:cs typeface="Calibri"/>
                  <a:sym typeface="Agrandir"/>
                </a:rPr>
                <a:t> Debrief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885598" y="2004457"/>
            <a:ext cx="15259050" cy="4083426"/>
            <a:chOff x="-1450966" y="-2373910"/>
            <a:chExt cx="20345401" cy="5444571"/>
          </a:xfrm>
        </p:grpSpPr>
        <p:sp>
          <p:nvSpPr>
            <p:cNvPr id="5" name="TextBox 5"/>
            <p:cNvSpPr txBox="1"/>
            <p:nvPr/>
          </p:nvSpPr>
          <p:spPr>
            <a:xfrm>
              <a:off x="-1450966" y="-2373910"/>
              <a:ext cx="20345401" cy="54445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It is the process of hiding the internal implementation details of a class or an object and exposing only the relevant features that are necessary for the outside world.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Calibri"/>
                  <a:cs typeface="Calibri"/>
                </a:rPr>
                <a:t>By using abstraction, developers can reduce complexity and increase efficiency by focusing on essential aspects of an object while hiding unnecessary details. Example,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/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/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Abstraction </a:t>
            </a:r>
          </a:p>
        </p:txBody>
      </p:sp>
      <p:sp>
        <p:nvSpPr>
          <p:cNvPr id="12" name="Freeform 12"/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9638AB3A-734E-28AD-106B-E6DC74EB2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GB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C6A8453-5337-C277-B949-3E9CFD1ED1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0407" y="5143500"/>
            <a:ext cx="8450036" cy="4991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F03293-A8E2-2549-E890-6DE32F5FC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074F310-94D3-BD19-9E61-5888FE8CB602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4E9CBEF-CC5A-2211-FD70-DD4B5FC507B8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6B7DBB9-792C-29B7-7589-38B0B9F9E280}"/>
              </a:ext>
            </a:extLst>
          </p:cNvPr>
          <p:cNvGrpSpPr/>
          <p:nvPr/>
        </p:nvGrpSpPr>
        <p:grpSpPr>
          <a:xfrm>
            <a:off x="1885598" y="2004457"/>
            <a:ext cx="15259050" cy="5468420"/>
            <a:chOff x="-1450966" y="-2373910"/>
            <a:chExt cx="20345401" cy="7291232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E86C5C2-455D-02DD-A049-242D2BE25EE8}"/>
                </a:ext>
              </a:extLst>
            </p:cNvPr>
            <p:cNvSpPr txBox="1"/>
            <p:nvPr/>
          </p:nvSpPr>
          <p:spPr>
            <a:xfrm>
              <a:off x="-1450966" y="-2373910"/>
              <a:ext cx="20345401" cy="729123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Abstract classes cannot be instantiated directly.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Derived classes must override all abstract members.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Interfaces provide pure abstraction, with no implementation unless default methods are used (from C# 8.0).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Use abstract classes when you need to provide some default functionality; use interfaces when you need to ensure that different classes follow the same contract.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Polymorphism works well with abstraction to allow flexible object handling. </a:t>
              </a:r>
              <a:endParaRPr lang="en-US" sz="3000" dirty="0">
                <a:solidFill>
                  <a:srgbClr val="FFFFFF"/>
                </a:solidFill>
                <a:ea typeface="Calibri"/>
                <a:cs typeface="Calibri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433F944-B2B3-0B00-70A8-793906CA7BC1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BC94A75F-D25C-94E3-ED70-2739D8A10164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E1FFCA68-8EB3-9FD5-C022-1385A27B58A9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8A5A828-F166-C843-4C59-1F064009760B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Abstraction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73A83E6-911E-A0DC-08BF-A689315EC423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CC7136B-BBC3-B63B-42CE-6831A7E28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6578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0D2E20-2F01-1B7C-325D-62B7D72B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F212273-8B85-6EBE-83A8-D9D15BFC7D0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FCE1F5CB-B182-F07B-9F36-43595DEE996E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43073338-8431-C702-3D32-D898312C6C95}"/>
              </a:ext>
            </a:extLst>
          </p:cNvPr>
          <p:cNvGrpSpPr/>
          <p:nvPr/>
        </p:nvGrpSpPr>
        <p:grpSpPr>
          <a:xfrm>
            <a:off x="1885598" y="2353193"/>
            <a:ext cx="15259050" cy="4775923"/>
            <a:chOff x="-1450966" y="-1908928"/>
            <a:chExt cx="20345401" cy="636790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511A777-AB02-D5EB-2774-82598B4BC1DA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636790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Interface defines a contract or a blueprint for classes or structs.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It declares a set of methods, properties, events, or indexers without providing any implementation.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Any class or struct that implements the interface must provide concrete implementations for all its members.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Interfaces are used to achieve multiple inheritance-like behavior in C#, promote loose coupling, and establish standardization across unrelated classes. </a:t>
              </a: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7B37DA4-D1E1-5913-670B-026363A95067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70D1C365-2D32-8C33-F8A7-921921CDA9DB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A02E0E8-1A7C-A4A7-7517-E2FF15EC614B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9D49B9E-900E-B653-E475-E2B64B16C413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Interfaces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20ED0024-77A1-B0A2-0032-F3C07B39FC2E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0563EBFB-2280-BE98-8A09-C54150BA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4670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F17AB-A809-FEB9-5A29-CEDB99897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12919E6-283D-5BD6-7FD3-5DA5FA27E7AE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37C9AC7F-8D3B-B9D1-B4B3-B7C832791740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0C431669-9D24-7E69-FD7E-468B84CA4DEC}"/>
              </a:ext>
            </a:extLst>
          </p:cNvPr>
          <p:cNvGrpSpPr/>
          <p:nvPr/>
        </p:nvGrpSpPr>
        <p:grpSpPr>
          <a:xfrm>
            <a:off x="1885598" y="2353193"/>
            <a:ext cx="15259050" cy="4775923"/>
            <a:chOff x="-1450966" y="-1908928"/>
            <a:chExt cx="20345401" cy="636790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131F2B93-4953-93DC-C1D4-FBAAE709783D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636790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Why Use Interfaces?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To define a set of common behaviors that multiple classes can share.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To enforce uniform method signatures across unrelated classes.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To achieve multiple inheritance behavior in a controlled and safe way.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To build loosely coupled systems that are easy to extend and maintain. 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To support polymorphism, enabling objects of different classes to be treated uniformly based on shared behaviors. </a:t>
              </a:r>
              <a:endParaRPr lang="en-GB" sz="3000" dirty="0">
                <a:solidFill>
                  <a:srgbClr val="FFFFFF"/>
                </a:solidFill>
                <a:ea typeface="Calibri"/>
                <a:cs typeface="Calibri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51899C0E-CCC5-E700-62A2-ED0622043E8B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1CF9C038-C466-6CB3-FFA9-3791F286746E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D047D406-E077-5463-940A-049C839D7A2E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DC5F10CE-C4A6-7053-836B-99D956EC9CB0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Interfaces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4DAC197-5856-17E2-4936-C551F7006EA2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1F712861-B581-609F-5821-FD7D419D0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96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22DAB3-8012-E97F-ADD9-C648D6B5EB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9AC0C56-C206-48ED-8AC9-4D5247EB4076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2C833DB-9B49-7810-44C3-2434E0E9F84E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2BC7203-26E3-4226-DB66-3B5E58C830B8}"/>
              </a:ext>
            </a:extLst>
          </p:cNvPr>
          <p:cNvGrpSpPr/>
          <p:nvPr/>
        </p:nvGrpSpPr>
        <p:grpSpPr>
          <a:xfrm>
            <a:off x="1885598" y="2353193"/>
            <a:ext cx="15259050" cy="6160917"/>
            <a:chOff x="-1450966" y="-1908928"/>
            <a:chExt cx="20345401" cy="821456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E774B873-2399-640E-7139-E0B1DE77E104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82145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Syntax: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i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Naming Convention: By convention, interface names start with I (e.g., </a:t>
              </a:r>
              <a:r>
                <a:rPr lang="en-US" sz="3000" i="1" dirty="0" err="1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IDriveable</a:t>
              </a:r>
              <a:r>
                <a:rPr lang="en-US" sz="3000" i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, </a:t>
              </a:r>
              <a:r>
                <a:rPr lang="en-US" sz="3000" i="1" dirty="0" err="1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IAnimal</a:t>
              </a:r>
              <a:r>
                <a:rPr lang="en-US" sz="3000" i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).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2F14DAF-A5CB-A6FE-102B-41D68F51C250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D9011AFD-2BF6-01F8-5AE8-803E514848A3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32FAB71-2598-079E-A79F-417986495161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CB7439FB-615F-A11A-7C77-4AE1AA691123}"/>
              </a:ext>
            </a:extLst>
          </p:cNvPr>
          <p:cNvSpPr txBox="1"/>
          <p:nvPr/>
        </p:nvSpPr>
        <p:spPr>
          <a:xfrm>
            <a:off x="1885598" y="632596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Interfaces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3BBADE28-A47A-46A0-4F7D-FD3E06919F6D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D988C600-1A3A-C743-B979-301B0BB67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2BE4690-4B86-4593-2E23-3D33C08598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57165" y="3335301"/>
            <a:ext cx="11688806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5485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A31BCC-A18F-2649-636E-0ADF0E6A3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A9AB76C-4F65-770F-A8AA-2DB2632EB677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1F367DA-E382-0499-C577-9A39B96C0DFD}"/>
              </a:ext>
            </a:extLst>
          </p:cNvPr>
          <p:cNvSpPr/>
          <p:nvPr/>
        </p:nvSpPr>
        <p:spPr>
          <a:xfrm>
            <a:off x="-907612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2741E4A-3CA4-EA5E-6820-89F5F181F866}"/>
              </a:ext>
            </a:extLst>
          </p:cNvPr>
          <p:cNvGrpSpPr/>
          <p:nvPr/>
        </p:nvGrpSpPr>
        <p:grpSpPr>
          <a:xfrm>
            <a:off x="1885246" y="1773002"/>
            <a:ext cx="15259050" cy="6160917"/>
            <a:chOff x="-1450966" y="-1908928"/>
            <a:chExt cx="20345401" cy="8214561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2CC1E55B-F55E-ED36-EA0F-463F22A4A5C1}"/>
                </a:ext>
              </a:extLst>
            </p:cNvPr>
            <p:cNvSpPr txBox="1"/>
            <p:nvPr/>
          </p:nvSpPr>
          <p:spPr>
            <a:xfrm>
              <a:off x="-1450966" y="-1908928"/>
              <a:ext cx="20345401" cy="821456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Implementing an Interface :</a:t>
              </a:r>
            </a:p>
            <a:p>
              <a:pPr marL="914400" lvl="1" indent="-457200" algn="just">
                <a:lnSpc>
                  <a:spcPct val="150000"/>
                </a:lnSpc>
                <a:buFont typeface="Courier New" panose="02070309020205020404" pitchFamily="49" charset="0"/>
                <a:buChar char="o"/>
              </a:pPr>
              <a:r>
                <a:rPr lang="en-US" sz="3000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When a class implements an interface, it must provide implementations for all members defined in that interface.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3000" b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Example: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  <a:p>
              <a:pPr algn="just">
                <a:lnSpc>
                  <a:spcPct val="150000"/>
                </a:lnSpc>
              </a:pPr>
              <a:r>
                <a:rPr lang="en-US" sz="3000" i="1" dirty="0">
                  <a:solidFill>
                    <a:srgbClr val="FFFFFF"/>
                  </a:solidFill>
                  <a:ea typeface="+mn-lt"/>
                  <a:cs typeface="+mn-lt"/>
                  <a:sym typeface="Assistant Regular Bold"/>
                </a:rPr>
                <a:t> </a:t>
              </a:r>
            </a:p>
            <a:p>
              <a:pPr marL="457200" indent="-457200" algn="just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lang="en-US" sz="3000" b="1" dirty="0">
                <a:solidFill>
                  <a:srgbClr val="FFFFFF"/>
                </a:solidFill>
                <a:ea typeface="+mn-lt"/>
                <a:cs typeface="+mn-lt"/>
                <a:sym typeface="Assistant Regular Bold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EC49541-CBF8-E182-D3C8-823318EF4D02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48C95066-D0CC-3F51-18B0-F1A1481A104A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3840FED-54E6-5E8D-EE82-07B64FEBEFF8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986DB1E-55C1-83EC-7624-63446CE4CF57}"/>
              </a:ext>
            </a:extLst>
          </p:cNvPr>
          <p:cNvSpPr txBox="1"/>
          <p:nvPr/>
        </p:nvSpPr>
        <p:spPr>
          <a:xfrm>
            <a:off x="1820283" y="435675"/>
            <a:ext cx="15593179" cy="12230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GB" sz="8000" b="1" dirty="0">
                <a:solidFill>
                  <a:srgbClr val="FFFFFF"/>
                </a:solidFill>
                <a:ea typeface="+mn-lt"/>
                <a:cs typeface="+mn-lt"/>
                <a:sym typeface="Heebo Black"/>
              </a:rPr>
              <a:t>Interfaces </a:t>
            </a:r>
          </a:p>
        </p:txBody>
      </p:sp>
      <p:sp>
        <p:nvSpPr>
          <p:cNvPr id="12" name="Freeform 12">
            <a:extLst>
              <a:ext uri="{FF2B5EF4-FFF2-40B4-BE49-F238E27FC236}">
                <a16:creationId xmlns:a16="http://schemas.microsoft.com/office/drawing/2014/main" id="{AF40C289-CC3C-1D4D-1E0A-7BFBD2A40298}"/>
              </a:ext>
            </a:extLst>
          </p:cNvPr>
          <p:cNvSpPr/>
          <p:nvPr/>
        </p:nvSpPr>
        <p:spPr>
          <a:xfrm>
            <a:off x="17516477" y="8732314"/>
            <a:ext cx="554340" cy="525237"/>
          </a:xfrm>
          <a:custGeom>
            <a:avLst/>
            <a:gdLst/>
            <a:ahLst/>
            <a:cxnLst/>
            <a:rect l="l" t="t" r="r" b="b"/>
            <a:pathLst>
              <a:path w="554340" h="525237">
                <a:moveTo>
                  <a:pt x="0" y="0"/>
                </a:moveTo>
                <a:lnTo>
                  <a:pt x="554340" y="0"/>
                </a:lnTo>
                <a:lnTo>
                  <a:pt x="554340" y="525237"/>
                </a:lnTo>
                <a:lnTo>
                  <a:pt x="0" y="5252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7308E2E6-FAF5-D19F-4697-F51BFBF60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GB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23165D7-68C1-AD58-C017-159C1441F5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2387" y="4133960"/>
            <a:ext cx="9968592" cy="600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9275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251C8C-23CF-EB55-7CFF-AEA3CCBE1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64476D6-7519-12AA-579F-3D275C89B824}"/>
              </a:ext>
            </a:extLst>
          </p:cNvPr>
          <p:cNvSpPr/>
          <p:nvPr/>
        </p:nvSpPr>
        <p:spPr>
          <a:xfrm>
            <a:off x="-907260" y="32717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3EEFCE7-BAE8-80C3-5EC6-EDBBDEE09863}"/>
              </a:ext>
            </a:extLst>
          </p:cNvPr>
          <p:cNvSpPr/>
          <p:nvPr/>
        </p:nvSpPr>
        <p:spPr>
          <a:xfrm>
            <a:off x="-889027" y="285622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F4D3C335-7C24-BFCF-BB00-8E376E7DD826}"/>
              </a:ext>
            </a:extLst>
          </p:cNvPr>
          <p:cNvGrpSpPr/>
          <p:nvPr/>
        </p:nvGrpSpPr>
        <p:grpSpPr>
          <a:xfrm>
            <a:off x="2541584" y="3143953"/>
            <a:ext cx="14535120" cy="2033069"/>
            <a:chOff x="-2918087" y="-1990758"/>
            <a:chExt cx="21900210" cy="2697038"/>
          </a:xfrm>
        </p:grpSpPr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6866F3C-D8F5-A241-1384-65477A6EB3F9}"/>
                </a:ext>
              </a:extLst>
            </p:cNvPr>
            <p:cNvSpPr txBox="1"/>
            <p:nvPr/>
          </p:nvSpPr>
          <p:spPr>
            <a:xfrm>
              <a:off x="-2918087" y="-1990758"/>
              <a:ext cx="21900210" cy="87867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just">
                <a:lnSpc>
                  <a:spcPct val="150000"/>
                </a:lnSpc>
                <a:buFont typeface="Wingdings"/>
                <a:buChar char="Ø"/>
              </a:pPr>
              <a:endParaRPr lang="en-US" sz="3200" dirty="0">
                <a:solidFill>
                  <a:srgbClr val="FFFFFF"/>
                </a:solidFill>
                <a:ea typeface="+mn-lt"/>
                <a:cs typeface="+mn-lt"/>
              </a:endParaRP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25DABA98-EE6B-976A-4B3E-AE8D88A81219}"/>
                </a:ext>
              </a:extLst>
            </p:cNvPr>
            <p:cNvSpPr txBox="1"/>
            <p:nvPr/>
          </p:nvSpPr>
          <p:spPr>
            <a:xfrm>
              <a:off x="0" y="-9525"/>
              <a:ext cx="15443231" cy="7158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endParaRPr/>
            </a:p>
          </p:txBody>
        </p:sp>
      </p:grpSp>
      <p:sp>
        <p:nvSpPr>
          <p:cNvPr id="7" name="Freeform 7">
            <a:extLst>
              <a:ext uri="{FF2B5EF4-FFF2-40B4-BE49-F238E27FC236}">
                <a16:creationId xmlns:a16="http://schemas.microsoft.com/office/drawing/2014/main" id="{5D2D8356-DB38-1A96-9DC5-EB09044A26BC}"/>
              </a:ext>
            </a:extLst>
          </p:cNvPr>
          <p:cNvSpPr/>
          <p:nvPr/>
        </p:nvSpPr>
        <p:spPr>
          <a:xfrm>
            <a:off x="17259300" y="7851297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700C9E15-8BB0-D68A-6F0D-F238DAB432AC}"/>
              </a:ext>
            </a:extLst>
          </p:cNvPr>
          <p:cNvSpPr/>
          <p:nvPr/>
        </p:nvSpPr>
        <p:spPr>
          <a:xfrm>
            <a:off x="17259300" y="53354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B29D00A-A1AD-8ACA-5944-6D82A9647AE7}"/>
              </a:ext>
            </a:extLst>
          </p:cNvPr>
          <p:cNvSpPr txBox="1"/>
          <p:nvPr/>
        </p:nvSpPr>
        <p:spPr>
          <a:xfrm>
            <a:off x="2925188" y="1467324"/>
            <a:ext cx="14857300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900"/>
              </a:lnSpc>
            </a:pPr>
            <a:r>
              <a:rPr lang="en-GB" sz="9000" b="1" dirty="0">
                <a:solidFill>
                  <a:srgbClr val="FFFFFF"/>
                </a:solidFill>
                <a:ea typeface="+mn-lt"/>
                <a:cs typeface="+mn-lt"/>
              </a:rPr>
              <a:t>Use Cases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8F9574A-83CB-4373-715E-6E0E72CCE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8751" y="976958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996021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41610" y="-771884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4" name="Group 4"/>
          <p:cNvGrpSpPr/>
          <p:nvPr/>
        </p:nvGrpSpPr>
        <p:grpSpPr>
          <a:xfrm>
            <a:off x="1028700" y="2571933"/>
            <a:ext cx="10254993" cy="6800789"/>
            <a:chOff x="0" y="-5751"/>
            <a:chExt cx="13673324" cy="9067719"/>
          </a:xfrm>
        </p:grpSpPr>
        <p:sp>
          <p:nvSpPr>
            <p:cNvPr id="5" name="TextBox 5"/>
            <p:cNvSpPr txBox="1"/>
            <p:nvPr/>
          </p:nvSpPr>
          <p:spPr>
            <a:xfrm>
              <a:off x="0" y="1208429"/>
              <a:ext cx="12224445" cy="6191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323850" lvl="1">
                <a:lnSpc>
                  <a:spcPts val="3600"/>
                </a:lnSpc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2211729"/>
              <a:ext cx="13631736" cy="61555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647700" lvl="1" indent="-323850">
                <a:lnSpc>
                  <a:spcPts val="3600"/>
                </a:lnSpc>
                <a:buFont typeface="Arial"/>
                <a:buChar char="•"/>
              </a:pPr>
              <a:endParaRPr lang="en-US" sz="300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688706"/>
              <a:ext cx="13250213" cy="184666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838200" lvl="1" indent="-5143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323850" lvl="1">
                <a:lnSpc>
                  <a:spcPts val="3600"/>
                </a:lnSpc>
              </a:pPr>
              <a:endParaRPr lang="en-US" sz="3000" dirty="0">
                <a:solidFill>
                  <a:srgbClr val="33123B"/>
                </a:solidFill>
                <a:latin typeface="Calibri"/>
                <a:ea typeface="Assistant Regular"/>
                <a:cs typeface="Assistant Regular"/>
              </a:endParaRPr>
            </a:p>
            <a:p>
              <a:pPr marL="647700" lvl="1" indent="-323850">
                <a:lnSpc>
                  <a:spcPts val="3600"/>
                </a:lnSpc>
                <a:buAutoNum type="arabicPeriod"/>
              </a:pPr>
              <a:endParaRPr lang="en-US" sz="3000" dirty="0">
                <a:solidFill>
                  <a:srgbClr val="33123B"/>
                </a:solidFill>
                <a:latin typeface="Assistant Regular"/>
                <a:ea typeface="Assistant Regular"/>
                <a:cs typeface="Assistant Regular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69631" y="-5751"/>
              <a:ext cx="13403693" cy="7181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endParaRPr lang="en-GB" sz="3500" b="1">
                <a:solidFill>
                  <a:srgbClr val="33123B"/>
                </a:solidFill>
                <a:ea typeface="Calibri"/>
                <a:cs typeface="Calibri"/>
              </a:endParaRP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5869167"/>
              <a:ext cx="7271104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000"/>
                </a:lnSpc>
                <a:spcBef>
                  <a:spcPct val="0"/>
                </a:spcBef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Sample Motivational Quotes: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92835" y="7723367"/>
              <a:ext cx="5005696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3" lvl="1" indent="-269876" algn="l">
                <a:lnSpc>
                  <a:spcPts val="3000"/>
                </a:lnSpc>
                <a:buFont typeface="Arial"/>
                <a:buChar char="•"/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 "Keep pushing!",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998531" y="7736067"/>
              <a:ext cx="5005696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3" lvl="1" indent="-269876" algn="l">
                <a:lnSpc>
                  <a:spcPts val="3000"/>
                </a:lnSpc>
                <a:buFont typeface="Arial"/>
                <a:buChar char="•"/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"Believe in yourself!",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2835" y="6885167"/>
              <a:ext cx="5005696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3" lvl="1" indent="-269876" algn="l">
                <a:lnSpc>
                  <a:spcPts val="3000"/>
                </a:lnSpc>
                <a:buFont typeface="Arial"/>
                <a:buChar char="•"/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"You're doing great!",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98531" y="6885167"/>
              <a:ext cx="5060012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3" lvl="1" indent="-269876" algn="l">
                <a:lnSpc>
                  <a:spcPts val="3000"/>
                </a:lnSpc>
                <a:buFont typeface="Arial"/>
                <a:buChar char="•"/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 "Every step counts!",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4127" y="8586967"/>
              <a:ext cx="5182851" cy="475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539753" lvl="1" indent="-269876" algn="l">
                <a:lnSpc>
                  <a:spcPts val="3000"/>
                </a:lnSpc>
                <a:buFont typeface="Arial"/>
                <a:buChar char="•"/>
              </a:pPr>
              <a:r>
                <a:rPr lang="en-US" sz="2000" i="1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Assistant Regular"/>
                </a:rPr>
                <a:t> "Flutter on!"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839979" y="312471"/>
            <a:ext cx="9619725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Assignment 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3741677" y="4631549"/>
            <a:ext cx="6110870" cy="6110870"/>
            <a:chOff x="0" y="0"/>
            <a:chExt cx="14840029" cy="14840029"/>
          </a:xfrm>
        </p:grpSpPr>
        <p:sp>
          <p:nvSpPr>
            <p:cNvPr id="17" name="Freeform 17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AFB55547-605D-EDB9-41FF-CD3D51DA6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312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66888" y="1048926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3"/>
          <p:cNvSpPr txBox="1"/>
          <p:nvPr/>
        </p:nvSpPr>
        <p:spPr>
          <a:xfrm>
            <a:off x="11462747" y="533743"/>
            <a:ext cx="6368927" cy="2254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799"/>
              </a:lnSpc>
            </a:pPr>
            <a:r>
              <a:rPr lang="en-US" sz="7999" b="1">
                <a:solidFill>
                  <a:srgbClr val="FFFFFF"/>
                </a:solidFill>
                <a:latin typeface="Heebo Black"/>
                <a:ea typeface="Heebo Black"/>
                <a:cs typeface="Heebo Black"/>
                <a:sym typeface="Heebo Black"/>
              </a:rPr>
              <a:t>Stretch Goals</a:t>
            </a:r>
          </a:p>
          <a:p>
            <a:pPr algn="l">
              <a:lnSpc>
                <a:spcPts val="8800"/>
              </a:lnSpc>
            </a:pPr>
            <a:endParaRPr lang="en-US" sz="7999" b="1">
              <a:solidFill>
                <a:srgbClr val="FFFFFF"/>
              </a:solidFill>
              <a:latin typeface="Heebo Black"/>
              <a:ea typeface="Heebo Black"/>
              <a:cs typeface="Heebo Black"/>
              <a:sym typeface="Heebo Black"/>
            </a:endParaRPr>
          </a:p>
        </p:txBody>
      </p:sp>
      <p:grpSp>
        <p:nvGrpSpPr>
          <p:cNvPr id="5" name="Group 5"/>
          <p:cNvGrpSpPr>
            <a:grpSpLocks noChangeAspect="1"/>
          </p:cNvGrpSpPr>
          <p:nvPr/>
        </p:nvGrpSpPr>
        <p:grpSpPr>
          <a:xfrm>
            <a:off x="-1305451" y="-607460"/>
            <a:ext cx="6064405" cy="6138747"/>
            <a:chOff x="0" y="0"/>
            <a:chExt cx="14840029" cy="14840029"/>
          </a:xfrm>
        </p:grpSpPr>
        <p:sp>
          <p:nvSpPr>
            <p:cNvPr id="6" name="Freeform 6"/>
            <p:cNvSpPr/>
            <p:nvPr/>
          </p:nvSpPr>
          <p:spPr>
            <a:xfrm>
              <a:off x="-366471" y="-11891"/>
              <a:ext cx="15572971" cy="14863810"/>
            </a:xfrm>
            <a:custGeom>
              <a:avLst/>
              <a:gdLst/>
              <a:ahLst/>
              <a:cxnLst/>
              <a:rect l="l" t="t" r="r" b="b"/>
              <a:pathLst>
                <a:path w="15572971" h="14863810">
                  <a:moveTo>
                    <a:pt x="7786486" y="11891"/>
                  </a:moveTo>
                  <a:cubicBezTo>
                    <a:pt x="5127664" y="0"/>
                    <a:pt x="2665709" y="1411641"/>
                    <a:pt x="1332855" y="3712286"/>
                  </a:cubicBezTo>
                  <a:cubicBezTo>
                    <a:pt x="0" y="6012931"/>
                    <a:pt x="0" y="8850880"/>
                    <a:pt x="1332855" y="11151525"/>
                  </a:cubicBezTo>
                  <a:cubicBezTo>
                    <a:pt x="2665709" y="13452170"/>
                    <a:pt x="5127664" y="14863811"/>
                    <a:pt x="7786486" y="14851920"/>
                  </a:cubicBezTo>
                  <a:cubicBezTo>
                    <a:pt x="10445306" y="14863811"/>
                    <a:pt x="12907262" y="13452170"/>
                    <a:pt x="14240117" y="11151525"/>
                  </a:cubicBezTo>
                  <a:cubicBezTo>
                    <a:pt x="15572971" y="8850880"/>
                    <a:pt x="15572971" y="6012931"/>
                    <a:pt x="14240117" y="3712286"/>
                  </a:cubicBezTo>
                  <a:cubicBezTo>
                    <a:pt x="12907262" y="1411641"/>
                    <a:pt x="10445306" y="0"/>
                    <a:pt x="7786486" y="11891"/>
                  </a:cubicBezTo>
                  <a:close/>
                </a:path>
              </a:pathLst>
            </a:custGeom>
            <a:solidFill>
              <a:srgbClr val="769EBE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-156193" y="188812"/>
              <a:ext cx="15152415" cy="14462405"/>
            </a:xfrm>
            <a:custGeom>
              <a:avLst/>
              <a:gdLst/>
              <a:ahLst/>
              <a:cxnLst/>
              <a:rect l="l" t="t" r="r" b="b"/>
              <a:pathLst>
                <a:path w="15152415" h="14462405">
                  <a:moveTo>
                    <a:pt x="7576208" y="11570"/>
                  </a:moveTo>
                  <a:cubicBezTo>
                    <a:pt x="4989189" y="0"/>
                    <a:pt x="2593721" y="1373519"/>
                    <a:pt x="1296860" y="3612034"/>
                  </a:cubicBezTo>
                  <a:cubicBezTo>
                    <a:pt x="0" y="5850548"/>
                    <a:pt x="0" y="8611857"/>
                    <a:pt x="1296860" y="10850372"/>
                  </a:cubicBezTo>
                  <a:cubicBezTo>
                    <a:pt x="2593721" y="13088886"/>
                    <a:pt x="4989189" y="14462405"/>
                    <a:pt x="7576208" y="14450835"/>
                  </a:cubicBezTo>
                  <a:cubicBezTo>
                    <a:pt x="10163226" y="14462405"/>
                    <a:pt x="12558694" y="13088886"/>
                    <a:pt x="13855555" y="10850372"/>
                  </a:cubicBezTo>
                  <a:cubicBezTo>
                    <a:pt x="15152416" y="8611857"/>
                    <a:pt x="15152416" y="5850548"/>
                    <a:pt x="13855555" y="3612034"/>
                  </a:cubicBezTo>
                  <a:cubicBezTo>
                    <a:pt x="12558694" y="1373519"/>
                    <a:pt x="10163226" y="0"/>
                    <a:pt x="7576208" y="11570"/>
                  </a:cubicBezTo>
                  <a:close/>
                </a:path>
              </a:pathLst>
            </a:custGeom>
            <a:solidFill>
              <a:srgbClr val="3A567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23301" y="551024"/>
              <a:ext cx="14393427" cy="13737979"/>
            </a:xfrm>
            <a:custGeom>
              <a:avLst/>
              <a:gdLst/>
              <a:ahLst/>
              <a:cxnLst/>
              <a:rect l="l" t="t" r="r" b="b"/>
              <a:pathLst>
                <a:path w="14393427" h="13737979">
                  <a:moveTo>
                    <a:pt x="7196714" y="10990"/>
                  </a:moveTo>
                  <a:cubicBezTo>
                    <a:pt x="4739280" y="0"/>
                    <a:pt x="2463801" y="1304719"/>
                    <a:pt x="1231900" y="3431106"/>
                  </a:cubicBezTo>
                  <a:cubicBezTo>
                    <a:pt x="0" y="5557493"/>
                    <a:pt x="0" y="8180487"/>
                    <a:pt x="1231900" y="10306874"/>
                  </a:cubicBezTo>
                  <a:cubicBezTo>
                    <a:pt x="2463801" y="12433261"/>
                    <a:pt x="4739280" y="13737980"/>
                    <a:pt x="7196714" y="13726990"/>
                  </a:cubicBezTo>
                  <a:cubicBezTo>
                    <a:pt x="9654147" y="13737980"/>
                    <a:pt x="11929626" y="12433261"/>
                    <a:pt x="13161527" y="10306874"/>
                  </a:cubicBezTo>
                  <a:cubicBezTo>
                    <a:pt x="14393427" y="8180487"/>
                    <a:pt x="14393427" y="5557493"/>
                    <a:pt x="13161527" y="3431106"/>
                  </a:cubicBezTo>
                  <a:cubicBezTo>
                    <a:pt x="11929626" y="1304719"/>
                    <a:pt x="9654147" y="0"/>
                    <a:pt x="7196714" y="10990"/>
                  </a:cubicBezTo>
                  <a:close/>
                </a:path>
              </a:pathLst>
            </a:custGeom>
            <a:blipFill>
              <a:blip r:embed="rId4"/>
              <a:stretch>
                <a:fillRect l="223" r="22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885020" y="434632"/>
            <a:ext cx="2025393" cy="1188136"/>
            <a:chOff x="0" y="0"/>
            <a:chExt cx="2700524" cy="1584181"/>
          </a:xfrm>
        </p:grpSpPr>
        <p:sp>
          <p:nvSpPr>
            <p:cNvPr id="10" name="TextBox 10"/>
            <p:cNvSpPr txBox="1"/>
            <p:nvPr/>
          </p:nvSpPr>
          <p:spPr>
            <a:xfrm>
              <a:off x="0" y="114300"/>
              <a:ext cx="2700524" cy="503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434"/>
                </a:lnSpc>
                <a:spcBef>
                  <a:spcPct val="0"/>
                </a:spcBef>
              </a:pPr>
              <a:r>
                <a:rPr lang="en-US" sz="3043" b="1">
                  <a:solidFill>
                    <a:srgbClr val="3168D8"/>
                  </a:solidFill>
                  <a:latin typeface="HK Modular"/>
                  <a:ea typeface="HK Modular"/>
                  <a:cs typeface="HK Modular"/>
                  <a:sym typeface="HK Modular"/>
                </a:rPr>
                <a:t>LEVEL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676639"/>
              <a:ext cx="2700524" cy="907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400"/>
                </a:lnSpc>
                <a:spcBef>
                  <a:spcPct val="0"/>
                </a:spcBef>
              </a:pPr>
              <a:r>
                <a:rPr lang="en-US" sz="5501" b="1">
                  <a:solidFill>
                    <a:srgbClr val="7900FF"/>
                  </a:solidFill>
                  <a:latin typeface="HK Modular"/>
                  <a:ea typeface="HK Modular"/>
                  <a:cs typeface="HK Modular"/>
                  <a:sym typeface="HK Modular"/>
                </a:rPr>
                <a:t>UP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118607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897716" y="13070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31304" y="912703"/>
            <a:ext cx="134751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37758" y="912703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72323" y="-17471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731819" y="421328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218279" y="143142"/>
            <a:ext cx="2025393" cy="6275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0"/>
              </a:lnSpc>
              <a:spcBef>
                <a:spcPct val="0"/>
              </a:spcBef>
            </a:pPr>
            <a:r>
              <a:rPr lang="en-US" sz="5501" b="1">
                <a:solidFill>
                  <a:srgbClr val="7900FF"/>
                </a:solidFill>
                <a:latin typeface="HK Modular"/>
                <a:ea typeface="HK Modular"/>
                <a:cs typeface="HK Modular"/>
                <a:sym typeface="HK Modular"/>
              </a:rPr>
              <a:t>+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FD0538BD-B281-3C0B-F413-48312AD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GB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338650" y="2344203"/>
            <a:ext cx="11352740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Debrief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141729" y="4681835"/>
            <a:ext cx="6221186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200" dirty="0">
                <a:solidFill>
                  <a:srgbClr val="33123B"/>
                </a:solidFill>
                <a:ea typeface="+mn-lt"/>
                <a:cs typeface="+mn-lt"/>
                <a:sym typeface="Agrandir"/>
              </a:rPr>
              <a:t>Abstraction</a:t>
            </a:r>
            <a:endParaRPr lang="en-US" sz="3000" b="1" dirty="0">
              <a:solidFill>
                <a:srgbClr val="33123B"/>
              </a:solidFill>
              <a:latin typeface="Assistant Regular Bold"/>
              <a:ea typeface="Assistant Regular Bold"/>
              <a:cs typeface="Assistant Regular Bold"/>
              <a:sym typeface="Assistant Regular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1035679" y="4559932"/>
            <a:ext cx="4541778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</a:rPr>
              <a:t>Interfaces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43713" y="5706273"/>
            <a:ext cx="3466514" cy="466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3000" b="1" dirty="0">
                <a:solidFill>
                  <a:srgbClr val="33123B"/>
                </a:solidFill>
                <a:latin typeface="Assistant Regular Bold"/>
                <a:ea typeface="Assistant Regular Bold"/>
                <a:cs typeface="Assistant Regular Bold"/>
                <a:sym typeface="Assistant Regular Bold"/>
              </a:rPr>
              <a:t>Use cases</a:t>
            </a:r>
          </a:p>
        </p:txBody>
      </p:sp>
      <p:sp>
        <p:nvSpPr>
          <p:cNvPr id="8" name="Freeform 8"/>
          <p:cNvSpPr/>
          <p:nvPr/>
        </p:nvSpPr>
        <p:spPr>
          <a:xfrm>
            <a:off x="-778351" y="6352898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0" name="Freeform 10"/>
          <p:cNvSpPr/>
          <p:nvPr/>
        </p:nvSpPr>
        <p:spPr>
          <a:xfrm>
            <a:off x="16606919" y="1646831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1"/>
                </a:lnTo>
                <a:lnTo>
                  <a:pt x="0" y="22872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4" name="Freeform 14"/>
          <p:cNvSpPr/>
          <p:nvPr/>
        </p:nvSpPr>
        <p:spPr>
          <a:xfrm>
            <a:off x="7914284" y="-1258572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Freeform 15"/>
          <p:cNvSpPr/>
          <p:nvPr/>
        </p:nvSpPr>
        <p:spPr>
          <a:xfrm>
            <a:off x="7914284" y="9258300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2" y="0"/>
                </a:lnTo>
                <a:lnTo>
                  <a:pt x="2459432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E09AA338-7558-DCBF-9BD3-6A55D9D0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GB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355775" y="8640169"/>
            <a:ext cx="2459432" cy="2287272"/>
          </a:xfrm>
          <a:custGeom>
            <a:avLst/>
            <a:gdLst/>
            <a:ahLst/>
            <a:cxnLst/>
            <a:rect l="l" t="t" r="r" b="b"/>
            <a:pathLst>
              <a:path w="2459432" h="2287272">
                <a:moveTo>
                  <a:pt x="0" y="0"/>
                </a:moveTo>
                <a:lnTo>
                  <a:pt x="2459431" y="0"/>
                </a:lnTo>
                <a:lnTo>
                  <a:pt x="2459431" y="2287272"/>
                </a:lnTo>
                <a:lnTo>
                  <a:pt x="0" y="22872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9960917" y="4609225"/>
            <a:ext cx="7298383" cy="1291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9900"/>
              </a:lnSpc>
            </a:pPr>
            <a:r>
              <a:rPr lang="en-US" sz="9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References</a:t>
            </a:r>
            <a:endParaRPr lang="en-US" sz="9000" b="1">
              <a:solidFill>
                <a:srgbClr val="8D0A75"/>
              </a:solidFill>
              <a:latin typeface="Heebo Black"/>
              <a:ea typeface="Heebo Black"/>
              <a:cs typeface="Heebo Black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954662" y="819150"/>
            <a:ext cx="9006254" cy="438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300"/>
              </a:lnSpc>
            </a:pPr>
            <a:r>
              <a:rPr lang="en-US" sz="3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📘 Official Resources (High-Quality &amp; Up-to-Date)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18728" y="1548652"/>
            <a:ext cx="11229428" cy="10156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buFont typeface="Wingdings"/>
              <a:buChar char="ü"/>
            </a:pPr>
            <a:endParaRPr lang="en-US" dirty="0">
              <a:ea typeface="Calibri"/>
              <a:cs typeface="Calibri"/>
              <a:hlinkClick r:id="" action="ppaction://noaction"/>
            </a:endParaRPr>
          </a:p>
          <a:p>
            <a:pPr algn="ctr">
              <a:lnSpc>
                <a:spcPts val="3600"/>
              </a:lnSpc>
              <a:spcBef>
                <a:spcPct val="0"/>
              </a:spcBef>
            </a:pPr>
            <a:endParaRPr lang="en-US" sz="3000" dirty="0">
              <a:latin typeface="Assistant Regular"/>
              <a:cs typeface="Assistant Regular"/>
            </a:endParaRP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7A203954-94E8-E177-2D54-36499D9C9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GB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665649" y="4333875"/>
            <a:ext cx="8956702" cy="1724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200"/>
              </a:lnSpc>
            </a:pPr>
            <a:r>
              <a:rPr lang="en-US" sz="12000" b="1">
                <a:solidFill>
                  <a:srgbClr val="8D0A75"/>
                </a:solidFill>
                <a:latin typeface="Heebo Black"/>
                <a:ea typeface="Heebo Black"/>
                <a:cs typeface="Heebo Black"/>
                <a:sym typeface="Heebo Black"/>
              </a:rPr>
              <a:t>Thank you</a:t>
            </a:r>
          </a:p>
        </p:txBody>
      </p:sp>
      <p:sp>
        <p:nvSpPr>
          <p:cNvPr id="3" name="Freeform 3"/>
          <p:cNvSpPr/>
          <p:nvPr/>
        </p:nvSpPr>
        <p:spPr>
          <a:xfrm rot="-410883">
            <a:off x="12294665" y="-1805330"/>
            <a:ext cx="11747274" cy="5668060"/>
          </a:xfrm>
          <a:custGeom>
            <a:avLst/>
            <a:gdLst/>
            <a:ahLst/>
            <a:cxnLst/>
            <a:rect l="l" t="t" r="r" b="b"/>
            <a:pathLst>
              <a:path w="11747274" h="5668060">
                <a:moveTo>
                  <a:pt x="0" y="0"/>
                </a:moveTo>
                <a:lnTo>
                  <a:pt x="11747274" y="0"/>
                </a:lnTo>
                <a:lnTo>
                  <a:pt x="11747274" y="5668060"/>
                </a:lnTo>
                <a:lnTo>
                  <a:pt x="0" y="56680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"/>
          <p:cNvSpPr/>
          <p:nvPr/>
        </p:nvSpPr>
        <p:spPr>
          <a:xfrm rot="-10800000">
            <a:off x="-5224993" y="6057900"/>
            <a:ext cx="11992069" cy="5786173"/>
          </a:xfrm>
          <a:custGeom>
            <a:avLst/>
            <a:gdLst/>
            <a:ahLst/>
            <a:cxnLst/>
            <a:rect l="l" t="t" r="r" b="b"/>
            <a:pathLst>
              <a:path w="11992069" h="5786173">
                <a:moveTo>
                  <a:pt x="0" y="0"/>
                </a:moveTo>
                <a:lnTo>
                  <a:pt x="11992070" y="0"/>
                </a:lnTo>
                <a:lnTo>
                  <a:pt x="11992070" y="5786173"/>
                </a:lnTo>
                <a:lnTo>
                  <a:pt x="0" y="57861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169540-353F-AA0D-CE5D-9D9289492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334A554D3A384490F35006611FA8EF" ma:contentTypeVersion="3" ma:contentTypeDescription="Create a new document." ma:contentTypeScope="" ma:versionID="d1c5e390780e0d38844ed75d3cc2b18b">
  <xsd:schema xmlns:xsd="http://www.w3.org/2001/XMLSchema" xmlns:xs="http://www.w3.org/2001/XMLSchema" xmlns:p="http://schemas.microsoft.com/office/2006/metadata/properties" xmlns:ns2="ad7d03b8-5160-4549-a356-269f90954506" targetNamespace="http://schemas.microsoft.com/office/2006/metadata/properties" ma:root="true" ma:fieldsID="39eb13f22fcc0a4b85956ff2d0548361" ns2:_="">
    <xsd:import namespace="ad7d03b8-5160-4549-a356-269f9095450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7d03b8-5160-4549-a356-269f9095450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69C326A-105F-41E2-92E9-C9D91C251D4C}"/>
</file>

<file path=customXml/itemProps2.xml><?xml version="1.0" encoding="utf-8"?>
<ds:datastoreItem xmlns:ds="http://schemas.openxmlformats.org/officeDocument/2006/customXml" ds:itemID="{DCC8CB4B-C882-4B99-83CD-45D8C27857F5}"/>
</file>

<file path=customXml/itemProps3.xml><?xml version="1.0" encoding="utf-8"?>
<ds:datastoreItem xmlns:ds="http://schemas.openxmlformats.org/officeDocument/2006/customXml" ds:itemID="{2FE7E845-2761-4365-B2C8-1AF1F58F5B69}"/>
</file>

<file path=docProps/app.xml><?xml version="1.0" encoding="utf-8"?>
<Properties xmlns="http://schemas.openxmlformats.org/officeDocument/2006/extended-properties" xmlns:vt="http://schemas.openxmlformats.org/officeDocument/2006/docPropsVTypes">
  <TotalTime>322</TotalTime>
  <Words>418</Words>
  <Application>Microsoft Office PowerPoint</Application>
  <PresentationFormat>Custom</PresentationFormat>
  <Paragraphs>91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Aptos</vt:lpstr>
      <vt:lpstr>Wingdings</vt:lpstr>
      <vt:lpstr>Assistant Regular</vt:lpstr>
      <vt:lpstr>Arial</vt:lpstr>
      <vt:lpstr>Courier New</vt:lpstr>
      <vt:lpstr>Horizon</vt:lpstr>
      <vt:lpstr>HK Modular</vt:lpstr>
      <vt:lpstr>Heebo Black</vt:lpstr>
      <vt:lpstr>Agrandir</vt:lpstr>
      <vt:lpstr>Calibri</vt:lpstr>
      <vt:lpstr>Assistant Regular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 sample presentation</dc:title>
  <cp:lastModifiedBy>Krishna Raj</cp:lastModifiedBy>
  <cp:revision>38</cp:revision>
  <dcterms:created xsi:type="dcterms:W3CDTF">2006-08-16T00:00:00Z</dcterms:created>
  <dcterms:modified xsi:type="dcterms:W3CDTF">2025-07-11T11:42:03Z</dcterms:modified>
  <dc:identifier>DAGpXxrSFgM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0x01010020334A554D3A384490F35006611FA8EF</vt:lpwstr>
  </property>
</Properties>
</file>