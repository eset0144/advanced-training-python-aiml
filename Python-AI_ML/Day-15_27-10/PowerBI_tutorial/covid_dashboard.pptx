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a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  <p:sldId id="264" r:id="RelId7"/>
    <p:sldId id="265" r:id="Rel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Relationship Type="http://schemas.openxmlformats.org/officeDocument/2006/relationships/slide" Target="/ppt/slides/slide9.xml" Id="RelId7" /><Relationship Type="http://schemas.openxmlformats.org/officeDocument/2006/relationships/slide" Target="/ppt/slides/slidea.xml" Id="RelId8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funnel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scatterChart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listSlicer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hundredPercentStackedBarChart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esriVisual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listSlicer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listSlicer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scatterChart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hundredPercentStackedBarChart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1b2b2326-5999-4e85-9aa5-9d30ecfa246c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075fd8b488474b2f" /><Relationship Type="http://schemas.openxmlformats.org/officeDocument/2006/relationships/slideLayout" Target="/ppt/slideLayouts/slideLayout8.xml" Id="Rc4fa908e7eea41ff" /><Relationship Type="http://schemas.openxmlformats.org/officeDocument/2006/relationships/hyperlink" Target="https://app.powerbi.com/groups/me/reports/1b2b2326-5999-4e85-9aa5-9d30ecfa246c/?pbi_source=PowerPoint" TargetMode="External" Id="RelId0" /><Relationship Type="http://schemas.openxmlformats.org/officeDocument/2006/relationships/image" Target="/ppt/media/image4.png" Id="imgId1153024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cd2f9ab9181b4607" /><Relationship Type="http://schemas.openxmlformats.org/officeDocument/2006/relationships/slideLayout" Target="/ppt/slideLayouts/slideLayout8.xml" Id="R8782fdd9435949e2" /><Relationship Type="http://schemas.openxmlformats.org/officeDocument/2006/relationships/hyperlink" Target="https://app.powerbi.com/groups/me/reports/1b2b2326-5999-4e85-9aa5-9d30ecfa246c/?pbi_source=PowerPoint" TargetMode="External" Id="RelId1" /><Relationship Type="http://schemas.openxmlformats.org/officeDocument/2006/relationships/image" Target="/ppt/media/image5.png" Id="imgId1153024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35140044c6104b0b" /><Relationship Type="http://schemas.openxmlformats.org/officeDocument/2006/relationships/slideLayout" Target="/ppt/slideLayouts/slideLayout8.xml" Id="R6b871afb951e46c5" /><Relationship Type="http://schemas.openxmlformats.org/officeDocument/2006/relationships/hyperlink" Target="https://app.powerbi.com/groups/me/reports/1b2b2326-5999-4e85-9aa5-9d30ecfa246c/?pbi_source=PowerPoint" TargetMode="External" Id="RelId2" /><Relationship Type="http://schemas.openxmlformats.org/officeDocument/2006/relationships/image" Target="/ppt/media/image6.png" Id="imgId1153024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786b5fe12fb54746" /><Relationship Type="http://schemas.openxmlformats.org/officeDocument/2006/relationships/slideLayout" Target="/ppt/slideLayouts/slideLayout8.xml" Id="Ra0e2be3ec25f4324" /><Relationship Type="http://schemas.openxmlformats.org/officeDocument/2006/relationships/hyperlink" Target="https://app.powerbi.com/groups/me/reports/1b2b2326-5999-4e85-9aa5-9d30ecfa246c/?pbi_source=PowerPoint" TargetMode="External" Id="RelId3" /><Relationship Type="http://schemas.openxmlformats.org/officeDocument/2006/relationships/image" Target="/ppt/media/image7.png" Id="imgId1153024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4d808ede3f84493d" /><Relationship Type="http://schemas.openxmlformats.org/officeDocument/2006/relationships/slideLayout" Target="/ppt/slideLayouts/slideLayout8.xml" Id="Rda09f0b17ff94315" /><Relationship Type="http://schemas.openxmlformats.org/officeDocument/2006/relationships/hyperlink" Target="https://app.powerbi.com/groups/me/reports/1b2b2326-5999-4e85-9aa5-9d30ecfa246c/?pbi_source=PowerPoint" TargetMode="External" Id="RelId4" /><Relationship Type="http://schemas.openxmlformats.org/officeDocument/2006/relationships/image" Target="/ppt/media/image8.png" Id="imgId1153024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5ec3f2f59d004b51" /><Relationship Type="http://schemas.openxmlformats.org/officeDocument/2006/relationships/slideLayout" Target="/ppt/slideLayouts/slideLayout8.xml" Id="Ra95375a4facb4d33" /><Relationship Type="http://schemas.openxmlformats.org/officeDocument/2006/relationships/hyperlink" Target="https://app.powerbi.com/groups/me/reports/1b2b2326-5999-4e85-9aa5-9d30ecfa246c/?pbi_source=PowerPoint" TargetMode="External" Id="RelId5" /><Relationship Type="http://schemas.openxmlformats.org/officeDocument/2006/relationships/image" Target="/ppt/media/image9.png" Id="imgId1153024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eeec254be71d4804" /><Relationship Type="http://schemas.openxmlformats.org/officeDocument/2006/relationships/slideLayout" Target="/ppt/slideLayouts/slideLayout8.xml" Id="Racdf392fa48b4fd5" /><Relationship Type="http://schemas.openxmlformats.org/officeDocument/2006/relationships/hyperlink" Target="https://app.powerbi.com/groups/me/reports/1b2b2326-5999-4e85-9aa5-9d30ecfa246c/?pbi_source=PowerPoint" TargetMode="External" Id="RelId6" /><Relationship Type="http://schemas.openxmlformats.org/officeDocument/2006/relationships/image" Target="/ppt/media/imagea.png" Id="imgId1153024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e03aaa5968e443b3" /><Relationship Type="http://schemas.openxmlformats.org/officeDocument/2006/relationships/slideLayout" Target="/ppt/slideLayouts/slideLayout8.xml" Id="R3c976a0abd0542e9" /><Relationship Type="http://schemas.openxmlformats.org/officeDocument/2006/relationships/hyperlink" Target="https://app.powerbi.com/groups/me/reports/1b2b2326-5999-4e85-9aa5-9d30ecfa246c/?pbi_source=PowerPoint" TargetMode="External" Id="RelId7" /><Relationship Type="http://schemas.openxmlformats.org/officeDocument/2006/relationships/image" Target="/ppt/media/imageb.png" Id="imgId115302413" /></Relationships>
</file>

<file path=ppt/slides/_rels/slidea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b9db48277c404c56" /><Relationship Type="http://schemas.openxmlformats.org/officeDocument/2006/relationships/slideLayout" Target="/ppt/slideLayouts/slideLayout8.xml" Id="Ra96a1bd19e0c47ed" /><Relationship Type="http://schemas.openxmlformats.org/officeDocument/2006/relationships/hyperlink" Target="https://app.powerbi.com/groups/me/reports/1b2b2326-5999-4e85-9aa5-9d30ecfa246c/?pbi_source=PowerPoint" TargetMode="External" Id="RelId8" /><Relationship Type="http://schemas.openxmlformats.org/officeDocument/2006/relationships/image" Target="/ppt/media/imagec.png" Id="imgId115302414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covid_dashboard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10/28/2025 4:59:22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10/28/2025 4:53:48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eChart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reemap ,funnel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0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StackedColumnComboChart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3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catterChart ,listSlicer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0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4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hundredPercentStackedBarChart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1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5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esriVisual ,slicer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1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6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BarChart ,listSlicer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1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7</a:t>
            </a:r>
          </a:p>
        </p:txBody>
      </p:sp>
    </p:spTree>
    <p:clrMapOvr>
      <a:masterClrMapping xmlns:a="http://schemas.openxmlformats.org/drawingml/2006/main"/>
    </p:clrMapOvr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stSlicer ,actionButton ,lineStackedColumnComboChart. Please refer to the notes on this slide for details">
            <a:hlinkClick xmlns:r="http://schemas.openxmlformats.org/officeDocument/2006/relationships" xmlns:a="http://schemas.openxmlformats.org/drawingml/2006/main" r:id="RelId7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8</a:t>
            </a:r>
          </a:p>
        </p:txBody>
      </p:sp>
    </p:spTree>
    <p:clrMapOvr>
      <a:masterClrMapping xmlns:a="http://schemas.openxmlformats.org/drawingml/2006/main"/>
    </p:clrMapOvr>
  </p:cSld>
</p:sld>
</file>

<file path=ppt/slides/slidea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reemap ,lineStackedColumnComboChart ,scatterChart ,hundredPercentStackedBarChart ,clusteredBarChart ,lineStackedColumnComboChart ,card ,card ,card ,slicer ,card ,card. Please refer to the notes on this slide for details">
            <a:hlinkClick xmlns:r="http://schemas.openxmlformats.org/officeDocument/2006/relationships" xmlns:a="http://schemas.openxmlformats.org/drawingml/2006/main" r:id="RelId8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153024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9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